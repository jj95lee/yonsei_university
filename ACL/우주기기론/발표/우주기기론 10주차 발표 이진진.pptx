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8" r:id="rId1"/>
    <p:sldMasterId id="2147483648" r:id="rId2"/>
    <p:sldMasterId id="2147483656" r:id="rId3"/>
    <p:sldMasterId id="2147483660" r:id="rId4"/>
    <p:sldMasterId id="2147483662" r:id="rId5"/>
  </p:sldMasterIdLst>
  <p:sldIdLst>
    <p:sldId id="257" r:id="rId6"/>
    <p:sldId id="300" r:id="rId7"/>
    <p:sldId id="293" r:id="rId8"/>
    <p:sldId id="315" r:id="rId9"/>
    <p:sldId id="305" r:id="rId10"/>
    <p:sldId id="309" r:id="rId11"/>
    <p:sldId id="263" r:id="rId12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13"/>
    </p:embeddedFont>
    <p:embeddedFont>
      <p:font typeface="나눔스퀘어 Light" panose="020B0600000101010101" pitchFamily="50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font" Target="fonts/font3.fntdata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95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92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14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79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45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86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8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998220"/>
            <a:ext cx="12184380" cy="486156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59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315686"/>
            <a:ext cx="12184380" cy="6226628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45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7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29903" y="2789592"/>
            <a:ext cx="173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/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Hot</a:t>
            </a:r>
            <a:r>
              <a:rPr lang="ko-KR" altLang="en-US" sz="2400" b="0" i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Jupiter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0408" y="3816532"/>
            <a:ext cx="2012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2022311224 </a:t>
            </a:r>
            <a:r>
              <a:rPr lang="ko-KR" altLang="en-US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이진진</a:t>
            </a:r>
          </a:p>
        </p:txBody>
      </p:sp>
    </p:spTree>
    <p:extLst>
      <p:ext uri="{BB962C8B-B14F-4D97-AF65-F5344CB8AC3E}">
        <p14:creationId xmlns:p14="http://schemas.microsoft.com/office/powerpoint/2010/main" val="3950016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60" y="606871"/>
            <a:ext cx="226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PLAN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200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3995C5E-7DB5-4818-BF8B-AD45D44F2CAB}"/>
              </a:ext>
            </a:extLst>
          </p:cNvPr>
          <p:cNvSpPr txBox="1"/>
          <p:nvPr/>
        </p:nvSpPr>
        <p:spPr>
          <a:xfrm>
            <a:off x="201482" y="134154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7 : Total WBS introduction / Scientific Objective 1.1, 1.2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1492AB-4951-438F-8198-8AFEEE4316E8}"/>
              </a:ext>
            </a:extLst>
          </p:cNvPr>
          <p:cNvSpPr txBox="1"/>
          <p:nvPr/>
        </p:nvSpPr>
        <p:spPr>
          <a:xfrm>
            <a:off x="201482" y="1813426"/>
            <a:ext cx="7287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8 : Modifying overall WBS and PLAN / Observation Method 2.1, 2.2, 2.3 </a:t>
            </a:r>
            <a:endParaRPr lang="ko-KR" altLang="en-US" sz="1600" b="1" strike="sng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9E1672-DA1C-408B-8792-90233FE8908B}"/>
              </a:ext>
            </a:extLst>
          </p:cNvPr>
          <p:cNvSpPr txBox="1"/>
          <p:nvPr/>
        </p:nvSpPr>
        <p:spPr>
          <a:xfrm>
            <a:off x="201482" y="227355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9 : Observation Method 2.1, 2.2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763950-4022-4970-AAAB-8C5FD242ED68}"/>
              </a:ext>
            </a:extLst>
          </p:cNvPr>
          <p:cNvSpPr txBox="1"/>
          <p:nvPr/>
        </p:nvSpPr>
        <p:spPr>
          <a:xfrm>
            <a:off x="201482" y="273919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10 : Observation Equipment 3.1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791F23-DA1B-4E7C-8A61-6A672AC605E1}"/>
              </a:ext>
            </a:extLst>
          </p:cNvPr>
          <p:cNvSpPr txBox="1"/>
          <p:nvPr/>
        </p:nvSpPr>
        <p:spPr>
          <a:xfrm>
            <a:off x="201482" y="320483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11 :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AEB14E-2867-4842-A878-385C1DC5319B}"/>
              </a:ext>
            </a:extLst>
          </p:cNvPr>
          <p:cNvSpPr txBox="1"/>
          <p:nvPr/>
        </p:nvSpPr>
        <p:spPr>
          <a:xfrm>
            <a:off x="201482" y="367047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12 : Data Result 4.1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F5644A-0DA6-45E3-8DB7-3F9EFFC76DAC}"/>
              </a:ext>
            </a:extLst>
          </p:cNvPr>
          <p:cNvSpPr txBox="1"/>
          <p:nvPr/>
        </p:nvSpPr>
        <p:spPr>
          <a:xfrm>
            <a:off x="201482" y="413611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13 : Data Result 4.2, 4.3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63115D-5BAA-4A15-BA8D-AF9DA348B87C}"/>
              </a:ext>
            </a:extLst>
          </p:cNvPr>
          <p:cNvSpPr txBox="1"/>
          <p:nvPr/>
        </p:nvSpPr>
        <p:spPr>
          <a:xfrm>
            <a:off x="201482" y="460175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14 : Interpretation 5.1, 5.2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F9A30A-EB51-4479-9B46-9D30BD9C4C7F}"/>
              </a:ext>
            </a:extLst>
          </p:cNvPr>
          <p:cNvSpPr txBox="1"/>
          <p:nvPr/>
        </p:nvSpPr>
        <p:spPr>
          <a:xfrm>
            <a:off x="201482" y="506739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15 : (Blank Period) 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CFA259-8AA2-4AB1-9CAD-5EB594E6925D}"/>
              </a:ext>
            </a:extLst>
          </p:cNvPr>
          <p:cNvSpPr txBox="1"/>
          <p:nvPr/>
        </p:nvSpPr>
        <p:spPr>
          <a:xfrm>
            <a:off x="201482" y="553303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FFFF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16 : Conference</a:t>
            </a:r>
            <a:endParaRPr lang="ko-KR" altLang="en-US" sz="1600" b="1" dirty="0">
              <a:solidFill>
                <a:srgbClr val="FFFF00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F3FB0E7A-F285-CCA8-E7C7-3E7318262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53" y="2362813"/>
            <a:ext cx="6620390" cy="397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60" y="606871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WBS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03093940-025F-B778-8283-E909D112C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436915"/>
            <a:ext cx="11307617" cy="432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6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504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3.1.2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Observation</a:t>
            </a:r>
            <a:r>
              <a:rPr lang="ko-KR" altLang="en-US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Instrument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8097FF8-59D3-F74A-659B-9995C8C82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865" y="1484900"/>
            <a:ext cx="6938963" cy="465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85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504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3.1.2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Observation</a:t>
            </a:r>
            <a:r>
              <a:rPr lang="ko-KR" altLang="en-US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Instrument – WFC3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2054" name="Picture 6" descr="A unique hot Jupiter spectral sequence with evidence for compositional  diversity | Nature Astronomy">
            <a:extLst>
              <a:ext uri="{FF2B5EF4-FFF2-40B4-BE49-F238E27FC236}">
                <a16:creationId xmlns:a16="http://schemas.microsoft.com/office/drawing/2014/main" id="{3C425AA8-1953-18DB-D59C-1AD4BF521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223" y="1167495"/>
            <a:ext cx="6211579" cy="5110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047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504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3.1.3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Operating method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5160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36107" y="2550497"/>
            <a:ext cx="53197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spc="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  <a:endParaRPr lang="ko-KR" altLang="en-US" sz="6600" spc="3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9394" y="3748148"/>
            <a:ext cx="2613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FOR LISTENING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17197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메인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목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6000" dirty="0">
            <a:solidFill>
              <a:schemeClr val="bg1"/>
            </a:solidFill>
            <a:latin typeface="나눔스퀘어 Light" panose="020B0600000101010101" pitchFamily="50" charset="-127"/>
            <a:ea typeface="나눔스퀘어 Light" panose="020B0600000101010101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마무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5963</TotalTime>
  <Words>98</Words>
  <Application>Microsoft Office PowerPoint</Application>
  <PresentationFormat>와이드스크린</PresentationFormat>
  <Paragraphs>22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나눔스퀘어 Light</vt:lpstr>
      <vt:lpstr>맑은 고딕</vt:lpstr>
      <vt:lpstr>Arial</vt:lpstr>
      <vt:lpstr>나눔스퀘어 ExtraBold</vt:lpstr>
      <vt:lpstr>2_Office 테마</vt:lpstr>
      <vt:lpstr>메인</vt:lpstr>
      <vt:lpstr>목차</vt:lpstr>
      <vt:lpstr>내용</vt:lpstr>
      <vt:lpstr>마무리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hyeran kang</dc:creator>
  <cp:lastModifiedBy>이진진</cp:lastModifiedBy>
  <cp:revision>19</cp:revision>
  <dcterms:created xsi:type="dcterms:W3CDTF">2017-05-21T13:44:12Z</dcterms:created>
  <dcterms:modified xsi:type="dcterms:W3CDTF">2022-05-16T18:20:49Z</dcterms:modified>
</cp:coreProperties>
</file>