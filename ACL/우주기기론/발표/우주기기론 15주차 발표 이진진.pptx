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300" r:id="rId7"/>
    <p:sldId id="293" r:id="rId8"/>
    <p:sldId id="315" r:id="rId9"/>
    <p:sldId id="263" r:id="rId10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1"/>
    </p:embeddedFont>
    <p:embeddedFont>
      <p:font typeface="나눔스퀘어 Light" panose="020B0600000101010101" pitchFamily="50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font" Target="fonts/font1.fntdata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226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200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200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3995C5E-7DB5-4818-BF8B-AD45D44F2CAB}"/>
              </a:ext>
            </a:extLst>
          </p:cNvPr>
          <p:cNvSpPr txBox="1"/>
          <p:nvPr/>
        </p:nvSpPr>
        <p:spPr>
          <a:xfrm>
            <a:off x="201482" y="134154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7 : Total WBS introduction / Scientific Objective 1.1, 1.2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492AB-4951-438F-8198-8AFEEE4316E8}"/>
              </a:ext>
            </a:extLst>
          </p:cNvPr>
          <p:cNvSpPr txBox="1"/>
          <p:nvPr/>
        </p:nvSpPr>
        <p:spPr>
          <a:xfrm>
            <a:off x="201482" y="1813426"/>
            <a:ext cx="72874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8 : Modifying overall WBS and PLAN / Observation Method 2.1, 2.2, 2.3 </a:t>
            </a:r>
            <a:endParaRPr lang="ko-KR" altLang="en-US" sz="1600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E1672-DA1C-408B-8792-90233FE8908B}"/>
              </a:ext>
            </a:extLst>
          </p:cNvPr>
          <p:cNvSpPr txBox="1"/>
          <p:nvPr/>
        </p:nvSpPr>
        <p:spPr>
          <a:xfrm>
            <a:off x="201482" y="22735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9 : Observation Method 2.1, 2.2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763950-4022-4970-AAAB-8C5FD242ED68}"/>
              </a:ext>
            </a:extLst>
          </p:cNvPr>
          <p:cNvSpPr txBox="1"/>
          <p:nvPr/>
        </p:nvSpPr>
        <p:spPr>
          <a:xfrm>
            <a:off x="201482" y="27391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10 : Observation Equipment 3.1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91F23-DA1B-4E7C-8A61-6A672AC605E1}"/>
              </a:ext>
            </a:extLst>
          </p:cNvPr>
          <p:cNvSpPr txBox="1"/>
          <p:nvPr/>
        </p:nvSpPr>
        <p:spPr>
          <a:xfrm>
            <a:off x="201482" y="32048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11 : 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EB14E-2867-4842-A878-385C1DC5319B}"/>
              </a:ext>
            </a:extLst>
          </p:cNvPr>
          <p:cNvSpPr txBox="1"/>
          <p:nvPr/>
        </p:nvSpPr>
        <p:spPr>
          <a:xfrm>
            <a:off x="201482" y="367047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12 : Data Result 4.1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5644A-0DA6-45E3-8DB7-3F9EFFC76DAC}"/>
              </a:ext>
            </a:extLst>
          </p:cNvPr>
          <p:cNvSpPr txBox="1"/>
          <p:nvPr/>
        </p:nvSpPr>
        <p:spPr>
          <a:xfrm>
            <a:off x="201482" y="413611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13 :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3115D-5BAA-4A15-BA8D-AF9DA348B87C}"/>
              </a:ext>
            </a:extLst>
          </p:cNvPr>
          <p:cNvSpPr txBox="1"/>
          <p:nvPr/>
        </p:nvSpPr>
        <p:spPr>
          <a:xfrm>
            <a:off x="201482" y="460175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14 : Data Result 4.2, 4.3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F9A30A-EB51-4479-9B46-9D30BD9C4C7F}"/>
              </a:ext>
            </a:extLst>
          </p:cNvPr>
          <p:cNvSpPr txBox="1"/>
          <p:nvPr/>
        </p:nvSpPr>
        <p:spPr>
          <a:xfrm>
            <a:off x="201482" y="506739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15 : Improvement</a:t>
            </a:r>
            <a:r>
              <a:rPr lang="ko-KR" altLang="en-US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points 5.1, 5.2</a:t>
            </a:r>
            <a:endParaRPr lang="ko-KR" altLang="en-US" sz="1600" b="1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FA259-8AA2-4AB1-9CAD-5EB594E6925D}"/>
              </a:ext>
            </a:extLst>
          </p:cNvPr>
          <p:cNvSpPr txBox="1"/>
          <p:nvPr/>
        </p:nvSpPr>
        <p:spPr>
          <a:xfrm>
            <a:off x="201482" y="5533037"/>
            <a:ext cx="60946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FFFF00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Week 16 : Conference</a:t>
            </a:r>
            <a:endParaRPr lang="ko-KR" altLang="en-US" sz="1600" b="1" dirty="0">
              <a:solidFill>
                <a:srgbClr val="FFFF00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7DDD99-533C-5335-1E1D-37B4EF3F8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375" y="2285305"/>
            <a:ext cx="6587881" cy="412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4660" y="606871"/>
            <a:ext cx="952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WBS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50C6475-80D8-1126-1E53-34CDFE61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64" y="1532235"/>
            <a:ext cx="11447840" cy="433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3550" y="644275"/>
            <a:ext cx="116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5.1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80773" y="644275"/>
            <a:ext cx="80779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F5A2AD-D7EF-4CEA-98CC-E348F510FFD6}"/>
              </a:ext>
            </a:extLst>
          </p:cNvPr>
          <p:cNvSpPr txBox="1"/>
          <p:nvPr/>
        </p:nvSpPr>
        <p:spPr>
          <a:xfrm>
            <a:off x="1295781" y="72121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Improvement plan – 51 Pegasi b</a:t>
            </a:r>
            <a:endParaRPr lang="ko-KR" altLang="en-US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EC093-DA9D-BF71-A1E3-4853E850A8C7}"/>
              </a:ext>
            </a:extLst>
          </p:cNvPr>
          <p:cNvSpPr txBox="1"/>
          <p:nvPr/>
        </p:nvSpPr>
        <p:spPr>
          <a:xfrm>
            <a:off x="1295781" y="1814652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Radius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Distance</a:t>
            </a:r>
          </a:p>
          <a:p>
            <a:pPr marL="342900" indent="-342900">
              <a:buAutoNum type="arabicPeriod"/>
            </a:pPr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Orbiting velocity</a:t>
            </a:r>
          </a:p>
          <a:p>
            <a:endParaRPr lang="en-US" altLang="ko-KR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4.    Mass</a:t>
            </a:r>
          </a:p>
          <a:p>
            <a:pPr marL="342900" indent="-342900">
              <a:buAutoNum type="arabicPeriod"/>
            </a:pPr>
            <a:endParaRPr lang="en-US" altLang="ko-KR" sz="1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085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6000" dirty="0">
            <a:solidFill>
              <a:schemeClr val="bg1"/>
            </a:solidFill>
            <a:latin typeface="나눔스퀘어 Light" panose="020B0600000101010101" pitchFamily="50" charset="-127"/>
            <a:ea typeface="나눔스퀘어 Light" panose="020B060000010101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7053</TotalTime>
  <Words>98</Words>
  <Application>Microsoft Office PowerPoint</Application>
  <PresentationFormat>와이드스크린</PresentationFormat>
  <Paragraphs>25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Arial</vt:lpstr>
      <vt:lpstr>맑은 고딕</vt:lpstr>
      <vt:lpstr>나눔스퀘어 ExtraBold</vt:lpstr>
      <vt:lpstr>나눔스퀘어 Light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24</cp:revision>
  <dcterms:created xsi:type="dcterms:W3CDTF">2017-05-21T13:44:12Z</dcterms:created>
  <dcterms:modified xsi:type="dcterms:W3CDTF">2022-06-13T22:15:52Z</dcterms:modified>
</cp:coreProperties>
</file>