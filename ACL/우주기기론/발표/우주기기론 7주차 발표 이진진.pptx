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293" r:id="rId7"/>
    <p:sldId id="300" r:id="rId8"/>
    <p:sldId id="289" r:id="rId9"/>
    <p:sldId id="301" r:id="rId10"/>
    <p:sldId id="302" r:id="rId11"/>
    <p:sldId id="303" r:id="rId12"/>
    <p:sldId id="263" r:id="rId13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4"/>
    </p:embeddedFont>
    <p:embeddedFont>
      <p:font typeface="나눔스퀘어 Light" panose="020B0600000101010101" pitchFamily="50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font" Target="fonts/font2.fntdata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638535D-9119-49FC-BEDB-F771464A0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40" y="606871"/>
            <a:ext cx="9479087" cy="569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46AAF153-F117-4E87-951D-50E4DCDC2B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582" y="2397523"/>
            <a:ext cx="6755901" cy="4058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660" y="606871"/>
            <a:ext cx="226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200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995C5E-7DB5-4818-BF8B-AD45D44F2CAB}"/>
              </a:ext>
            </a:extLst>
          </p:cNvPr>
          <p:cNvSpPr txBox="1"/>
          <p:nvPr/>
        </p:nvSpPr>
        <p:spPr>
          <a:xfrm>
            <a:off x="462748" y="134154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7 : Total WBS introduction / Scientific Objective 1.1, 1.2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492AB-4951-438F-8198-8AFEEE4316E8}"/>
              </a:ext>
            </a:extLst>
          </p:cNvPr>
          <p:cNvSpPr txBox="1"/>
          <p:nvPr/>
        </p:nvSpPr>
        <p:spPr>
          <a:xfrm>
            <a:off x="462748" y="1813426"/>
            <a:ext cx="7287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8 : Modifying overall WBS and PLAN / Observation Method 2.1, 2.2, 2.3 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E1672-DA1C-408B-8792-90233FE8908B}"/>
              </a:ext>
            </a:extLst>
          </p:cNvPr>
          <p:cNvSpPr txBox="1"/>
          <p:nvPr/>
        </p:nvSpPr>
        <p:spPr>
          <a:xfrm>
            <a:off x="462748" y="22735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9 : Observation Method 2.4, 2.5, 2.6 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63950-4022-4970-AAAB-8C5FD242ED68}"/>
              </a:ext>
            </a:extLst>
          </p:cNvPr>
          <p:cNvSpPr txBox="1"/>
          <p:nvPr/>
        </p:nvSpPr>
        <p:spPr>
          <a:xfrm>
            <a:off x="462748" y="27391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10 : Observation Equipment 3.1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91F23-DA1B-4E7C-8A61-6A672AC605E1}"/>
              </a:ext>
            </a:extLst>
          </p:cNvPr>
          <p:cNvSpPr txBox="1"/>
          <p:nvPr/>
        </p:nvSpPr>
        <p:spPr>
          <a:xfrm>
            <a:off x="462748" y="32048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11 : Observation Equipment 3.2, 3.3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B14E-2867-4842-A878-385C1DC5319B}"/>
              </a:ext>
            </a:extLst>
          </p:cNvPr>
          <p:cNvSpPr txBox="1"/>
          <p:nvPr/>
        </p:nvSpPr>
        <p:spPr>
          <a:xfrm>
            <a:off x="462748" y="367047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12 : Data Result 4.1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644A-0DA6-45E3-8DB7-3F9EFFC76DAC}"/>
              </a:ext>
            </a:extLst>
          </p:cNvPr>
          <p:cNvSpPr txBox="1"/>
          <p:nvPr/>
        </p:nvSpPr>
        <p:spPr>
          <a:xfrm>
            <a:off x="462748" y="413611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13 : Data Result 4.2, 4.3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3115D-5BAA-4A15-BA8D-AF9DA348B87C}"/>
              </a:ext>
            </a:extLst>
          </p:cNvPr>
          <p:cNvSpPr txBox="1"/>
          <p:nvPr/>
        </p:nvSpPr>
        <p:spPr>
          <a:xfrm>
            <a:off x="462748" y="46017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14 : Interpretation 5.1, 5.2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A30A-EB51-4479-9B46-9D30BD9C4C7F}"/>
              </a:ext>
            </a:extLst>
          </p:cNvPr>
          <p:cNvSpPr txBox="1"/>
          <p:nvPr/>
        </p:nvSpPr>
        <p:spPr>
          <a:xfrm>
            <a:off x="462748" y="50673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15 : (Blank Period) 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FA259-8AA2-4AB1-9CAD-5EB594E6925D}"/>
              </a:ext>
            </a:extLst>
          </p:cNvPr>
          <p:cNvSpPr txBox="1"/>
          <p:nvPr/>
        </p:nvSpPr>
        <p:spPr>
          <a:xfrm>
            <a:off x="462748" y="55330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FF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16 : Conference</a:t>
            </a:r>
            <a:endParaRPr lang="ko-KR" altLang="en-US" sz="1600" b="1" dirty="0">
              <a:solidFill>
                <a:srgbClr val="FFFF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41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5" y="644275"/>
            <a:ext cx="67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1.1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54322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66397B-D6E7-4109-8A96-B93DDC197F86}"/>
              </a:ext>
            </a:extLst>
          </p:cNvPr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4F3CF45-A0E2-42B9-BD5C-279273E197B2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903896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Reason for choosing a topic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1026" name="Picture 2" descr="Category:Hot Jupiters - Wikimedia Commons">
            <a:extLst>
              <a:ext uri="{FF2B5EF4-FFF2-40B4-BE49-F238E27FC236}">
                <a16:creationId xmlns:a16="http://schemas.microsoft.com/office/drawing/2014/main" id="{B71A0091-CE8E-49B6-9B11-E191B5FDC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74281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62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5" y="644275"/>
            <a:ext cx="67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1.2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54322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66397B-D6E7-4109-8A96-B93DDC197F86}"/>
              </a:ext>
            </a:extLst>
          </p:cNvPr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4F3CF45-A0E2-42B9-BD5C-279273E197B2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903896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 effects on observation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4D81BF3-EA2D-491C-87AE-36B3BD1C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76" y="842869"/>
            <a:ext cx="4834020" cy="52955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CDEAD0-561D-4C26-B915-39010CF0DA92}"/>
              </a:ext>
            </a:extLst>
          </p:cNvPr>
          <p:cNvSpPr txBox="1"/>
          <p:nvPr/>
        </p:nvSpPr>
        <p:spPr>
          <a:xfrm>
            <a:off x="6349414" y="6178467"/>
            <a:ext cx="56126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https://www.sciencealert.com/extreme-hot-jupiter-orbits-its-star-at-an-absolutely-breakneck-18-hours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47829-8720-4678-A41B-C70C0ED9FA09}"/>
              </a:ext>
            </a:extLst>
          </p:cNvPr>
          <p:cNvSpPr txBox="1"/>
          <p:nvPr/>
        </p:nvSpPr>
        <p:spPr>
          <a:xfrm>
            <a:off x="584229" y="6193549"/>
            <a:ext cx="6094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https://exoplanetarchive.ipac.caltech.edu/index.html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82AF03A-E22F-4CA5-A90D-EC25D6D8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74" y="1316060"/>
            <a:ext cx="5074443" cy="482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5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B0F6E6-5FF3-4C6E-B46C-1723B34B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82" y="642128"/>
            <a:ext cx="4965934" cy="55737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647B22-C606-4912-A7D5-B1BF171BA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017" y="1865418"/>
            <a:ext cx="6395701" cy="312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7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3D81DA-90ED-4A1B-B07D-82E4FCCC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79" y="550984"/>
            <a:ext cx="7249041" cy="575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3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0" dirty="0">
            <a:solidFill>
              <a:schemeClr val="bg1"/>
            </a:solidFill>
            <a:latin typeface="나눔스퀘어 Light" panose="020B0600000101010101" pitchFamily="50" charset="-127"/>
            <a:ea typeface="나눔스퀘어 Light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4405</TotalTime>
  <Words>127</Words>
  <Application>Microsoft Office PowerPoint</Application>
  <PresentationFormat>와이드스크린</PresentationFormat>
  <Paragraphs>22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맑은 고딕</vt:lpstr>
      <vt:lpstr>나눔스퀘어 ExtraBold</vt:lpstr>
      <vt:lpstr>나눔스퀘어 Light</vt:lpstr>
      <vt:lpstr>Arial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15</cp:revision>
  <dcterms:created xsi:type="dcterms:W3CDTF">2017-05-21T13:44:12Z</dcterms:created>
  <dcterms:modified xsi:type="dcterms:W3CDTF">2022-04-18T23:56:55Z</dcterms:modified>
</cp:coreProperties>
</file>