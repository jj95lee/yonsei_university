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50" r:id="rId2"/>
    <p:sldId id="2239" r:id="rId3"/>
    <p:sldId id="2554" r:id="rId4"/>
    <p:sldId id="2565" r:id="rId5"/>
    <p:sldId id="2568" r:id="rId6"/>
    <p:sldId id="2569" r:id="rId7"/>
    <p:sldId id="2570" r:id="rId8"/>
    <p:sldId id="2567" r:id="rId9"/>
    <p:sldId id="2571" r:id="rId10"/>
    <p:sldId id="2572" r:id="rId11"/>
    <p:sldId id="2574" r:id="rId12"/>
    <p:sldId id="2566" r:id="rId13"/>
    <p:sldId id="2510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E46"/>
    <a:srgbClr val="CC99FF"/>
    <a:srgbClr val="000A1E"/>
    <a:srgbClr val="EDB021"/>
    <a:srgbClr val="D9541A"/>
    <a:srgbClr val="404040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89" d="100"/>
          <a:sy n="89" d="100"/>
        </p:scale>
        <p:origin x="54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2023-08-17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924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51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3730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26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564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813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63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82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2023-08-17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205747"/>
              </p:ext>
            </p:extLst>
          </p:nvPr>
        </p:nvGraphicFramePr>
        <p:xfrm>
          <a:off x="1454505" y="1029970"/>
          <a:ext cx="7318019" cy="2897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 진행 상황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3927475"/>
            <a:ext cx="1787236" cy="19327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논문</a:t>
            </a:r>
            <a:endParaRPr lang="en-US" altLang="ko-KR" dirty="0"/>
          </a:p>
          <a:p>
            <a:pPr lvl="1">
              <a:defRPr/>
            </a:pP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Mencarelli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L., </a:t>
            </a: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Floquet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J., Georges, F. et al. Mixed integer (non)linear approaches for the satellite constellation design problem. </a:t>
            </a: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Optim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Eng (2022).</a:t>
            </a:r>
          </a:p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연구 목표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지구의 서로 다른 지역을 주기적으로 감시하는 데 필요한 위성의 수를 최소화하기 위한 새로운 분석 방법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(MILP)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탐구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연구 방법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각 지역에 대해 재방문 시간을 해당 지점을 적어도 한 번 관찰해야 하는 시간 간격의 길이로 설정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Ex) 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재방문 시간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: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8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</a:t>
            </a:r>
            <a:r>
              <a:rPr lang="ko-KR" altLang="en-US" dirty="0"/>
              <a:t>→ 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위성군은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8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간격마다 최소 한 번씩 관찰해야 함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96000" lvl="2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주어진 가정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위성의 궤도를 케플러 모델로 설명하며 지구는 완벽한 구 형태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임의의 주어진 시간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t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에서 위성 위치를 궤도에 전파할 수 있음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시뮬레이션에 사용한 소프트웨어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분석 소프트웨어 </a:t>
            </a:r>
            <a:r>
              <a:rPr lang="en-US" altLang="ko-KR" dirty="0"/>
              <a:t>: Julia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ver</a:t>
            </a:r>
            <a:r>
              <a:rPr lang="en-US" altLang="ko-KR" dirty="0"/>
              <a:t> 1.7.2)</a:t>
            </a:r>
          </a:p>
          <a:p>
            <a:pPr lvl="1">
              <a:defRPr/>
            </a:pPr>
            <a:r>
              <a:rPr lang="ko-KR" altLang="en-US" dirty="0"/>
              <a:t>사용한 툴 패키지 </a:t>
            </a:r>
            <a:r>
              <a:rPr lang="en-US" altLang="ko-KR" dirty="0"/>
              <a:t>: </a:t>
            </a:r>
            <a:r>
              <a:rPr lang="en-US" altLang="ko-KR" dirty="0" err="1"/>
              <a:t>SatelliteToolbox</a:t>
            </a:r>
            <a:r>
              <a:rPr lang="en-US" altLang="ko-KR" dirty="0"/>
              <a:t>, </a:t>
            </a:r>
            <a:r>
              <a:rPr lang="en-US" altLang="ko-KR" dirty="0" err="1"/>
              <a:t>Cbc</a:t>
            </a:r>
            <a:r>
              <a:rPr lang="en-US" altLang="ko-KR" dirty="0"/>
              <a:t>, </a:t>
            </a:r>
            <a:r>
              <a:rPr lang="en-US" altLang="ko-KR" dirty="0" err="1"/>
              <a:t>JuMP</a:t>
            </a:r>
            <a:r>
              <a:rPr lang="en-US" altLang="ko-KR" dirty="0"/>
              <a:t>, </a:t>
            </a:r>
            <a:r>
              <a:rPr lang="en-US" altLang="ko-KR" dirty="0" err="1"/>
              <a:t>PyPlot</a:t>
            </a:r>
            <a:r>
              <a:rPr lang="en-US" altLang="ko-KR" dirty="0"/>
              <a:t>, CPLEX</a:t>
            </a:r>
          </a:p>
          <a:p>
            <a:pPr lvl="1">
              <a:defRPr/>
            </a:pPr>
            <a:r>
              <a:rPr lang="ko-KR" altLang="en-US" dirty="0"/>
              <a:t>최적화 프로그램 </a:t>
            </a:r>
            <a:r>
              <a:rPr lang="en-US" altLang="ko-KR" dirty="0"/>
              <a:t>: CPLEX 20.1.0</a:t>
            </a: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756000" lvl="4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09124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변수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Input variable</a:t>
            </a:r>
          </a:p>
          <a:p>
            <a:pPr lvl="2">
              <a:defRPr/>
            </a:pPr>
            <a:r>
              <a:rPr lang="en-US" altLang="ko-KR" dirty="0"/>
              <a:t>Target points(long, </a:t>
            </a:r>
            <a:r>
              <a:rPr lang="en-US" altLang="ko-KR" dirty="0" err="1"/>
              <a:t>lat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Satellite altitude(rho)</a:t>
            </a:r>
          </a:p>
          <a:p>
            <a:pPr lvl="2">
              <a:defRPr/>
            </a:pPr>
            <a:r>
              <a:rPr lang="en-US" altLang="ko-KR" dirty="0"/>
              <a:t>Requirement Coverage</a:t>
            </a:r>
          </a:p>
          <a:p>
            <a:pPr lvl="2">
              <a:defRPr/>
            </a:pPr>
            <a:r>
              <a:rPr lang="en-US" altLang="ko-KR" dirty="0"/>
              <a:t>Revisit time</a:t>
            </a:r>
          </a:p>
          <a:p>
            <a:pPr lvl="2">
              <a:defRPr/>
            </a:pPr>
            <a:r>
              <a:rPr lang="en-US" altLang="ko-KR" dirty="0"/>
              <a:t>Duration time</a:t>
            </a:r>
          </a:p>
          <a:p>
            <a:pPr lvl="2">
              <a:defRPr/>
            </a:pPr>
            <a:r>
              <a:rPr lang="en-US" altLang="ko-KR" dirty="0"/>
              <a:t>Orbital element</a:t>
            </a:r>
          </a:p>
          <a:p>
            <a:pPr lvl="2">
              <a:defRPr/>
            </a:pPr>
            <a:r>
              <a:rPr lang="en-US" altLang="ko-KR" dirty="0"/>
              <a:t>Constants …</a:t>
            </a:r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Output variable</a:t>
            </a:r>
          </a:p>
          <a:p>
            <a:pPr lvl="2">
              <a:defRPr/>
            </a:pPr>
            <a:r>
              <a:rPr lang="en-US" altLang="ko-KR" dirty="0"/>
              <a:t>Number of Satellite</a:t>
            </a:r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756000" lvl="4" indent="0">
              <a:buNone/>
              <a:defRPr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D1C8D3-9C27-5649-2298-223CE1C7A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398" y="4566398"/>
            <a:ext cx="4383298" cy="7875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166D5D-5B89-0C82-2816-3E1A7D7E7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397" y="1503177"/>
            <a:ext cx="5833700" cy="26373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959171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진행 상황</a:t>
            </a:r>
          </a:p>
        </p:txBody>
      </p:sp>
    </p:spTree>
    <p:extLst>
      <p:ext uri="{BB962C8B-B14F-4D97-AF65-F5344CB8AC3E}">
        <p14:creationId xmlns:p14="http://schemas.microsoft.com/office/powerpoint/2010/main" val="200215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코딩 진행상황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Julia</a:t>
            </a:r>
            <a:r>
              <a:rPr lang="ko-KR" altLang="en-US" dirty="0"/>
              <a:t>→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변환 문제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사용되는 함수 및 명령어 환경이 다름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전체적인 계산의 흐름을 </a:t>
            </a:r>
            <a:r>
              <a:rPr lang="en-US" altLang="ko-KR" dirty="0"/>
              <a:t>Flowchart</a:t>
            </a:r>
            <a:r>
              <a:rPr lang="ko-KR" altLang="en-US" dirty="0"/>
              <a:t>로 구성 후 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언어에 맞게 직접 수정해야 함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Julia</a:t>
            </a:r>
            <a:r>
              <a:rPr lang="ko-KR" altLang="en-US" dirty="0"/>
              <a:t>에서 제공되는 패키지 툴이 </a:t>
            </a:r>
            <a:r>
              <a:rPr lang="en-US" altLang="ko-KR" dirty="0" err="1"/>
              <a:t>matlab</a:t>
            </a:r>
            <a:r>
              <a:rPr lang="ko-KR" altLang="en-US" dirty="0"/>
              <a:t>에서 호환되지 않음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최대한 비슷하게 이용할 수 있는 툴로 구현 필요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Ex. Satellite Toolbox </a:t>
            </a:r>
            <a:r>
              <a:rPr lang="ko-KR" altLang="en-US" dirty="0"/>
              <a:t>→ </a:t>
            </a:r>
            <a:r>
              <a:rPr lang="en-US" altLang="ko-KR" dirty="0"/>
              <a:t>Aerospace Toolbox, Mapping Toolbox, Simulink</a:t>
            </a:r>
          </a:p>
          <a:p>
            <a:pPr lvl="1">
              <a:defRPr/>
            </a:pPr>
            <a:r>
              <a:rPr lang="ko-KR" altLang="en-US" dirty="0"/>
              <a:t>코드에</a:t>
            </a:r>
            <a:r>
              <a:rPr lang="en-US" altLang="ko-KR" dirty="0"/>
              <a:t> </a:t>
            </a:r>
            <a:r>
              <a:rPr lang="ko-KR" altLang="en-US" dirty="0"/>
              <a:t>포함된 용어 및 개념 설명이 다른 나라의 언어</a:t>
            </a:r>
            <a:r>
              <a:rPr lang="en-US" altLang="ko-KR" dirty="0"/>
              <a:t>(</a:t>
            </a:r>
            <a:r>
              <a:rPr lang="ko-KR" altLang="en-US" dirty="0"/>
              <a:t>유럽</a:t>
            </a:r>
            <a:r>
              <a:rPr lang="en-US" altLang="ko-KR" dirty="0"/>
              <a:t>)</a:t>
            </a:r>
            <a:r>
              <a:rPr lang="ko-KR" altLang="en-US" dirty="0"/>
              <a:t>로 작성됨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불확실한 용어의 개념은 논문을 통해 정확하게 확인 필요  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210536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Julia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재방문주기와 요구되는 최소 위성 수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BB47B4-591D-270D-9A57-7FD47A8BF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352"/>
              </p:ext>
            </p:extLst>
          </p:nvPr>
        </p:nvGraphicFramePr>
        <p:xfrm>
          <a:off x="754590" y="1510747"/>
          <a:ext cx="5848430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879331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재방문 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12hr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1.5hr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필요 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812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DB86EE-3A6D-2063-7AA8-FA23FB9C5872}"/>
              </a:ext>
            </a:extLst>
          </p:cNvPr>
          <p:cNvSpPr txBox="1"/>
          <p:nvPr/>
        </p:nvSpPr>
        <p:spPr>
          <a:xfrm>
            <a:off x="6684164" y="1875796"/>
            <a:ext cx="672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…</a:t>
            </a:r>
            <a:endParaRPr lang="ko-KR" altLang="en-US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9261763-8A3E-2091-6752-48FCEFE7F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90" y="3025309"/>
            <a:ext cx="5184390" cy="12754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720547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Matlab</a:t>
            </a:r>
            <a:r>
              <a:rPr lang="en-US" altLang="ko-KR" dirty="0"/>
              <a:t>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Satellite Constellation Access to Ground Station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B86EE-3A6D-2063-7AA8-FA23FB9C5872}"/>
              </a:ext>
            </a:extLst>
          </p:cNvPr>
          <p:cNvSpPr txBox="1"/>
          <p:nvPr/>
        </p:nvSpPr>
        <p:spPr>
          <a:xfrm>
            <a:off x="6684164" y="1875796"/>
            <a:ext cx="672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…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A419FA-DC4A-4989-1558-743B8027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32" y="1539938"/>
            <a:ext cx="7284789" cy="441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112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코딩 진행상황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Julia</a:t>
            </a:r>
            <a:r>
              <a:rPr lang="ko-KR" altLang="en-US" dirty="0"/>
              <a:t> </a:t>
            </a:r>
            <a:r>
              <a:rPr lang="en-US" altLang="ko-KR" dirty="0"/>
              <a:t>(version 1.7.2)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9CDD2-6340-F146-BFE8-935B6D912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40" y="1593444"/>
            <a:ext cx="86201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1603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코딩 진행상황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Julia</a:t>
            </a:r>
            <a:r>
              <a:rPr lang="ko-KR" altLang="en-US" dirty="0"/>
              <a:t>→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변환 문제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0306DD-60BB-2752-3051-9C11921C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7704"/>
            <a:ext cx="9144000" cy="485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2568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86470</TotalTime>
  <Words>387</Words>
  <Application>Microsoft Office PowerPoint</Application>
  <PresentationFormat>화면 슬라이드 쇼(4:3)</PresentationFormat>
  <Paragraphs>104</Paragraphs>
  <Slides>13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-apple-system</vt:lpstr>
      <vt:lpstr>times</vt:lpstr>
      <vt:lpstr>맑은 고딕</vt:lpstr>
      <vt:lpstr>Arial</vt:lpstr>
      <vt:lpstr>Times New Roman</vt:lpstr>
      <vt:lpstr>Wingdings</vt:lpstr>
      <vt:lpstr>Office 테마</vt:lpstr>
      <vt:lpstr>이종위성군 성능 분석 및 설계/최적화</vt:lpstr>
      <vt:lpstr>목차</vt:lpstr>
      <vt:lpstr>참고 문헌 정보</vt:lpstr>
      <vt:lpstr>MILP 설계기법 참고 문헌</vt:lpstr>
      <vt:lpstr>MILP 설계기법 참고 문헌</vt:lpstr>
      <vt:lpstr>MILP 설계기법 참고 문헌</vt:lpstr>
      <vt:lpstr>연구 진행 상황</vt:lpstr>
      <vt:lpstr>MILP 설계기법 코딩 진행상황</vt:lpstr>
      <vt:lpstr>Julia programming</vt:lpstr>
      <vt:lpstr>Matlab programming</vt:lpstr>
      <vt:lpstr>MILP 설계기법 코딩 진행상황</vt:lpstr>
      <vt:lpstr>MILP 설계기법 코딩 진행상황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4555</cp:revision>
  <dcterms:created xsi:type="dcterms:W3CDTF">2018-01-29T02:45:56Z</dcterms:created>
  <dcterms:modified xsi:type="dcterms:W3CDTF">2023-08-17T04:51:20Z</dcterms:modified>
</cp:coreProperties>
</file>