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87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42320776-619C-4BAB-845C-80F7B59164DB}" styleName="Generic Style 2- Body/Background Dark Color 1">
    <a:tblBg>
      <a:fillRef idx="3">
        <a:schemeClr val="lt1"/>
      </a:fillRef>
      <a:effectRef idx="3">
        <a:schemeClr val="l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lt1">
                <a:tint val="50000"/>
              </a:schemeClr>
            </a:lnRef>
          </a:left>
          <a:right>
            <a:lnRef idx="1">
              <a:schemeClr val="lt1">
                <a:tint val="50000"/>
              </a:schemeClr>
            </a:lnRef>
          </a:right>
          <a:top>
            <a:lnRef idx="1">
              <a:schemeClr val="lt1">
                <a:tint val="50000"/>
              </a:schemeClr>
            </a:lnRef>
          </a:top>
          <a:bottom>
            <a:lnRef idx="1">
              <a:schemeClr val="lt1">
                <a:tint val="50000"/>
              </a:schemeClr>
            </a:lnRef>
          </a:bottom>
          <a:insideH>
            <a:lnRef idx="0">
              <a:schemeClr val="dk1"/>
            </a:lnRef>
          </a:insideH>
          <a:insideV>
            <a:lnRef idx="0">
              <a:schemeClr val="dk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>
        <a:fontRef idx="minor">
          <a:schemeClr val="dk1"/>
        </a:fontRef>
      </a:tcTxStyle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0">
              <a:schemeClr val="lt1"/>
            </a:lnRef>
          </a:top>
        </a:tcBdr>
        <a:fill>
          <a:solidFill>
            <a:schemeClr val="lt1">
              <a:shade val="60000"/>
            </a:schemeClr>
          </a:solidFill>
        </a:fill>
      </a:tcStyle>
    </a:lastRow>
    <a:seCell>
      <a:tcTxStyle/>
      <a:tcStyle>
        <a:tcBdr>
          <a:left>
            <a:lnRef idx="2">
              <a:schemeClr val="lt1"/>
            </a:lnRef>
          </a:left>
          <a:top>
            <a:ln>
              <a:noFill/>
            </a:ln>
          </a:top>
        </a:tcBdr>
      </a:tcStyle>
    </a:seCell>
    <a:swCell>
      <a:tcTxStyle/>
      <a:tcStyle>
        <a:tcBdr>
          <a:right>
            <a:lnRef idx="2">
              <a:schemeClr val="lt1"/>
            </a:lnRef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0">
              <a:schemeClr val="lt1"/>
            </a:lnRef>
          </a:bottom>
        </a:tcBdr>
        <a:fill>
          <a:noFill/>
        </a:fill>
      </a:tcStyle>
    </a:firstRow>
    <a:neCell>
      <a:tcTxStyle/>
      <a:tcStyle>
        <a:tcBdr>
          <a:bottom>
            <a:ln>
              <a:noFill/>
            </a:ln>
          </a:bottom>
        </a:tcBdr>
      </a:tcStyle>
    </a:neCell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6353" autoAdjust="0"/>
  </p:normalViewPr>
  <p:slideViewPr>
    <p:cSldViewPr snapToGrid="0">
      <p:cViewPr varScale="1">
        <p:scale>
          <a:sx n="98" d="100"/>
          <a:sy n="98" d="100"/>
        </p:scale>
        <p:origin x="2178" y="90"/>
      </p:cViewPr>
      <p:guideLst>
        <p:guide orient="horz" pos="2157"/>
        <p:guide pos="2877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1E49D1F-15B2-4B9C-8076-11C3A082C32A}" type="datetime1">
              <a:rPr lang="ko-KR" altLang="en-US"/>
              <a:pPr lvl="0">
                <a:defRPr/>
              </a:pPr>
              <a:t>2022-11-02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D3A8452A-AED7-4144-8B8B-DADFF71C57C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6DDD8DE-5D7B-4A4B-9949-78C9C314FE9D}" type="datetime1">
              <a:rPr lang="ko-KR" altLang="en-US"/>
              <a:pPr lvl="0">
                <a:defRPr/>
              </a:pPr>
              <a:t>2022-11-02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D463564-01E7-4F87-AE00-59478FEE8A8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연구미팅 시작하겠습니다 </a:t>
            </a:r>
            <a:r>
              <a:rPr lang="en-US" altLang="ko-KR"/>
              <a:t>2</a:t>
            </a:r>
            <a:r>
              <a:rPr lang="ko-KR" altLang="en-US"/>
              <a:t>종위성군 </a:t>
            </a:r>
            <a:r>
              <a:rPr lang="en-US" altLang="ko-KR"/>
              <a:t>Optisar</a:t>
            </a:r>
            <a:r>
              <a:rPr lang="ko-KR" altLang="en-US"/>
              <a:t>에 대한 연구를 계속 진행중에 있으며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그에 대한 프로그램으로 </a:t>
            </a:r>
            <a:r>
              <a:rPr lang="en-US" altLang="ko-KR"/>
              <a:t>FreeFlyer</a:t>
            </a:r>
            <a:r>
              <a:rPr lang="ko-KR" altLang="en-US"/>
              <a:t> 를 학습하고 있습니다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72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이진진</a:t>
            </a:r>
          </a:p>
          <a:p>
            <a:pPr lvl="0">
              <a:defRPr/>
            </a:pPr>
            <a:r>
              <a:rPr lang="ko-KR" altLang="en-US" dirty="0"/>
              <a:t>석사과정 </a:t>
            </a:r>
            <a:r>
              <a:rPr lang="en-US" altLang="ko-KR" dirty="0"/>
              <a:t>2</a:t>
            </a:r>
            <a:r>
              <a:rPr lang="ko-KR" altLang="en-US" dirty="0"/>
              <a:t>학기</a:t>
            </a:r>
          </a:p>
          <a:p>
            <a:pPr lvl="0">
              <a:defRPr/>
            </a:pPr>
            <a:r>
              <a:rPr lang="en-US" altLang="ko-KR" dirty="0"/>
              <a:t>2022-11-02</a:t>
            </a:r>
          </a:p>
        </p:txBody>
      </p:sp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정기 연구미팅 보고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목차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  <p:graphicFrame>
        <p:nvGraphicFramePr>
          <p:cNvPr id="11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4348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2000" b="1" dirty="0" err="1">
                          <a:solidFill>
                            <a:schemeClr val="tx1"/>
                          </a:solidFill>
                        </a:rPr>
                        <a:t>Freeflyer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</a:rPr>
                        <a:t>를 이용한 연속 지역 커버리지 연구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2000" b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57200" y="3048000"/>
            <a:ext cx="997305" cy="2811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</a:t>
            </a:r>
            <a:r>
              <a:rPr lang="en-US" altLang="ko-KR" dirty="0"/>
              <a:t>/</a:t>
            </a:r>
            <a:r>
              <a:rPr lang="ko-KR" altLang="en-US" dirty="0"/>
              <a:t>개발 주제 및 성격</a:t>
            </a:r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주요 목표 및 진행 상황</a:t>
            </a:r>
            <a:endParaRPr lang="en-US" altLang="ko-KR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연구</a:t>
            </a:r>
            <a:r>
              <a:rPr lang="en-US" altLang="ko-KR"/>
              <a:t>/</a:t>
            </a:r>
            <a:r>
              <a:rPr lang="ko-KR" altLang="en-US"/>
              <a:t>개발 개요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8268"/>
              </p:ext>
            </p:extLst>
          </p:nvPr>
        </p:nvGraphicFramePr>
        <p:xfrm>
          <a:off x="257079" y="3368824"/>
          <a:ext cx="86298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5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76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54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주요 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마감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진행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1200" b="0" i="0" u="none" strike="noStrike" kern="1200" cap="none" spc="0" normalizeH="0" baseline="0" dirty="0"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/>
                          <a:ea typeface="+mn-ea"/>
                          <a:cs typeface="Times New Roman"/>
                        </a:rPr>
                        <a:t>YYYY.MM.DD</a:t>
                      </a: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1200">
                          <a:latin typeface="Times New Roman"/>
                          <a:ea typeface="+mn-ea"/>
                          <a:cs typeface="Times New Roman"/>
                        </a:rPr>
                        <a:t>%</a:t>
                      </a: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 dirty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2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endParaRPr lang="ko-KR" altLang="en-US" sz="120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60847"/>
              </p:ext>
            </p:extLst>
          </p:nvPr>
        </p:nvGraphicFramePr>
        <p:xfrm>
          <a:off x="257077" y="1383366"/>
          <a:ext cx="862983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4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주제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Times New Roman"/>
                          <a:ea typeface="+mn-ea"/>
                          <a:cs typeface="Times New Roman"/>
                        </a:rPr>
                        <a:t>성격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</a:rPr>
                        <a:t>Freeflyer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이용한 연속 지역 커버리지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>
                        <a:defRPr/>
                      </a:pP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임무설계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Free</a:t>
            </a:r>
            <a:r>
              <a:rPr lang="en-US" altLang="ko-KR" dirty="0" err="1">
                <a:latin typeface="Times New Roman"/>
                <a:ea typeface="+mn-ea"/>
                <a:cs typeface="Times New Roman"/>
              </a:rPr>
              <a:t>Flyer</a:t>
            </a:r>
            <a:r>
              <a:rPr lang="en-US" altLang="ko-KR" dirty="0">
                <a:latin typeface="Times New Roman"/>
                <a:ea typeface="+mn-ea"/>
                <a:cs typeface="Times New Roman"/>
              </a:rPr>
              <a:t> </a:t>
            </a:r>
            <a:r>
              <a:rPr lang="ko-KR" altLang="en-US" dirty="0">
                <a:latin typeface="Times New Roman"/>
                <a:ea typeface="+mn-ea"/>
                <a:cs typeface="Times New Roman"/>
              </a:rPr>
              <a:t>소프트웨어 </a:t>
            </a:r>
            <a:r>
              <a:rPr lang="ko-KR" altLang="en-US" sz="4000" b="1" dirty="0">
                <a:solidFill>
                  <a:schemeClr val="tx1"/>
                </a:solidFill>
                <a:latin typeface="Times New Roman"/>
                <a:ea typeface="+mn-ea"/>
                <a:cs typeface="Times New Roman"/>
              </a:rPr>
              <a:t>선행 </a:t>
            </a:r>
            <a:r>
              <a:rPr lang="ko-KR" altLang="en-US" dirty="0"/>
              <a:t>연구 조사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PointRevisit</a:t>
            </a:r>
            <a:endParaRPr lang="ko-KR" altLang="en-US" dirty="0"/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E031F1E-B736-12EA-AF4D-FA010C6D6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904458"/>
              </p:ext>
            </p:extLst>
          </p:nvPr>
        </p:nvGraphicFramePr>
        <p:xfrm>
          <a:off x="1524000" y="2255387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1597444306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570305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err="1"/>
                        <a:t>PointRevisit</a:t>
                      </a:r>
                      <a:r>
                        <a:rPr lang="en-US" altLang="ko-KR" b="0" dirty="0"/>
                        <a:t>[n]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Parameter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83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PointRevisit</a:t>
                      </a:r>
                      <a:r>
                        <a:rPr lang="en-US" altLang="ko-KR" b="0" dirty="0"/>
                        <a:t>[0]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해당 지점에서의 위성의 방문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266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rgbClr val="FF0000"/>
                          </a:solidFill>
                        </a:rPr>
                        <a:t>PointRevisit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[1]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위성의 평균 재방문 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41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/>
                        <a:t>PointRevisit</a:t>
                      </a:r>
                      <a:r>
                        <a:rPr lang="en-US" altLang="ko-KR" b="0" dirty="0"/>
                        <a:t>[2]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위성의 최근 재방문 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415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err="1"/>
                        <a:t>PointRevisit</a:t>
                      </a:r>
                      <a:r>
                        <a:rPr lang="en-US" altLang="ko-KR" b="0" dirty="0"/>
                        <a:t>[3]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마지막 방문 시각으로부터의 시간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36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rgbClr val="FF0000"/>
                          </a:solidFill>
                        </a:rPr>
                        <a:t>PointRevisit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[4]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위성의 최소 재방문 주기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8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>
                          <a:solidFill>
                            <a:srgbClr val="FF0000"/>
                          </a:solidFill>
                        </a:rPr>
                        <a:t>PointRevisit</a:t>
                      </a:r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[5]</a:t>
                      </a:r>
                      <a:endParaRPr lang="ko-KR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위성의 최대 재방문 주기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115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 err="1"/>
                        <a:t>PointRevisit</a:t>
                      </a:r>
                      <a:r>
                        <a:rPr lang="en-US" altLang="ko-KR" b="0" dirty="0"/>
                        <a:t>[6]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재방문 주기의 제곱의 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54058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Freeflyer</a:t>
            </a:r>
            <a:r>
              <a:rPr lang="ko-KR" altLang="en-US"/>
              <a:t> 소프트웨어 선행 연구 조사</a:t>
            </a:r>
          </a:p>
        </p:txBody>
      </p:sp>
      <p:sp>
        <p:nvSpPr>
          <p:cNvPr id="10" name="내용 개체 틀 2"/>
          <p:cNvSpPr txBox="1"/>
          <p:nvPr/>
        </p:nvSpPr>
        <p:spPr>
          <a:xfrm>
            <a:off x="144418" y="1050263"/>
            <a:ext cx="8999580" cy="5376968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>
            <a:lvl1pPr marL="228600" indent="-3600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Wingdings"/>
              <a:buChar char="v"/>
              <a:defRPr sz="2400" b="1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1pPr>
            <a:lvl2pPr marL="540000" indent="-324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u"/>
              <a:defRPr sz="1800" b="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2pPr>
            <a:lvl3pPr marL="720000" indent="-288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Ø"/>
              <a:defRPr sz="16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3pPr>
            <a:lvl4pPr marL="90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Wingdings"/>
              <a:buChar char="ü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4pPr>
            <a:lvl5pPr marL="1080000" indent="-2520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times"/>
                <a:ea typeface="+mn-ea"/>
                <a:cs typeface="time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dirty="0" err="1"/>
              <a:t>PointRevisit</a:t>
            </a:r>
            <a:endParaRPr lang="ko-KR" altLang="en-US" dirty="0"/>
          </a:p>
          <a:p>
            <a:pPr marL="396000" lvl="2" indent="0">
              <a:buNone/>
              <a:defRPr/>
            </a:pPr>
            <a:r>
              <a:rPr lang="ko-KR" altLang="en-US" dirty="0"/>
              <a:t> 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C9329B37-B872-DA59-A6B6-4EF85EF19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03664"/>
              </p:ext>
            </p:extLst>
          </p:nvPr>
        </p:nvGraphicFramePr>
        <p:xfrm>
          <a:off x="884056" y="2687320"/>
          <a:ext cx="74525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571">
                  <a:extLst>
                    <a:ext uri="{9D8B030D-6E8A-4147-A177-3AD203B41FA5}">
                      <a16:colId xmlns:a16="http://schemas.microsoft.com/office/drawing/2014/main" val="1097838564"/>
                    </a:ext>
                  </a:extLst>
                </a:gridCol>
                <a:gridCol w="2024933">
                  <a:extLst>
                    <a:ext uri="{9D8B030D-6E8A-4147-A177-3AD203B41FA5}">
                      <a16:colId xmlns:a16="http://schemas.microsoft.com/office/drawing/2014/main" val="2761343287"/>
                    </a:ext>
                  </a:extLst>
                </a:gridCol>
                <a:gridCol w="2034908">
                  <a:extLst>
                    <a:ext uri="{9D8B030D-6E8A-4147-A177-3AD203B41FA5}">
                      <a16:colId xmlns:a16="http://schemas.microsoft.com/office/drawing/2014/main" val="3004595344"/>
                    </a:ext>
                  </a:extLst>
                </a:gridCol>
                <a:gridCol w="1945135">
                  <a:extLst>
                    <a:ext uri="{9D8B030D-6E8A-4147-A177-3AD203B41FA5}">
                      <a16:colId xmlns:a16="http://schemas.microsoft.com/office/drawing/2014/main" val="4539134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FOV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/>
                        <a:t>최초 방문 시각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</a:t>
                      </a:r>
                      <a:r>
                        <a:rPr lang="ko-KR" altLang="en-US" b="0" dirty="0"/>
                        <a:t>번째 방문 시각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</a:t>
                      </a:r>
                      <a:r>
                        <a:rPr lang="ko-KR" altLang="en-US" b="0" dirty="0"/>
                        <a:t>번째 방문 시각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234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28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117 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311s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506s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95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14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995s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1175s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1365s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94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7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2178s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2370s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/>
                        <a:t>2566s</a:t>
                      </a:r>
                      <a:endParaRPr lang="ko-KR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129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32521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82098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208</Words>
  <Application>Microsoft Office PowerPoint</Application>
  <PresentationFormat>화면 슬라이드 쇼(4:3)</PresentationFormat>
  <Paragraphs>79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times</vt:lpstr>
      <vt:lpstr>Times New Roman</vt:lpstr>
      <vt:lpstr>Wingdings</vt:lpstr>
      <vt:lpstr>Office 테마</vt:lpstr>
      <vt:lpstr>정기 연구미팅 보고</vt:lpstr>
      <vt:lpstr>목차</vt:lpstr>
      <vt:lpstr>연구/개발 개요</vt:lpstr>
      <vt:lpstr>FreeFlyer 소프트웨어 선행 연구 조사</vt:lpstr>
      <vt:lpstr>Freeflyer 소프트웨어 선행 연구 조사</vt:lpstr>
      <vt:lpstr>Freeflyer 소프트웨어 선행 연구 조사</vt:lpstr>
      <vt:lpstr>경청해 주셔서 감사합니다.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3153</cp:revision>
  <dcterms:created xsi:type="dcterms:W3CDTF">2018-01-29T02:45:56Z</dcterms:created>
  <dcterms:modified xsi:type="dcterms:W3CDTF">2022-11-02T05:28:48Z</dcterms:modified>
  <cp:version>1000.0000.01</cp:version>
</cp:coreProperties>
</file>