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50" r:id="rId2"/>
    <p:sldId id="2239" r:id="rId3"/>
    <p:sldId id="2594" r:id="rId4"/>
    <p:sldId id="2616" r:id="rId5"/>
    <p:sldId id="2617" r:id="rId6"/>
    <p:sldId id="2510" r:id="rId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극남" initials="김" lastIdx="0" clrIdx="0">
    <p:extLst>
      <p:ext uri="{19B8F6BF-5375-455C-9EA6-DF929625EA0E}">
        <p15:presenceInfo xmlns:p15="http://schemas.microsoft.com/office/powerpoint/2012/main" userId="김극남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E46"/>
    <a:srgbClr val="FFFFFF"/>
    <a:srgbClr val="CC99FF"/>
    <a:srgbClr val="000A1E"/>
    <a:srgbClr val="EDB021"/>
    <a:srgbClr val="D9541A"/>
    <a:srgbClr val="404040"/>
    <a:srgbClr val="FFCCCC"/>
    <a:srgbClr val="001432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31" autoAdjust="0"/>
    <p:restoredTop sz="82161" autoAdjust="0"/>
  </p:normalViewPr>
  <p:slideViewPr>
    <p:cSldViewPr snapToGrid="0" showGuides="1">
      <p:cViewPr varScale="1">
        <p:scale>
          <a:sx n="91" d="100"/>
          <a:sy n="91" d="100"/>
        </p:scale>
        <p:origin x="232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299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E49D1F-15B2-4B9C-8076-11C3A082C32A}" type="datetimeFigureOut">
              <a:rPr lang="ko-KR" altLang="en-US" smtClean="0"/>
              <a:t>2023-11-28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A8452A-AED7-4144-8B8B-DADFF71C57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9918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DDD8DE-5D7B-4A4B-9949-78C9C314FE9D}" type="datetimeFigureOut">
              <a:rPr lang="ko-KR" altLang="en-US" smtClean="0"/>
              <a:t>2023-11-28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463564-01E7-4F87-AE00-59478FEE8A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0125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30186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22041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17806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05977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419136"/>
            <a:ext cx="6858000" cy="1339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발표장소</a:t>
            </a:r>
            <a:r>
              <a:rPr lang="en-US" altLang="ko-KR" dirty="0"/>
              <a:t>/</a:t>
            </a:r>
            <a:r>
              <a:rPr lang="ko-KR" altLang="en-US" dirty="0"/>
              <a:t>발표일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935331"/>
            <a:ext cx="9144000" cy="2226189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발표제목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0F818A9-523E-49E6-8353-F8A3A0FF3B05}"/>
              </a:ext>
            </a:extLst>
          </p:cNvPr>
          <p:cNvGrpSpPr/>
          <p:nvPr userDrawn="1"/>
        </p:nvGrpSpPr>
        <p:grpSpPr>
          <a:xfrm>
            <a:off x="3097294" y="6017853"/>
            <a:ext cx="3389530" cy="720000"/>
            <a:chOff x="3167632" y="6062339"/>
            <a:chExt cx="3389530" cy="720000"/>
          </a:xfrm>
        </p:grpSpPr>
        <p:pic>
          <p:nvPicPr>
            <p:cNvPr id="4" name="그림 3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E63BAE71-441C-4804-B8BC-2FBAFD2A509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15EB456-78DB-470E-AB3C-3A934AB3135F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B0D7EE89-F264-41E4-AEC5-73770F7D8F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50000"/>
          <a:stretch/>
        </p:blipFill>
        <p:spPr>
          <a:xfrm>
            <a:off x="7031115" y="4108252"/>
            <a:ext cx="2133955" cy="276158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D783890-A54B-4809-84F6-B7736A2B63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5510" b="52178"/>
          <a:stretch/>
        </p:blipFill>
        <p:spPr>
          <a:xfrm flipH="1">
            <a:off x="-21070" y="4419136"/>
            <a:ext cx="2212357" cy="243886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A08DBB2-FE6A-40A8-BAA8-F4DFAEEBA3F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89661"/>
            <a:ext cx="720000" cy="720000"/>
          </a:xfrm>
          <a:prstGeom prst="rect">
            <a:avLst/>
          </a:prstGeom>
        </p:spPr>
      </p:pic>
      <p:pic>
        <p:nvPicPr>
          <p:cNvPr id="12" name="Picture 8">
            <a:extLst>
              <a:ext uri="{FF2B5EF4-FFF2-40B4-BE49-F238E27FC236}">
                <a16:creationId xmlns:a16="http://schemas.microsoft.com/office/drawing/2014/main" id="{6A115575-BE6D-40AD-B231-D68D8B4912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89661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7918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DD644064-7FF7-4F6F-ADA3-1626B4D81BCB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9EEAC6FF-2CB2-4248-942E-A23DF1B6BE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BD5D053-347B-45C0-B24B-C511B6215B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CDF2725A-2EAD-4828-8A48-CF4B69244C83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7" name="슬라이드 번호 개체 틀 4">
            <a:extLst>
              <a:ext uri="{FF2B5EF4-FFF2-40B4-BE49-F238E27FC236}">
                <a16:creationId xmlns:a16="http://schemas.microsoft.com/office/drawing/2014/main" id="{116EEB02-C842-4201-B314-07D2C2222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23B068E-A8D6-4389-87D7-7224E5B251E9}"/>
              </a:ext>
            </a:extLst>
          </p:cNvPr>
          <p:cNvGrpSpPr/>
          <p:nvPr userDrawn="1"/>
        </p:nvGrpSpPr>
        <p:grpSpPr>
          <a:xfrm>
            <a:off x="695141" y="1187583"/>
            <a:ext cx="698862" cy="4535814"/>
            <a:chOff x="695141" y="1187583"/>
            <a:chExt cx="698862" cy="4535814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FB63AC01-59A1-4839-880A-52A4371FE19E}"/>
                </a:ext>
              </a:extLst>
            </p:cNvPr>
            <p:cNvSpPr/>
            <p:nvPr/>
          </p:nvSpPr>
          <p:spPr>
            <a:xfrm>
              <a:off x="701313" y="11875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40572AD-6701-4266-9752-13DC1E63AA2C}"/>
                </a:ext>
              </a:extLst>
            </p:cNvPr>
            <p:cNvSpPr/>
            <p:nvPr/>
          </p:nvSpPr>
          <p:spPr>
            <a:xfrm>
              <a:off x="695141" y="214960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62E28C8-6768-42E9-BCF0-6BF7AA2C69D1}"/>
                </a:ext>
              </a:extLst>
            </p:cNvPr>
            <p:cNvSpPr/>
            <p:nvPr/>
          </p:nvSpPr>
          <p:spPr>
            <a:xfrm>
              <a:off x="695141" y="311163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51C8E578-E54B-4F6C-8319-D77A1971F286}"/>
                </a:ext>
              </a:extLst>
            </p:cNvPr>
            <p:cNvSpPr/>
            <p:nvPr/>
          </p:nvSpPr>
          <p:spPr>
            <a:xfrm>
              <a:off x="695141" y="407365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0F52A207-95C0-475F-A6D7-1FCB68CF92B4}"/>
                </a:ext>
              </a:extLst>
            </p:cNvPr>
            <p:cNvSpPr/>
            <p:nvPr/>
          </p:nvSpPr>
          <p:spPr>
            <a:xfrm>
              <a:off x="695141" y="50356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aphicFrame>
        <p:nvGraphicFramePr>
          <p:cNvPr id="18" name="표 18">
            <a:extLst>
              <a:ext uri="{FF2B5EF4-FFF2-40B4-BE49-F238E27FC236}">
                <a16:creationId xmlns:a16="http://schemas.microsoft.com/office/drawing/2014/main" id="{5B07531E-AAB8-40A5-B3D0-4F0F6D12E2F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5206933"/>
              </p:ext>
            </p:extLst>
          </p:nvPr>
        </p:nvGraphicFramePr>
        <p:xfrm>
          <a:off x="1454505" y="1029970"/>
          <a:ext cx="7318019" cy="4829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167346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247919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</a:tbl>
          </a:graphicData>
        </a:graphic>
      </p:graphicFrame>
      <p:pic>
        <p:nvPicPr>
          <p:cNvPr id="23" name="그림 22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FEF37F4A-64D8-493C-A65A-762B21FB97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567B15C-EDC8-4FDB-86E3-588E3F4B38B8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486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B04D5D09-A2FC-4C8B-A3FF-CD7464225194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5" name="슬라이드 번호 개체 틀 4">
            <a:extLst>
              <a:ext uri="{FF2B5EF4-FFF2-40B4-BE49-F238E27FC236}">
                <a16:creationId xmlns:a16="http://schemas.microsoft.com/office/drawing/2014/main" id="{631309A5-660A-4E14-8195-3A251523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7540F519-A5D5-4C17-A8B9-7371A3A84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Autofit/>
          </a:bodyPr>
          <a:lstStyle>
            <a:lvl1pPr marL="228600" indent="-360000">
              <a:lnSpc>
                <a:spcPct val="100000"/>
              </a:lnSpc>
              <a:buFont typeface="Wingdings" panose="05000000000000000000" pitchFamily="2" charset="2"/>
              <a:buChar char="v"/>
              <a:defRPr sz="24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540000" indent="-324000">
              <a:lnSpc>
                <a:spcPct val="100000"/>
              </a:lnSpc>
              <a:buFont typeface="Wingdings" panose="05000000000000000000" pitchFamily="2" charset="2"/>
              <a:buChar char="u"/>
              <a:defRPr sz="1800" b="0">
                <a:latin typeface="times" panose="02020603050405020304" pitchFamily="18" charset="0"/>
                <a:cs typeface="times" panose="02020603050405020304" pitchFamily="18" charset="0"/>
              </a:defRPr>
            </a:lvl2pPr>
            <a:lvl3pPr marL="720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>
                <a:latin typeface="times" panose="02020603050405020304" pitchFamily="18" charset="0"/>
                <a:cs typeface="times" panose="02020603050405020304" pitchFamily="18" charset="0"/>
              </a:defRPr>
            </a:lvl3pPr>
            <a:lvl4pPr marL="900000" indent="-252000">
              <a:lnSpc>
                <a:spcPct val="100000"/>
              </a:lnSpc>
              <a:buFont typeface="Wingdings" panose="05000000000000000000" pitchFamily="2" charset="2"/>
              <a:buChar char="ü"/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4pPr>
            <a:lvl5pPr marL="1080000" indent="-252000">
              <a:lnSpc>
                <a:spcPct val="100000"/>
              </a:lnSpc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78361285-D5CA-4434-A351-5343035FD0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5C7FC81-20F4-4FC2-B40D-A9FF1F5207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D14EEDE-3F58-409A-8C98-F099C099E03A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D6923843-3AE5-4E5F-BACA-DFA2C5600B2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4926874-7DA7-4D84-BD23-06EAC42705A1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828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질의응답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FBB211E-0AA6-4FE2-9E18-B081DCF3E19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4543424"/>
            <a:ext cx="6858000" cy="1339783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연락처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2319A21-8E7C-4790-9643-94CC192529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4" name="Picture 8">
            <a:extLst>
              <a:ext uri="{FF2B5EF4-FFF2-40B4-BE49-F238E27FC236}">
                <a16:creationId xmlns:a16="http://schemas.microsoft.com/office/drawing/2014/main" id="{46F0A41C-6A01-44CA-A626-55476509C7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6E63BBB4-44C3-4C69-9162-763FE81E6FB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26" name="그림 25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58F4BD04-EF90-4931-B1B3-0FDABC5889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727BC293-2715-43CE-819C-216F1B960AEE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576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간지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0F02479-4D4E-48F6-A414-FD2BEFAB59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93518514-EB1D-4173-98C0-35F88CF32D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6A8B2090-A0C2-4296-B39A-3CF2073B64C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12" name="그림 11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D4A8645E-E578-4994-ACFB-E636079E42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69595E0-FFC1-42B0-845F-81DEAB14A06B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8693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4630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B3741-4917-4953-934B-4EF1C3CF779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694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7" r:id="rId2"/>
    <p:sldLayoutId id="2147483662" r:id="rId3"/>
    <p:sldLayoutId id="2147483679" r:id="rId4"/>
    <p:sldLayoutId id="2147483678" r:id="rId5"/>
    <p:sldLayoutId id="2147483667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>
            <a:extLst>
              <a:ext uri="{FF2B5EF4-FFF2-40B4-BE49-F238E27FC236}">
                <a16:creationId xmlns:a16="http://schemas.microsoft.com/office/drawing/2014/main" id="{007FD355-926D-4297-AA2A-AA0058A070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석사과정 </a:t>
            </a:r>
            <a:r>
              <a:rPr lang="en-US" altLang="ko-KR" dirty="0"/>
              <a:t>4</a:t>
            </a:r>
            <a:r>
              <a:rPr lang="ko-KR" altLang="en-US" dirty="0"/>
              <a:t>학기</a:t>
            </a:r>
            <a:endParaRPr lang="en-US" altLang="ko-KR" dirty="0"/>
          </a:p>
          <a:p>
            <a:r>
              <a:rPr lang="en-US" altLang="ko-KR"/>
              <a:t>2023-11-28</a:t>
            </a:r>
            <a:endParaRPr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F47A90A-3F95-4B77-93ED-98D750368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325769"/>
            <a:ext cx="9144000" cy="2226189"/>
          </a:xfrm>
        </p:spPr>
        <p:txBody>
          <a:bodyPr/>
          <a:lstStyle/>
          <a:p>
            <a:r>
              <a:rPr lang="en-US" altLang="ko-KR" dirty="0"/>
              <a:t>BILP(MILP)</a:t>
            </a:r>
            <a:r>
              <a:rPr lang="ko-KR" altLang="en-US" dirty="0"/>
              <a:t> </a:t>
            </a:r>
            <a:r>
              <a:rPr lang="en-US" altLang="ko-KR" dirty="0"/>
              <a:t>method</a:t>
            </a:r>
            <a:r>
              <a:rPr lang="ko-KR" altLang="en-US" dirty="0"/>
              <a:t>를 이용한 </a:t>
            </a:r>
            <a:br>
              <a:rPr lang="en-US" altLang="ko-KR" dirty="0"/>
            </a:br>
            <a:r>
              <a:rPr lang="ko-KR" altLang="en-US" dirty="0" err="1"/>
              <a:t>위성군</a:t>
            </a:r>
            <a:r>
              <a:rPr lang="ko-KR" altLang="en-US" dirty="0"/>
              <a:t> 분석 및 설계</a:t>
            </a:r>
            <a:r>
              <a:rPr lang="en-US" altLang="ko-KR" dirty="0"/>
              <a:t>/</a:t>
            </a:r>
            <a:r>
              <a:rPr lang="ko-KR" altLang="en-US" dirty="0"/>
              <a:t>최적화</a:t>
            </a:r>
          </a:p>
        </p:txBody>
      </p:sp>
    </p:spTree>
    <p:extLst>
      <p:ext uri="{BB962C8B-B14F-4D97-AF65-F5344CB8AC3E}">
        <p14:creationId xmlns:p14="http://schemas.microsoft.com/office/powerpoint/2010/main" val="253603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ACEF4E-3B7E-4CE7-9B6C-3BDC77E04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828" y="71055"/>
            <a:ext cx="7197892" cy="687714"/>
          </a:xfrm>
        </p:spPr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4B61DD4-0D6A-42E5-9AD2-E3C0BD7CD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88843"/>
            <a:ext cx="981169" cy="360000"/>
          </a:xfrm>
        </p:spPr>
        <p:txBody>
          <a:bodyPr/>
          <a:lstStyle/>
          <a:p>
            <a:fld id="{397DD3AE-C24E-49FC-B527-05061A0348E6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graphicFrame>
        <p:nvGraphicFramePr>
          <p:cNvPr id="11" name="표 18">
            <a:extLst>
              <a:ext uri="{FF2B5EF4-FFF2-40B4-BE49-F238E27FC236}">
                <a16:creationId xmlns:a16="http://schemas.microsoft.com/office/drawing/2014/main" id="{1E7CEB30-BE78-4962-AA69-2D4B76A55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2031758"/>
              </p:ext>
            </p:extLst>
          </p:nvPr>
        </p:nvGraphicFramePr>
        <p:xfrm>
          <a:off x="1495601" y="1029970"/>
          <a:ext cx="7318019" cy="3863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이종위성군 연차 보고서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연구 진행 상황</a:t>
                      </a:r>
                      <a:endParaRPr lang="en-US" altLang="ko-KR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연구</a:t>
                      </a: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</a:t>
                      </a: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결과</a:t>
                      </a:r>
                      <a:endParaRPr lang="en-US" altLang="ko-KR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결론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1278487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13A039B3-2D6B-414C-B6C3-91F438CC53E3}"/>
              </a:ext>
            </a:extLst>
          </p:cNvPr>
          <p:cNvSpPr/>
          <p:nvPr/>
        </p:nvSpPr>
        <p:spPr>
          <a:xfrm>
            <a:off x="457200" y="4876799"/>
            <a:ext cx="997305" cy="9823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D3282C1-EAF0-E51F-4C6E-64EF18128D36}"/>
              </a:ext>
            </a:extLst>
          </p:cNvPr>
          <p:cNvSpPr/>
          <p:nvPr/>
        </p:nvSpPr>
        <p:spPr bwMode="auto">
          <a:xfrm>
            <a:off x="560887" y="5034337"/>
            <a:ext cx="1787236" cy="1090176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DC303B9-7DF6-F4D2-7196-B17C05951946}"/>
              </a:ext>
            </a:extLst>
          </p:cNvPr>
          <p:cNvSpPr/>
          <p:nvPr/>
        </p:nvSpPr>
        <p:spPr bwMode="auto">
          <a:xfrm>
            <a:off x="457200" y="2028497"/>
            <a:ext cx="3326524" cy="300584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607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이종 </a:t>
            </a:r>
            <a:r>
              <a:rPr lang="ko-KR" altLang="en-US" sz="4000" b="1" dirty="0" err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위성군</a:t>
            </a: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연차 보고서</a:t>
            </a:r>
          </a:p>
        </p:txBody>
      </p:sp>
    </p:spTree>
    <p:extLst>
      <p:ext uri="{BB962C8B-B14F-4D97-AF65-F5344CB8AC3E}">
        <p14:creationId xmlns:p14="http://schemas.microsoft.com/office/powerpoint/2010/main" val="923783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7571C370-94FD-AB1C-12BB-9EC4DD3646AB}"/>
              </a:ext>
            </a:extLst>
          </p:cNvPr>
          <p:cNvSpPr/>
          <p:nvPr/>
        </p:nvSpPr>
        <p:spPr bwMode="auto">
          <a:xfrm>
            <a:off x="257082" y="6327787"/>
            <a:ext cx="1335412" cy="45915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연차보고서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 lvl="1"/>
            <a:endParaRPr lang="en-US" altLang="ko-KR" dirty="0"/>
          </a:p>
          <a:p>
            <a:pPr lvl="3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217B39F-65F3-677D-F123-1E3AE467D8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44" y="928686"/>
            <a:ext cx="7632039" cy="570814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2539919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7571C370-94FD-AB1C-12BB-9EC4DD3646AB}"/>
              </a:ext>
            </a:extLst>
          </p:cNvPr>
          <p:cNvSpPr/>
          <p:nvPr/>
        </p:nvSpPr>
        <p:spPr bwMode="auto">
          <a:xfrm>
            <a:off x="257082" y="6327787"/>
            <a:ext cx="1335412" cy="45915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연차보고서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 lvl="1"/>
            <a:endParaRPr lang="en-US" altLang="ko-KR" dirty="0"/>
          </a:p>
          <a:p>
            <a:pPr lvl="3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3DDE51D-4602-332C-9E35-09D55CD8C5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362075"/>
            <a:ext cx="8191500" cy="41338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94515424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9133EF-F552-4618-8A24-449D405ACA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567740"/>
            <a:ext cx="9144000" cy="3180446"/>
          </a:xfrm>
        </p:spPr>
        <p:txBody>
          <a:bodyPr/>
          <a:lstStyle/>
          <a:p>
            <a:r>
              <a:rPr lang="ko-KR" altLang="en-US" dirty="0"/>
              <a:t>경청해 주셔서 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부제목 1">
            <a:extLst>
              <a:ext uri="{FF2B5EF4-FFF2-40B4-BE49-F238E27FC236}">
                <a16:creationId xmlns:a16="http://schemas.microsoft.com/office/drawing/2014/main" id="{BC56ECCA-CBEB-4852-BDCB-4A64F14D9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757433"/>
            <a:ext cx="6858000" cy="1339783"/>
          </a:xfrm>
        </p:spPr>
        <p:txBody>
          <a:bodyPr/>
          <a:lstStyle/>
          <a:p>
            <a:r>
              <a:rPr lang="ko-KR" altLang="en-US" dirty="0"/>
              <a:t>발표자</a:t>
            </a:r>
            <a:r>
              <a:rPr lang="en-US" altLang="ko-KR" dirty="0"/>
              <a:t>: </a:t>
            </a:r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이메일</a:t>
            </a:r>
            <a:r>
              <a:rPr lang="en-US" altLang="ko-KR" dirty="0"/>
              <a:t>: jj95lee@yonsei.acl.kr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2F92A04-5E08-4877-A7E9-FFBBA1547131}"/>
              </a:ext>
            </a:extLst>
          </p:cNvPr>
          <p:cNvSpPr/>
          <p:nvPr/>
        </p:nvSpPr>
        <p:spPr>
          <a:xfrm>
            <a:off x="0" y="3604912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질의응답</a:t>
            </a:r>
          </a:p>
        </p:txBody>
      </p:sp>
    </p:spTree>
    <p:extLst>
      <p:ext uri="{BB962C8B-B14F-4D97-AF65-F5344CB8AC3E}">
        <p14:creationId xmlns:p14="http://schemas.microsoft.com/office/powerpoint/2010/main" val="39408548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FFFFFF"/>
        </a:solidFill>
        <a:ln>
          <a:noFill/>
        </a:ln>
        <a:extLs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90304</TotalTime>
  <Words>61</Words>
  <Application>Microsoft Office PowerPoint</Application>
  <PresentationFormat>화면 슬라이드 쇼(4:3)</PresentationFormat>
  <Paragraphs>37</Paragraphs>
  <Slides>6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맑은 고딕</vt:lpstr>
      <vt:lpstr>Arial</vt:lpstr>
      <vt:lpstr>times</vt:lpstr>
      <vt:lpstr>Wingdings</vt:lpstr>
      <vt:lpstr>Office 테마</vt:lpstr>
      <vt:lpstr>BILP(MILP) method를 이용한  위성군 분석 및 설계/최적화</vt:lpstr>
      <vt:lpstr>목차</vt:lpstr>
      <vt:lpstr>이종 위성군 연차 보고서</vt:lpstr>
      <vt:lpstr>이종위성군 연차보고서</vt:lpstr>
      <vt:lpstr>이종위성군 연차보고서</vt:lpstr>
      <vt:lpstr>경청해 주셔서 감사합니다.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KimGeuk-Nam</dc:creator>
  <cp:lastModifiedBy>이진진</cp:lastModifiedBy>
  <cp:revision>4578</cp:revision>
  <dcterms:created xsi:type="dcterms:W3CDTF">2018-01-29T02:45:56Z</dcterms:created>
  <dcterms:modified xsi:type="dcterms:W3CDTF">2023-11-28T06:24:42Z</dcterms:modified>
</cp:coreProperties>
</file>