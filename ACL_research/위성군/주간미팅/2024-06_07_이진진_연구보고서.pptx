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notesSlides/notesSlide10.xml" ContentType="application/vnd.openxmlformats-officedocument.presentationml.notesSlide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50" r:id="rId2"/>
    <p:sldId id="2239" r:id="rId3"/>
    <p:sldId id="2554" r:id="rId4"/>
    <p:sldId id="2565" r:id="rId5"/>
    <p:sldId id="2774" r:id="rId6"/>
    <p:sldId id="2784" r:id="rId7"/>
    <p:sldId id="2783" r:id="rId8"/>
    <p:sldId id="2785" r:id="rId9"/>
    <p:sldId id="2800" r:id="rId10"/>
    <p:sldId id="2801" r:id="rId11"/>
    <p:sldId id="2802" r:id="rId12"/>
    <p:sldId id="2788" r:id="rId13"/>
    <p:sldId id="2795" r:id="rId14"/>
    <p:sldId id="2787" r:id="rId15"/>
    <p:sldId id="2797" r:id="rId16"/>
    <p:sldId id="2789" r:id="rId17"/>
    <p:sldId id="2796" r:id="rId18"/>
    <p:sldId id="2798" r:id="rId19"/>
    <p:sldId id="2799" r:id="rId20"/>
    <p:sldId id="2794" r:id="rId21"/>
    <p:sldId id="2803" r:id="rId22"/>
    <p:sldId id="2790" r:id="rId23"/>
    <p:sldId id="2804" r:id="rId24"/>
    <p:sldId id="2806" r:id="rId25"/>
    <p:sldId id="2807" r:id="rId26"/>
    <p:sldId id="2808" r:id="rId27"/>
    <p:sldId id="2814" r:id="rId28"/>
    <p:sldId id="2809" r:id="rId29"/>
    <p:sldId id="2791" r:id="rId30"/>
    <p:sldId id="2810" r:id="rId31"/>
    <p:sldId id="2812" r:id="rId32"/>
    <p:sldId id="2813" r:id="rId33"/>
    <p:sldId id="2811" r:id="rId34"/>
    <p:sldId id="2609" r:id="rId35"/>
    <p:sldId id="2724" r:id="rId36"/>
    <p:sldId id="2510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1E46"/>
    <a:srgbClr val="40404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24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14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61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8:56.91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9518 24575,'0'1'0,"1"0"0,-1 1 0,0-1 0,1 0 0,-1 0 0,1 0 0,-1 0 0,1 0 0,0-1 0,-1 1 0,1 0 0,0 0 0,0 0 0,0 0 0,-1-1 0,1 1 0,0 0 0,0-1 0,0 1 0,0-1 0,0 1 0,0-1 0,0 1 0,0-1 0,0 0 0,1 1 0,-1-1 0,1 0 0,38 6 0,-34-6 0,417 6 0,-242-9 0,-138 2 0,0-3 0,0-1 0,49-13 0,123-42 0,8-3 0,-26 32 0,-133 23 0,0-2 0,-1-3 0,62-21 0,-106 26 0,0-1 0,0-1 0,-1-1 0,0 0 0,-1-2 0,-1 0 0,0 0 0,18-21 0,12-18 0,44-63 0,-68 85 0,194-276 70,-126 177-5793,-65 96 5723,-2-1 0,-1-1 0,-1-2 0,-3 0 0,-1 0 0,15-49 0,2-19 5269,6 3-4373,-12 35-1152,22-85 0,23-81 256,-42 146 0,35-170 0,-6-20 0,-2 11 0,46-252 0,-66 302 0,-28 143 0,2 1 0,39-119 0,-31 129 0,-2-1 0,10-73 0,7-131 0,-10 66 0,23-222 0,-41 359 0,133-859 0,-62 621 0,-13 64 0,-6-83 0,-31 153 0,-10 92 0,3 1 0,45-105 0,-44 123 0,185-433 0,-143 338 0,32-67 0,-78 184 0,-4 5 0,1 1 0,1 0 0,2 1 0,40-48 0,-6 14 0,-4-2 0,-2-3 0,56-107 0,-56 94 0,-35 61 0,2 1 0,0 0 0,2 1 0,-1 1 0,2 0 0,0 1 0,1 1 0,1 0 0,0 1 0,0 1 0,1 1 0,23-10 0,23-5 0,1 2 0,97-22 0,-131 38 0,133-32 0,118-33 0,-215 57 0,1 3 0,125-8 0,9-1 0,21-3 0,289 4 0,-445 20 0,394 0-1365,-358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0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24575,'292'-2'0,"311"5"0,-556-1 0,0 2 0,-1 2 0,0 1 0,0 3 0,82 30 0,-104-29 0,0 1 0,40 28 0,-7-4 0,-8-8 0,183 116 0,-202-122 0,-2 1 0,0 1 0,-1 1 0,-1 1 0,30 41 0,100 136 0,-66-86 0,84 146 0,14 41 0,-161-265 0,75 110 0,92 175 0,-120-185 0,54 118 0,34 112 0,-89-223 0,4 11 0,36 164 0,-59-159 0,13 72 0,1 4 0,72 298 0,-64-212 0,-28-176 0,-28-90 0,22 100 0,-20-53 0,8 56 0,-20-87 0,15 194 0,-20-214 0,2 0 0,3 0 0,1 0 0,20 51 0,8 40 0,111 344 0,-64-235 0,-54-165 0,72 135 0,-22-50 0,-54-110 0,2-1 0,3-1 0,79 110 0,6-9 0,-91-134 0,37 30 0,-43-42 0,-1 1 0,-2 1 0,1 1 0,27 40 0,-28-32 0,14 25 0,54 68 0,-73-106 0,1 1 0,1-2 0,0 1 0,1-2 0,1-1 0,0 0 0,1 0 0,22 9 0,301 119 0,-293-126 0,1-1 0,1-3 0,87 7 0,141-3 0,-77-7 0,6 6 0,768 71 0,-644-45-1365,-184-25-5461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28.38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10073 24575,'141'-6'0,"184"-33"0,92-5 0,-362 43 0,0-3 0,103-19 0,414-144 0,-501 139 0,-1-3 0,-1-2 0,-2-4 0,-1-3 0,109-87 0,-149 101 0,-1 0 0,-2-2 0,-1-1 0,-1 0 0,-2-2 0,22-43 0,51-77 0,36-5 0,-87 110 0,-1-1 0,-3-3 0,47-81 0,-11 0 0,-28 53 0,39-95 0,0-10 0,-46 105 0,35-101 0,108-453 0,-43-29 0,-79 366 0,52-385 0,-83 419 0,13-177 0,-12 218 0,-9 87 0,-18 117 0,56-414 0,-15 78 0,-29 197 0,67-286 0,86-87 0,-52 249 0,-25 68 0,98-231 0,-182 429 0,28-71 0,24-100 0,-32 95 0,39-88 0,-46 143 0,1 1 0,1 2 0,1 0 0,2 1 0,53-51 0,20-26 0,-84 89 0,0-1 0,16-34 0,-21 38 0,0 0 0,0 0 0,2 1 0,0 0 0,22-24 0,197-150 0,-26 23 0,-183 151 0,-1 0 0,2 2 0,0 0 0,0 1 0,1 2 0,1 0 0,35-9 0,44-20 0,-69 23 0,-20 8 0,1 1 0,0 0 0,0 1 0,0 1 0,1 0 0,25-4 0,287-2 0,-133 8 0,-127 0 0,779-16 0,-812 18-1365,-7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44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3535 24575,'176'-14'0,"-101"5"0,23-3 0,0-5 0,0-4 0,-2-4 0,144-59 0,-143 50 0,-55 20 0,63-30 0,-78 29 0,-2-1 0,24-20 0,-28 19 0,1 2 0,1 0 0,38-18 0,0 10 0,2 2 0,110-20 0,19-5 0,-174 41 0,-1-1 0,0-1 0,-1 0 0,0-2 0,0 1 0,0-2 0,-1 0 0,-1-1 0,0-1 0,0 0 0,23-27 0,-27 28 0,0 0 0,2 0 0,-1 1 0,1 0 0,1 1 0,0 1 0,26-14 0,-16 9 0,0-1 0,0-2 0,37-32 0,-5 3 0,-27 21 0,-1-1 0,-1-1 0,31-41 0,-36 41 0,0 1 0,2 1 0,1 1 0,45-34 0,51-26 0,121-75 0,-200 135 0,4-1 0,-2-2 0,0-2 0,-2-1 0,64-60 0,-78 63 0,1 0 0,2 2 0,0 2 0,41-25 0,135-59 0,5-3 0,-118 57 0,-48 28 0,72-52 0,-74 44 0,157-130 0,-181 147 0,0 1 0,27-15 0,29-20 0,121-132 0,-68 59 0,-45 34 0,-71 72 0,1 0 0,1 1 0,0 1 0,1 0 0,1 1 0,0 0 0,1 1 0,0 1 0,29-14 0,32-2 0,103-23 0,-105 32 0,132-52 0,-92 27 0,238-55 0,-294 84 0,178-46 0,-92 21 0,-103 25 0,0 3 0,76-11 0,512-16 0,-511 34-455,0 5 0,125 18 0,-208-14-6371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2.989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0 24575,'18'539'0,"12"-267"0,-24-218-682,0 73-1,-6-100-6143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6.36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0 268 24575,'2'-7'0,"0"1"0,0-1 0,1 1 0,-1-1 0,2 1 0,-1 0 0,1 0 0,-1 0 0,2 1 0,-1-1 0,1 1 0,7-7 0,-5 4 0,11-13 0,0 1 0,2 0 0,0 2 0,1 0 0,1 2 0,27-17 0,-41 29 0,1 0 0,0 0 0,0 0 0,0 1 0,0 1 0,0 0 0,0 0 0,1 0 0,-1 1 0,1 1 0,-1 0 0,1 0 0,-1 1 0,1 0 0,-1 0 0,1 1 0,-1 0 0,0 1 0,0 0 0,0 1 0,11 5 0,-10-4 0,0 0 0,-1 1 0,1 0 0,-1 1 0,-1 0 0,1 0 0,-1 1 0,0 0 0,-1 0 0,0 1 0,0 0 0,-1 0 0,0 1 0,0-1 0,-1 1 0,-1 0 0,0 1 0,0-1 0,-1 1 0,0 0 0,-1 0 0,0 0 0,-1 0 0,0 22 0,-1-8 0,0-1 0,-6 48 0,5-65 0,0 1 0,-1-1 0,-1 0 0,1 0 0,-1 0 0,0 0 0,0 0 0,-1-1 0,0 1 0,-8 9 0,-9 5 0,-1-1 0,-1-1 0,0-1 0,-1-1 0,-1-1 0,-48 23 0,48-28 0,-46 14 0,54-21 0,2 1 0,-1 1 0,0 0 0,1 1 0,1 0 0,-1 1 0,-19 15 0,34-23 0,-1 0 0,1 0 0,-1 0 0,1 1 0,0-1 0,-1 0 0,1 0 0,-1 1 0,1-1 0,0 0 0,-1 1 0,1-1 0,0 1 0,0-1 0,-1 0 0,1 1 0,0-1 0,0 1 0,-1-1 0,1 0 0,0 1 0,0-1 0,0 1 0,0-1 0,0 1 0,0-1 0,-1 1 0,1-1 0,0 1 0,1-1 0,-1 1 0,0-1 0,0 1 0,0-1 0,0 1 0,0-1 0,0 0 0,0 1 0,1-1 0,-1 1 0,0-1 0,0 1 0,1-1 0,-1 0 0,0 1 0,1-1 0,-1 0 0,0 1 0,1-1 0,-1 0 0,1 1 0,-1-1 0,0 0 0,1 0 0,-1 0 0,1 1 0,0-1 0,31 3 0,-2-8 0,-1-3 0,-1 0 0,1-2 0,31-15 0,27-10 0,-81 34 0,1-1 0,0 1 0,0 1 0,0-1 0,0 1 0,-1 0 0,1 1 0,0-1 0,0 2 0,0-1 0,-1 1 0,1 0 0,0 0 0,-1 0 0,0 1 0,0 0 0,1 1 0,-2-1 0,1 1 0,7 6 0,13 12 0,0 0 0,41 48 0,-54-55 0,3 3 0,-2 1 0,0 0 0,0 1 0,-2 1 0,13 28 0,-20-38 0,-1 0 0,0 0 0,0 1 0,-1-1 0,-1 1 0,0 0 0,0 0 0,-1 0 0,-1 0 0,0 0 0,-1 0 0,-3 18 0,2-22 0,-1 1 0,-1 0 0,0-1 0,0 0 0,-1 1 0,0-2 0,0 1 0,-1-1 0,0 0 0,0 0 0,0 0 0,-1-1 0,0 0 0,-12 8 0,5-5 0,-1 0 0,0-1 0,0-1 0,-1 0 0,0-1 0,-32 8 0,29-10 0,-17 4 0,-1-1 0,1-2 0,-42 1 0,33-5 0,27 0 0,0 0 0,0-1 0,1-1 0,-1 0 0,0-2 0,1 0 0,-1-1 0,1 0 0,-32-14 0,37 12-273,1 0 0,0-2 0,0 1 0,-20-18 0,19 11-6553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9.50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24575,'0'1083'-1365,"0"-1058"-5461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32.595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0 210 24575,'1'-5'0,"-1"1"0,1-1 0,1 0 0,-1 1 0,1-1 0,-1 1 0,1-1 0,1 1 0,-1 0 0,1 0 0,-1 0 0,6-6 0,39-40 0,-33 39 0,-1 1 0,1 0 0,1 1 0,0 0 0,0 1 0,1 1 0,-1 0 0,2 2 0,-1 0 0,1 0 0,-1 1 0,1 1 0,0 1 0,0 1 0,0 0 0,1 1 0,19 3 0,-34-3 0,0 1 0,0 0 0,0-1 0,0 1 0,0 1 0,0-1 0,-1 0 0,1 1 0,0-1 0,-1 1 0,1 0 0,-1 0 0,1 0 0,-1 0 0,0 0 0,0 1 0,0-1 0,0 1 0,-1-1 0,1 1 0,0 0 0,-1-1 0,0 1 0,0 0 0,0 0 0,0 0 0,0 0 0,-1 0 0,1 5 0,1 10 0,0 0 0,-2 0 0,-3 36 0,1-22 0,1 7 0,1-16 0,-1-1 0,-7 44 0,6-59 0,0 0 0,0-1 0,-1 1 0,1 0 0,-1-1 0,-1 0 0,1 1 0,-1-1 0,0-1 0,-1 1 0,1-1 0,-1 1 0,-8 6 0,-61 50 0,38-29 0,-2-1 0,-71 44 0,107-76 0,1 1 0,-1-1 0,1 1 0,0-1 0,0 1 0,-1 0 0,1 0 0,0 0 0,0 0 0,0 0 0,0 0 0,0 0 0,0 0 0,0 0 0,0 0 0,0 1 0,0 2 0,1-4 0,0 1 0,1-1 0,-1 1 0,1-1 0,-1 1 0,1-1 0,-1 1 0,1-1 0,-1 1 0,1-1 0,0 0 0,-1 1 0,1-1 0,-1 0 0,1 1 0,0-1 0,-1 0 0,1 0 0,0 0 0,0 0 0,-1 1 0,1-1 0,0 0 0,-1 0 0,2-1 0,70 0 0,-56 0 0,31 0 0,-12-1 0,1 2 0,59 7 0,-83-5 0,0 0 0,0 1 0,-1 1 0,1 0 0,-1 1 0,0 0 0,0 1 0,0 0 0,-1 0 0,0 1 0,16 14 0,-16-12 0,1 0 0,-2 0 0,1 1 0,-1 0 0,-1 1 0,0 0 0,0 0 0,-1 0 0,0 1 0,-1 0 0,-1 1 0,6 16 0,-4 2 0,-1-10 0,-1 0 0,-1 0 0,-1 0 0,1 35 0,-4-51 0,-1 1 0,1-1 0,-1 1 0,0-1 0,0 0 0,-1 1 0,0-1 0,0 0 0,0 0 0,0 0 0,-1-1 0,0 1 0,0 0 0,0-1 0,0 0 0,-1 0 0,0 0 0,1 0 0,-2 0 0,1-1 0,0 0 0,-1 0 0,-6 4 0,-12 4 0,-1-1 0,0-1 0,0-1 0,-1-1 0,1-1 0,-44 4 0,-155-4 0,169-6 0,45 0-170,0-1-1,0 1 0,1-2 1,-1 1-1,0-1 0,1 0 1,-17-7-1,0-4-6655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3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1121 24575,'6'-96'0,"3"1"0,43-183 0,-37 206 0,8-27 0,-9 47 0,11-101 0,-21 132 0,1 0 0,1 0 0,0 0 0,2 1 0,0 0 0,1 1 0,21-33 0,-10 16 0,-18 33 0,-1 0 0,1 0 0,0 0 0,0 0 0,0 0 0,0 1 0,0-1 0,0 1 0,1-1 0,0 1 0,-1 0 0,1 0 0,0 0 0,0 0 0,0 1 0,0-1 0,3 0 0,-2 1 0,-1 1 0,0 0 0,0 0 0,0 0 0,0 0 0,0 0 0,0 1 0,0-1 0,0 1 0,0 0 0,0 0 0,0 0 0,0 1 0,0-1 0,0 0 0,-1 1 0,1 0 0,3 3 0,21 16 0,0 0 0,-2 2 0,-1 1 0,-1 1 0,-1 1 0,-2 1 0,0 1 0,-2 1 0,-1 0 0,-1 1 0,-1 1 0,-2 0 0,15 56 0,16 68 0,6 28 0,-35-101-1365,-10-48-5461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24575,'5'0'0,"6"0"0,7 0 0,5 0 0,4 0 0,-4-5 0,1-1 0,0 0 0,1 1 0,2 1 0,0 2 0,2 1 0,0 0 0,0 1 0,1 0 0,-1 1 0,-4-1-8191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07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24575,'0'5'0,"0"6"0,0 7 0,0 5 0,0 4 0,0 2 0,0 1 0,0 0 0,0 1 0,0-1 0,0-5-8191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1128 24575,'0'-800'0,"1"787"0,1 0 0,0 0 0,1 0 0,0 1 0,1-1 0,1 1 0,-1 0 0,2 0 0,0 0 0,0 1 0,12-16 0,3-1 0,2 0 0,49-47 0,-69 72 0,0-1 0,1 1 0,-1 0 0,1 1 0,0-1 0,0 1 0,0 0 0,0 0 0,1 0 0,-1 0 0,0 1 0,1-1 0,-1 1 0,8-1 0,-8 3 0,-1-1 0,0 0 0,0 1 0,0 0 0,0 0 0,1 0 0,-1 0 0,0 0 0,0 0 0,-1 1 0,1 0 0,0-1 0,0 1 0,-1 0 0,1 0 0,-1 1 0,0-1 0,0 0 0,0 1 0,0-1 0,0 1 0,2 3 0,25 43 0,28 66 0,-18-34 0,-21-39 0,-2 2 0,-1 0 0,-3 0 0,-2 1 0,-1 1 0,3 68 0,-6-65 0,17 66 0,3 13 0,-20-25-1365,-5-72-5461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8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24575,'15'0'0,"9"0"0,12 0 0,9 0 0,1 0 0,-1 0 0,-4 0 0,-4 0 0,-3 0 0,-3 0 0,-6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0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24575,'0'10'0,"0"8"0,0 7 0,0 3 0,0 2 0,0 1 0,5-5 0,2-1 0,-1-1 0,-1 1 0,-2-4-8191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12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1125 24575,'0'-63'0,"9"-266"0,-4 276 0,3 0 0,2 0 0,2 1 0,22-58 0,11 16 0,-31 69 0,-2 0 0,11-30 0,-18 44 0,0 0 0,1 1 0,0-1 0,0 1 0,1 1 0,0-1 0,1 1 0,0 0 0,0 1 0,17-13 0,8-3 0,61-36 0,-92 59 0,1 0 0,-1-1 0,1 1 0,0 0 0,-1 1 0,1-1 0,0 0 0,-1 1 0,1-1 0,0 1 0,0 0 0,-1 0 0,1 0 0,0 0 0,0 0 0,-1 1 0,1-1 0,0 1 0,0 0 0,-1 0 0,1 0 0,-1 0 0,1 0 0,-1 0 0,1 1 0,-1 0 0,0-1 0,0 1 0,0 0 0,0 0 0,0 0 0,0 0 0,0 0 0,-1 0 0,3 5 0,6 9 0,0 1 0,-2 0 0,0 0 0,7 23 0,-6-17 0,28 71 0,-3 2 0,23 115 0,60 270-1365,-112-452-5461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13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24575,'10'0'0,"13"0"0,18 0 0,12 0 0,1 0 0,-3 0 0,-5 0 0,-1 0 0,-3 0 0,2-5 0,-3-2 0,-2 1 0,-3 1 0,-4 2 0,-1 0 0,-1 2 0,-6 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1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29 24575,'4'-3'0,"0"0"0,1 0 0,-1 0 0,0 1 0,1 0 0,-1 0 0,1 0 0,0 1 0,-1 0 0,1-1 0,0 2 0,6-2 0,59-1 0,-67 3 0,0 0 0,0 1 0,0-1 0,0 0 0,0 1 0,0 0 0,0 0 0,-1 0 0,1 0 0,0 0 0,0 1 0,-1-1 0,1 1 0,-1-1 0,1 1 0,-1 0 0,0 0 0,0 0 0,0 0 0,4 5 0,-3-2 0,-1 1 0,1-1 0,-1 0 0,0 1 0,0-1 0,-1 1 0,1 0 0,-1 0 0,-1-1 0,1 9 0,-1 2 0,0 0 0,-2 0 0,0 0 0,0 0 0,-2 0 0,0 0 0,-7 18 0,3-21 0,0 1 0,0-1 0,-1-1 0,-1 0 0,-22 22 0,-19 26 0,35-38 0,-22 31 0,36-50 0,0 0 0,1 0 0,-1 0 0,0 0 0,1 1 0,0-1 0,0 1 0,0-1 0,0 1 0,1 0 0,-1-1 0,1 7 0,0-8 0,1 0 0,0-1 0,0 1 0,0 0 0,0-1 0,0 1 0,0-1 0,1 1 0,-1-1 0,0 1 0,1-1 0,-1 0 0,1 0 0,-1 0 0,1 0 0,0 0 0,-1 0 0,1 0 0,0 0 0,0-1 0,0 1 0,0 0 0,-1-1 0,1 0 0,0 0 0,3 1 0,61 1 0,-52-2 0,251-4-1365,-211 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1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1090 24575,'10'-270'0,"-6"233"0,2 0 0,2 1 0,1 0 0,2 1 0,19-44 0,-9 26 0,27-106 0,-39 119 0,2 1 0,1 0 0,3 0 0,1 1 0,26-45 0,-38 78 0,0-1 0,0 1 0,1 0 0,0 1 0,0-1 0,0 1 0,0 0 0,1 0 0,-1 1 0,1-1 0,0 1 0,0 1 0,0-1 0,1 1 0,-1 0 0,1 0 0,11-1 0,3 1 0,0 1 0,0 0 0,-1 2 0,31 4 0,-39-2 0,0-1 0,0 2 0,-1 0 0,0 0 0,0 1 0,0 0 0,0 1 0,-1 0 0,0 1 0,0 0 0,-1 0 0,0 1 0,0 1 0,-1-1 0,10 13 0,-1 2 0,-1 0 0,-1 1 0,-1 0 0,-1 1 0,14 38 0,-21-45 0,-2 1 0,0 0 0,-1 0 0,-1 0 0,0 0 0,-2 26 0,0-19 0,1 1 0,6 34 0,0-14 0,-3 1 0,-1 82 0,0 23 0,2-129-1365,1-5-5461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2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24575,'5'0'0,"12"0"0,27 0 0,22 0 0,19 0 0,20 0 0,-3 0 0,-19-4 0,-23-3-8191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3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24575,'41'-1'0,"-26"0"0,1 1 0,-1 0 0,1 1 0,-1 0 0,20 5 0,-30-4 0,-1-1 0,0 1 0,0 0 0,0 0 0,0 0 0,0 0 0,0 1 0,-1-1 0,1 1 0,-1 0 0,0 0 0,0 1 0,0-1 0,0 1 0,0-1 0,-1 1 0,0 0 0,0 0 0,0 0 0,0 0 0,0 0 0,-1 0 0,1 5 0,0-2 0,0-1 0,-1 1 0,0 0 0,-1 0 0,1 0 0,-1-1 0,0 1 0,-1 0 0,0 0 0,-3 12 0,-1-3 0,-2-1 0,1 0 0,-11 16 0,9-16 0,7-14 0,1 0 0,-1 0 0,0 0 0,1 0 0,-1 1 0,1-1 0,-1 0 0,1 1 0,0-1 0,-1 0 0,1 0 0,0 1 0,0-1 0,0 0 0,0 1 0,0-1 0,0 0 0,1 1 0,-1-1 0,0 0 0,1 1 0,-1-1 0,0 0 0,2 3 0,0-3 0,-1 1 0,1-1 0,0 1 0,0-1 0,-1 0 0,1 1 0,0-1 0,0 0 0,0 0 0,1 0 0,-1-1 0,0 1 0,4 0 0,9 2 0,1-1 0,0-1 0,23-1 0,-31-1 0,162-8-1365,-96 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9.057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24575,'23'0'0,"-13"-1"0,0 1 0,0 0 0,-1 1 0,1 0 0,18 4 0,-25-4 0,-1 0 0,1 1 0,0-1 0,-1 0 0,1 1 0,-1 0 0,0-1 0,0 1 0,1 0 0,-1 0 0,0 0 0,0 1 0,-1-1 0,1 0 0,0 1 0,-1-1 0,0 1 0,1 0 0,-1-1 0,0 1 0,0 0 0,-1 0 0,1 0 0,0 3 0,1 8 0,0 0 0,-1 0 0,0 0 0,-2 0 0,1 0 0,-2 0 0,-4 22 0,-1-11 0,-1 0 0,-1 0 0,-13 23 0,20-46 0,1 1 0,0-1 0,0 1 0,0 0 0,0 0 0,0-1 0,1 1 0,-1 0 0,1 0 0,-1 0 0,1-1 0,0 1 0,1 4 0,-1-6 0,1 1 0,0-1 0,0 1 0,-1-1 0,1 0 0,0 0 0,0 0 0,0 1 0,0-1 0,1 0 0,-1 0 0,0 0 0,0-1 0,1 1 0,-1 0 0,0 0 0,1-1 0,-1 1 0,0-1 0,1 1 0,-1-1 0,1 1 0,-1-1 0,1 0 0,-1 0 0,3 0 0,32 3-379,50-4 0,-74 1-228,29-2-6219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0.692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47 1 24575,'2'203'0,"-5"209"0,-11-306 0,8-72 0,-3 61 0,9-12-83,1-3-558,-12 96 0,5-133-6185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2.49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112 31 24575,'37'-9'0,"0"1"0,0 2 0,0 2 0,1 1 0,68 4 0,-102-1 0,1 0 0,0 0 0,0 0 0,0 1 0,0 0 0,0 0 0,-1 1 0,1-1 0,0 1 0,-1 0 0,0 0 0,1 0 0,-1 1 0,0 0 0,0 0 0,0 0 0,0 0 0,-1 0 0,0 1 0,1-1 0,-1 1 0,0 0 0,3 6 0,-3-3 0,-1 0 0,1 0 0,-1 1 0,-1-1 0,1 1 0,-1-1 0,0 1 0,-1 0 0,0-1 0,0 1 0,-1 0 0,0-1 0,0 1 0,-4 9 0,-5 22 0,-3-1 0,-1 0 0,-1 0 0,-3-2 0,-1 0 0,-42 59 0,52-84 0,0-1 0,-1 0 0,0 0 0,-1-1 0,0 0 0,0-1 0,-1 0 0,0-1 0,-21 9 0,3-4 0,0-1 0,0-2 0,-34 6 0,45-9 0,19-6 0,0 0 0,0 0 0,0 1 0,0-1 0,0 0 0,0 0 0,0 0 0,-1 0 0,1 0 0,0 0 0,0 0 0,0 1 0,0-1 0,0 0 0,0 0 0,0 0 0,0 0 0,0 0 0,0 0 0,0 1 0,0-1 0,0 0 0,0 0 0,0 0 0,0 0 0,0 0 0,0 0 0,0 1 0,0-1 0,0 0 0,0 0 0,0 0 0,0 0 0,0 0 0,0 0 0,1 1 0,-1-1 0,0 0 0,0 0 0,0 0 0,0 0 0,0 0 0,0 0 0,0 0 0,0 0 0,0 0 0,1 1 0,-1-1 0,0 0 0,0 0 0,0 0 0,0 0 0,0 0 0,1 0 0,35 8 0,107-4 0,-88-4 0,88 11 0,-137-10 0,-1 0 0,1 0 0,-1 0 0,0 1 0,1 0 0,-1 0 0,0 1 0,0-1 0,-1 1 0,1 0 0,0 1 0,-1-1 0,0 1 0,0-1 0,0 1 0,0 1 0,-1-1 0,1 0 0,-1 1 0,0 0 0,-1-1 0,1 1 0,-1 0 0,0 1 0,0-1 0,0 0 0,1 9 0,0 12 0,0-1 0,-2 1 0,0 0 0,-7 46 0,2-8 0,4-49 0,-1 0 0,0 0 0,-1 0 0,-1 0 0,-1 0 0,-8 24 0,10-33 0,-2 0 0,1 0 0,-1 1 0,0-2 0,0 1 0,-1-1 0,1 1 0,-1-1 0,0 0 0,-1-1 0,1 1 0,-1-1 0,0 0 0,0-1 0,0 1 0,-14 4 0,-8 2 24,-1-2 0,0-1 0,-1-1 0,-50 3 0,-124-5-1509,172-5-5341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3.331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24 1 24575,'0'4'0,"0"8"0,0 11 0,0 6 0,0 4 0,0 6 0,0 1 0,-5-1 0,-2-2 0,1-3 0,1-7-8191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5.915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24575,'0'788'-1365,"0"-762"-5461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8.62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40 32 24575,'37'-10'0,"1"2"0,0 2 0,0 2 0,0 1 0,75 4 0,-107-1 0,-1 0 0,1 1 0,0 0 0,0 0 0,-1 0 0,1 1 0,-1 0 0,1 0 0,-1 0 0,0 0 0,1 1 0,-1 0 0,9 7 0,-7-2 0,1 0 0,-1 1 0,0-1 0,-1 1 0,0 1 0,5 10 0,3 3 0,-1 1 0,-2 0 0,0 1 0,9 34 0,-18-50 0,0 1 0,-1-1 0,0 1 0,-1 0 0,0-1 0,0 1 0,-1 0 0,0-1 0,0 1 0,-1-1 0,-1 1 0,0-1 0,0 0 0,-1 0 0,-5 11 0,4-12 0,-1 0 0,0 0 0,-1-1 0,1 1 0,-1-2 0,-1 1 0,1-1 0,-1 0 0,0 0 0,-1-1 0,1 0 0,-1 0 0,0-1 0,0 0 0,-1-1 0,1 0 0,-1-1 0,1 0 0,-20 2 0,-13 0 0,0-2 0,0-2 0,-48-5 0,80 4 0,-9-4 0,31 0 0,35-3 0,24 0 0,0 4 0,0 2 0,80 9 0,-143-6 0,0 1 0,0 0 0,0 0 0,0 0 0,0 1 0,0 0 0,-1 1 0,0 0 0,12 8 0,-15-10 0,-1 2 0,1-1 0,-1 0 0,0 1 0,0-1 0,0 1 0,0 0 0,-1 0 0,1 0 0,-1 0 0,0 1 0,0-1 0,-1 1 0,1-1 0,-1 1 0,0-1 0,0 10 0,8 56 0,-5-44 0,0 0 0,-2 1 0,-1-1 0,-1 1 0,-4 29 0,3-50 0,0 0 0,-1-1 0,1 1 0,-1 0 0,0-1 0,-1 1 0,1-1 0,-1 0 0,0 0 0,-1 0 0,1 0 0,-1 0 0,0-1 0,0 0 0,0 0 0,0 0 0,-1 0 0,0 0 0,0-1 0,0 0 0,0 0 0,0 0 0,-1-1 0,1 0 0,-1 0 0,1 0 0,-1-1 0,-7 2 0,-62 9 0,-134 6 0,200-17 0,0-2 0,0 1 0,0-1 0,0-1 0,0 0 0,0 0 0,0 0 0,1-1 0,-1-1 0,1 1 0,-10-7 0,5 1 0,1 0 0,0-1 0,1-1 0,0 1 0,-18-24 0,-26-34-1365,40 54-5461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9.853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0 24575,'0'5'0,"0"7"0,0 11 0,0 6 0,0 4 0,0 1 0,0-1 0,0 0 0,0-1 0,0 4 0,0 0 0,0 0 0,0-7-8191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43.186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56 24575,'3'-1'0,"0"0"0,1 0 0,-1 0 0,0-1 0,0 1 0,0-1 0,0 0 0,0 0 0,0 0 0,0 0 0,4-5 0,21-13 0,-24 18 0,-1 0 0,1 1 0,0-1 0,0 1 0,0 0 0,0 0 0,0 1 0,0-1 0,1 1 0,-1 0 0,0 0 0,0 0 0,0 0 0,0 1 0,0 0 0,0 0 0,0 0 0,0 0 0,0 1 0,0-1 0,0 1 0,6 4 0,-6-2 0,0 0 0,0 0 0,-1 0 0,0 0 0,1 1 0,-2-1 0,1 1 0,0 0 0,-1 0 0,0 0 0,0 0 0,-1 0 0,1 0 0,-1 1 0,0-1 0,-1 0 0,1 8 0,0-1 0,0 1 0,-1 0 0,0 0 0,-1-1 0,-1 1 0,-5 21 0,5-27 0,-1-1 0,0 0 0,0 0 0,0 0 0,-1-1 0,1 1 0,-1-1 0,-1 0 0,1 0 0,-1 0 0,0-1 0,0 0 0,0 1 0,-10 4 0,-1 1 0,-42 28 0,54-35 0,0 1 0,0-1 0,0 1 0,0-1 0,1 1 0,0 0 0,-1 0 0,2 1 0,-1-1 0,-2 6 0,4-9 0,1 0 0,0 0 0,0 1 0,0-1 0,0 0 0,0 0 0,0 0 0,0 0 0,0 0 0,0 0 0,1 0 0,-1 0 0,0 0 0,1 0 0,-1 0 0,1 0 0,-1 0 0,1 0 0,-1 0 0,1 0 0,0 0 0,-1-1 0,1 1 0,0 0 0,0 0 0,0-1 0,-1 1 0,1-1 0,0 1 0,0 0 0,0-1 0,0 0 0,0 1 0,0-1 0,0 0 0,0 1 0,0-1 0,0 0 0,2 0 0,48 8 0,-49-8 0,147-1 16,-87-1-1397,-30 2-5445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1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1007 24575,'3'-37'0,"1"1"0,2-1 0,21-67 0,-18 71 0,0-6 0,3 0 0,0 1 0,3 0 0,1 1 0,28-45 0,35-63 0,-19 32 0,-41 78 0,-2 0 0,-2-1 0,12-40 0,-26 71 0,0 1 0,1 0 0,0 0 0,0 0 0,0 0 0,0 0 0,1 0 0,3-4 0,-5 7 0,-1 1 0,1-1 0,0 1 0,0-1 0,-1 1 0,1-1 0,0 1 0,0 0 0,-1-1 0,1 1 0,0 0 0,0 0 0,0-1 0,0 1 0,0 0 0,-1 0 0,1 0 0,0 0 0,0 0 0,0 0 0,0 1 0,0-1 0,-1 0 0,1 0 0,0 1 0,0-1 0,0 0 0,0 1 0,-1-1 0,1 0 0,0 1 0,-1 0 0,1-1 0,0 1 0,-1-1 0,1 1 0,0 0 0,-1-1 0,1 1 0,-1 0 0,1-1 0,-1 1 0,0 0 0,1 0 0,-1 0 0,1 1 0,13 25 0,0 0 0,-2 2 0,-1-1 0,-2 1 0,0 1 0,4 32 0,-2-14 0,23 63 0,-16-54 0,-3 0 0,-2 0 0,6 60 0,-8-47 0,18 87-1365,-24-132-5461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1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24575,'10'0'0,"8"0"0,7 0 0,2 0 0,4 0 0,0 0 0,0 0 0,0 0 0,-1 0 0,1 0 0,-7 5 0,-1 2 0,0-1 0,1-1 0,2-2 0,0 0 0,-3-2-8191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1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24575,'0'5'0,"0"6"0,0 7 0,0 5 0,0 3 0,0 3 0,0 1 0,0 1 0,0-1 0,0 0 0,0 0 0,0 0 0,0 0 0,0-1 0,0-5-8191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24575,'-7'0'0,"0"1"0,1 0 0,-1 1 0,1-1 0,-1 1 0,1 0 0,0 1 0,-1 0 0,1 0 0,1 0 0,-1 1 0,-7 5 0,-9 9 0,-32 33 0,33-29 0,-245 229 0,261-246 0,0 0 0,0 0 0,1 0 0,0 0 0,0 1 0,-5 9 0,8-13 0,0 0 0,0 0 0,1 0 0,-1 0 0,1 0 0,0 0 0,0 1 0,-1-1 0,1 0 0,0 0 0,1 0 0,-1 0 0,0 1 0,1-1 0,-1 0 0,1 0 0,0 0 0,0 0 0,-1 0 0,1 0 0,1 0 0,-1 0 0,0 0 0,3 2 0,20 22 0,1-1 0,2-1 0,1-1 0,38 24 0,-10-6 0,127 88 78,56 44-1521,-213-152-5383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1149 24575,'0'-940'0,"-1"916"0,0 5 0,1-1 0,1 1 0,0-1 0,2 1 0,0 0 0,10-32 0,-13 50 0,0 0 0,1 0 0,-1 0 0,1 0 0,0 0 0,-1 0 0,1 0 0,0 0 0,0 0 0,-1 0 0,1 1 0,0-1 0,0 0 0,0 1 0,0-1 0,0 0 0,0 1 0,0-1 0,0 1 0,0 0 0,0-1 0,0 1 0,1 0 0,-1-1 0,0 1 0,0 0 0,2 0 0,1 1 0,0-1 0,-1 1 0,1 0 0,0 0 0,0 0 0,-1 0 0,1 1 0,5 2 0,8 6 0,-1 0 0,23 20 0,-38-29 0,29 28 0,-1 1 0,-1 2 0,-1 0 0,-2 2 0,22 40 0,58 75 0,-89-130 0,-1 1 0,0 1 0,-1 0 0,-2 1 0,0 1 0,-1 0 0,-1 0 0,-2 1 0,0 0 0,-1 0 0,4 32 0,14 94 0,-14-95 0,-2 1 0,2 92 0,-11-91-1365,-1-32-5461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2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24575,'5'0'0,"6"0"0,12 0 0,7 0 0,3 0 0,6 0 0,1 0 0,-1 0 0,-7 5 0,-5 1 0,-1 0 0,0-1 0,0-1 0,1-2 0,0-1 0,-3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24575,'6'1'0,"0"0"0,0 0 0,-1 0 0,1 1 0,-1 0 0,1 0 0,-1 0 0,1 1 0,-1 0 0,0 0 0,0 0 0,-1 0 0,1 1 0,-1 0 0,1 0 0,-1 0 0,0 1 0,-1-1 0,1 1 0,-1 0 0,0 0 0,0 0 0,3 7 0,5 12 0,0 1 0,-2 0 0,11 47 0,-18-64 0,0 0 0,0 1 0,0 0 0,-1-1 0,-1 1 0,0 0 0,0 0 0,-2 12 0,1-17 0,0 0 0,-1-1 0,1 1 0,-1-1 0,0 1 0,0-1 0,0 0 0,-1 1 0,1-1 0,-1 0 0,0-1 0,0 1 0,0 0 0,0-1 0,0 0 0,0 0 0,-1 0 0,1 0 0,-1 0 0,-6 2 0,-32 8 0,35-11 0,1 0 0,-1 1 0,1-1 0,0 2 0,-1-1 0,1 1 0,0-1 0,1 2 0,-11 6 0,15-9 0,1 0 0,-1 0 0,1-1 0,0 1 0,0 0 0,0 0 0,-1 0 0,1 0 0,0 0 0,0 0 0,0 0 0,0 0 0,0 0 0,1-1 0,-1 1 0,0 0 0,0 0 0,1 0 0,-1 0 0,0 0 0,1 0 0,-1-1 0,1 1 0,-1 0 0,1 0 0,-1-1 0,1 1 0,0 0 0,-1-1 0,1 1 0,0-1 0,-1 1 0,1 0 0,0-1 0,0 0 0,0 1 0,-1-1 0,1 1 0,1-1 0,35 20 0,-21-13-111,4 2-140,1 0 0,0-2 1,0 0-1,39 6 0,-37-11-6575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24575,'18'598'0,"-5"-224"-1365,-14-351-5461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24575,'1'-6'0,"-1"0"0,1 0 0,1 0 0,0 0 0,-1 0 0,2 0 0,-1 0 0,1 0 0,0 1 0,6-10 0,44-53 0,-32 42 0,-16 20 0,0 1 0,0-1 0,0 1 0,1 0 0,0 0 0,0 0 0,0 1 0,1 0 0,0 0 0,12-4 0,-16 6 0,0 2 0,1-1 0,-1 0 0,0 1 0,0-1 0,0 1 0,1 0 0,-1 0 0,0 0 0,0 1 0,0-1 0,1 1 0,-1 0 0,0 0 0,0 0 0,0 0 0,0 0 0,0 1 0,-1-1 0,1 1 0,0 0 0,-1-1 0,1 1 0,-1 1 0,1-1 0,-1 0 0,0 1 0,3 3 0,17 29 0,-1 0 0,-3 2 0,0 0 0,-3 1 0,21 75 0,-33-104 0,-1 0 0,0 0 0,0 0 0,-1 0 0,0 1 0,0-1 0,-1 0 0,-1 1 0,0-1 0,0 0 0,-5 17 0,3-19 0,0 1 0,0-1 0,-1-1 0,-1 1 0,1 0 0,-1-1 0,0 0 0,0 0 0,-1-1 0,0 1 0,0-1 0,0 0 0,0-1 0,-10 5 0,-11 6 0,0-3 0,-1 0 0,-36 10 0,38-14 0,2 0 0,-1 2 0,1 1 0,-29 17 0,52-28 0,1 1 0,-1-1 0,1 0 0,-1 0 0,1 0 0,-1 1 0,1-1 0,-1 0 0,1 1 0,-1-1 0,1 0 0,0 1 0,-1-1 0,1 0 0,0 1 0,-1-1 0,1 1 0,0-1 0,0 1 0,-1-1 0,1 1 0,0-1 0,0 1 0,0-1 0,-1 1 0,1-1 0,0 1 0,0-1 0,0 1 0,0-1 0,0 1 0,0-1 0,0 1 0,1 0 0,16 7 0,33-5 0,-49-3 0,77-3 0,-53 1 0,0 1 0,1 1 0,-1 1 0,38 6 0,-53-3 0,0 0 0,-1 1 0,1-1 0,-1 2 0,-1-1 0,1 2 0,-1-1 0,0 1 0,0 0 0,-1 0 0,0 1 0,8 11 0,-5-6 0,1-2 0,0 1 0,0-2 0,19 14 0,-24-20 0,0-1 0,-1 1 0,1 1 0,-1-1 0,0 1 0,0 0 0,0 0 0,-1 0 0,0 1 0,0-1 0,4 9 0,-5-6 0,0 1 0,0 0 0,-1 0 0,-1 0 0,1 0 0,-1 0 0,-1 0 0,0 10 0,0-12 0,0-1 0,-1 0 0,0 0 0,0 1 0,-1-1 0,0 0 0,0 0 0,0 0 0,-1-1 0,0 1 0,0 0 0,0-1 0,-1 0 0,-4 6 0,-6 4 0,-1 1 0,-32 23 0,8-6 0,25-22 0,-1 0 0,0-1 0,-1-1 0,0 0 0,0-1 0,-1-1 0,0 0 0,0-1 0,-1-1 0,1-1 0,-1 0 0,0-2 0,-30 2 0,44-5-47,0 0 0,0 0 0,-1 0 0,1-1 0,0 1 0,0-1 0,0 0 0,0 0 0,1 0-1,-1-1 1,1 1 0,-1-1 0,1 0 0,0 0 0,0 0 0,0-1 0,0 1 0,1 0 0,-1-1 0,1 0 0,0 0 0,0 0-1,0 0 1,1 0 0,-1 0 0,1 0 0,0 0 0,-1-7 0,-1-11-6779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24575,'0'5'0,"0"7"0,0 11 0,0 16 0,0 7 0,0 1 0,-5-9 0,-2-4 0,1-5 0,0-6-8191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 24575,'-1'10'0,"0"-1"0,0 1 0,-1-1 0,0 1 0,-1-1 0,0 0 0,-1 0 0,0 0 0,-5 8 0,-51 77 0,37-62 0,-23 34 0,-3-1 0,-4-3 0,-91 85 0,140-144 0,1 1 0,-1-1 0,1 1 0,0-1 0,0 1 0,1 0 0,-1 0 0,1 0 0,-1 0 0,1 0 0,1 1 0,-3 5 0,4-7 0,-1 0 0,1 0 0,0 0 0,0 0 0,1-1 0,-1 1 0,1 0 0,-1 0 0,1 0 0,0 0 0,0 0 0,0 0 0,0-1 0,1 1 0,-1 0 0,1-1 0,-1 1 0,1-1 0,4 4 0,15 14 0,2 0 0,0-2 0,0-1 0,2 0 0,0-2 0,40 17 0,36 24 0,17 31 0,-86-60 0,2-2 0,44 25 0,-54-36-1365,-5-1-5461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24575,'-1'0'0,"0"1"0,0-1 0,0 0 0,1 1 0,-1-1 0,0 1 0,0-1 0,1 1 0,-1-1 0,0 1 0,0 0 0,1-1 0,-1 1 0,1 0 0,-1 0 0,1-1 0,-1 1 0,1 0 0,-1 0 0,1 0 0,0 0 0,-1-1 0,1 1 0,0 0 0,0 1 0,-7 31 0,6-25 0,0-4 0,-86 494 0,63-327 0,14-84-1365,8-62-5461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28 207 24575,'1'-6'0,"1"1"0,-1-1 0,2 0 0,-1 1 0,1-1 0,-1 1 0,1 0 0,1 0 0,6-9 0,4-7 0,-9 12 0,0 1 0,0 0 0,1 0 0,0 0 0,1 1 0,0 0 0,0 0 0,0 0 0,1 1 0,0 0 0,0 1 0,0 0 0,1 0 0,0 1 0,0 0 0,0 0 0,0 1 0,0 1 0,1-1 0,0 1 0,-1 1 0,12-1 0,-12 1 0,-1 0 0,1 1 0,0 0 0,-1 1 0,1 0 0,-1 0 0,16 5 0,-19-4 0,0 1 0,-1-1 0,1 1 0,-1 0 0,0 0 0,0 1 0,0-1 0,-1 1 0,1 0 0,-1 0 0,0 0 0,0 1 0,0-1 0,2 6 0,0 0 0,0-1 0,-1 0 0,0 1 0,0 0 0,-1-1 0,-1 1 0,0 1 0,0-1 0,-1 0 0,0 0 0,0 1 0,-1-1 0,-1 0 0,0 1 0,0-1 0,-1 0 0,-1 0 0,1 0 0,-2 0 0,1 0 0,-1-1 0,-8 15 0,4-12 0,-1 0 0,1 0 0,-2-1 0,0 0 0,0 0 0,-1-1 0,0-1 0,-1 0 0,0 0 0,0-1 0,-1-1 0,0 0 0,0-1 0,0 0 0,-20 5 0,12-6 0,16-5 0,0 1 0,0 0 0,1 1 0,-1-1 0,1 1 0,-1 0 0,1 0 0,-1 0 0,-5 5 0,11-2 0,13-1 0,12 0 0,44-4 0,-46-1 0,0 1 0,35 5 0,-52-4 0,0 0 0,1 1 0,-1 0 0,-1 1 0,1 0 0,0 0 0,0 0 0,-1 0 0,0 1 0,0 0 0,0 1 0,7 6 0,-5-3 0,0 1 0,-1 0 0,-1 0 0,1 1 0,-1 0 0,-1 0 0,0 0 0,0 0 0,-1 1 0,4 19 0,-4-12 0,-1 0 0,-1 1 0,0-1 0,-2 0 0,-3 36 0,3-50 0,-1 0 0,0-1 0,0 1 0,0-1 0,-1 1 0,1-1 0,-1 1 0,1-1 0,-1 0 0,0 0 0,-1 0 0,1 0 0,0 0 0,-1 0 0,-4 3 0,0-1 0,0 0 0,0 0 0,0 0 0,-1-1 0,0-1 0,-12 5 0,-3-1 0,-1-1 0,0-1 0,-45 4 0,-118-8 15,110-2-1395,51 1-5446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24575,'16'0'0,"-3"0"0,0 0 0,1 0 0,-1 1 0,0 1 0,21 5 0,-30-5 0,-1-1 0,1 1 0,-1-1 0,1 1 0,-1 0 0,0 1 0,0-1 0,0 1 0,0-1 0,0 1 0,-1 0 0,1 0 0,-1 0 0,1 0 0,-1 0 0,0 1 0,-1-1 0,1 1 0,-1-1 0,1 1 0,-1 0 0,0-1 0,1 8 0,-1-5 0,0 0 0,0 1 0,0-1 0,-1 0 0,0 1 0,-1-1 0,1 0 0,-1 0 0,0 1 0,-1-1 0,1 0 0,-1 0 0,0 0 0,-1 0 0,1-1 0,-1 1 0,-1-1 0,1 1 0,-1-1 0,0 0 0,0 0 0,0-1 0,0 1 0,-1-1 0,0 0 0,0 0 0,0-1 0,-1 1 0,1-1 0,-7 2 0,10-3 0,-1-1 0,0 1 0,1-1 0,0 1 0,-1 0 0,1 0 0,0 0 0,0 0 0,-4 5 0,8 3 0,18-3 0,11-4-300,59-2-1,-75-1-463,15-1-6062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1020 24575,'2'-21'0,"1"1"0,1-1 0,0 1 0,2 0 0,0 0 0,15-31 0,-8 19 0,186-429 0,-185 427 0,-1 0 0,-2-1 0,9-44 0,15-49 0,-16 92 0,-19 35 0,0 0 0,1 1 0,-1-1 0,1 1 0,-1-1 0,1 1 0,-1 0 0,0-1 0,1 1 0,0-1 0,-1 1 0,1 0 0,-1 0 0,1-1 0,-1 1 0,1 0 0,0 0 0,-1 0 0,1-1 0,-1 1 0,1 0 0,0 0 0,-1 0 0,1 0 0,0 0 0,-1 0 0,1 0 0,-1 1 0,1-1 0,0 0 0,-1 0 0,1 0 0,-1 1 0,1-1 0,0 0 0,-1 0 0,1 1 0,-1-1 0,1 1 0,-1-1 0,1 0 0,-1 1 0,0-1 0,1 1 0,-1-1 0,1 1 0,-1-1 0,0 1 0,1 0 0,-1-1 0,0 1 0,0-1 0,0 1 0,1 0 0,-1 0 0,13 30 0,-1 1 0,-2 0 0,-1 0 0,-2 1 0,6 51 0,3 12 0,2 9 0,19 80 0,-2-93 78,-25-69-559,0 0 0,12 49 0,-19-51-6345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24575,'15'0'0,"14"0"0,13 0 0,14 0 0,8 0 0,-3 0 0,-11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24575,'-5'10'0,"-1"8"0,-5 6 0,-1 9 0,2 4 0,3 5 0,-3 1 0,1-2 0,1-4 0,3-7-8191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24575,'8'11'0,"-1"0"0,2-1 0,0 0 0,0 0 0,0-1 0,1 0 0,1-1 0,10 8 0,27 23 0,289 292 0,-308-306 0,-25-23 0,-1 1 0,1 0 0,-1-1 0,0 1 0,0 1 0,0-1 0,0 0 0,0 1 0,-1-1 0,1 1 0,-1 0 0,0-1 0,0 1 0,-1 0 0,1 1 0,-1-1 0,0 0 0,1 8 0,0-1 0,-1 1 0,-1 0 0,0 0 0,-1-1 0,0 1 0,-1 0 0,0-1 0,-1 1 0,0-1 0,-1 0 0,0 0 0,-1 0 0,0-1 0,-1 1 0,-12 16 0,-7 5 0,-2-2 0,0-1 0,-43 35 0,40-39 0,2 1 0,1 2 0,-31 40 0,14-3-1365,33-47-5461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1193 24575,'-1'-211'0,"21"-485"0,-16 659 0,2 0 0,1 0 0,2 0 0,24-64 0,-32 99 0,0-1 0,0 1 0,0 0 0,0 0 0,0 0 0,1 0 0,-1 0 0,1 1 0,-1-1 0,1 0 0,0 1 0,0-1 0,-1 1 0,1-1 0,0 1 0,0 0 0,0 0 0,1 0 0,-1 0 0,0 0 0,0 0 0,0 1 0,1-1 0,-1 1 0,0 0 0,1-1 0,-1 1 0,0 0 0,1 0 0,-1 1 0,0-1 0,1 0 0,-1 1 0,0-1 0,1 1 0,-1 0 0,0 0 0,0 0 0,0 0 0,0 0 0,0 0 0,3 3 0,8 4 0,-1 1 0,1 0 0,-2 1 0,0 1 0,12 13 0,16 20 0,-2 1 0,-2 2 0,56 101 0,-77-121 0,-2 0 0,0 1 0,-3 1 0,0 0 0,-1 0 0,-2 1 0,-1-1 0,-2 1 0,0 49 0,-2-18 0,3-1 0,14 70 0,-11-102-1365,0-6-5461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24575,'5'0'0,"17"-10"0,9-4 0,4 2 0,2-3 0,4 1 0,0 3 0,-2 4 0,-2 3 0,-4 1 0,-1 3 0,-1 0 0,-7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24575,'3'-1'0,"0"0"0,1 0 0,-1 0 0,0-1 0,0 1 0,1-1 0,-1 0 0,-1 0 0,1 0 0,0 0 0,4-5 0,20-13 0,-18 17 0,1-1 0,-1 2 0,0-1 0,1 1 0,0 1 0,-1 0 0,11 0 0,-16 1 0,-1 0 0,1 0 0,-1 0 0,1 0 0,-1 1 0,1 0 0,-1 0 0,1 0 0,-1 0 0,0 0 0,0 1 0,1-1 0,-1 1 0,0 0 0,-1 0 0,1 0 0,0 1 0,0-1 0,-1 0 0,0 1 0,1 0 0,2 4 0,1 6 0,1 1 0,-2 0 0,0 0 0,0 1 0,-1 0 0,-1 0 0,-1 0 0,0 0 0,0 23 0,-2-28 0,0 0 0,-1 0 0,0 0 0,-1-1 0,0 1 0,0 0 0,-1-1 0,0 1 0,0-1 0,-1 0 0,-1 0 0,0-1 0,0 1 0,0-1 0,-10 11 0,14-18-4,-1 0 0,1 0-1,0 0 1,0 0 0,0 0-1,0 1 1,0-1 0,0 0-1,0 0 1,1 1 0,-1-1-1,0 1 1,1-1-1,-1 0 1,1 1 0,-1-1-1,1 1 1,0-1 0,-1 1-1,1-1 1,0 4 0,1-4 13,0 0 0,-1 0 0,1 0-1,0 0 1,0 0 0,0 0 0,0 0 0,0 0 0,0 0 0,0-1 0,0 1 0,0 0 0,0-1 0,0 1 0,0-1-1,1 1 1,-1-1 0,0 0 0,0 1 0,2-1 0,12 2-209,0 0 0,0-1 0,22-2 0,-25 1-457,15-1-6169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24575,'0'5'0,"0"11"0,0 9 0,0 9 0,0 4 0,0 6 0,0 0 0,0 13 0,0 11 0,0-1 0,0 8 0,0-4 0,0-8 0,0-11 0,0-9 0,0-7 0,0-4 0,0-8-8191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24575,'1'-4'0,"0"1"0,0-1 0,0 1 0,0-1 0,1 1 0,-1 0 0,1 0 0,0-1 0,0 1 0,0 1 0,0-1 0,0 0 0,1 0 0,-1 1 0,1-1 0,0 1 0,0 0 0,-1 0 0,6-2 0,6-5 0,0 1 0,27-11 0,-17 12 0,0 1 0,0 1 0,1 1 0,-1 2 0,1 0 0,0 2 0,40 3 0,-3-1 0,-56-2 0,0 1 0,0-1 0,1 1 0,-1 1 0,0-1 0,0 1 0,0 0 0,-1 0 0,1 1 0,0-1 0,-1 1 0,0 1 0,1-1 0,-1 1 0,-1 0 0,1 0 0,0 0 0,-1 1 0,0-1 0,0 1 0,-1 0 0,1 0 0,-1 1 0,0-1 0,0 1 0,-1-1 0,1 1 0,-1 0 0,-1 0 0,1 0 0,0 10 0,1-3 0,-2 1 0,1 0 0,-2 0 0,0 0 0,-1-1 0,0 1 0,-1 0 0,-1-1 0,0 1 0,0-1 0,-2 0 0,1 0 0,-11 20 0,11-28 0,0 0 0,0 0 0,0 0 0,-1 0 0,1-1 0,-1 1 0,0-1 0,0 0 0,-1-1 0,1 1 0,-10 3 0,-74 26 0,23-11 0,55-18 0,0 0 0,-1-2 0,0 1 0,1-1 0,-1-1 0,-20 0 0,18 0 0,0 0 0,0 0 0,-19 5 0,32-6 0,1 0 0,-1 0 0,1 0 0,-1 0 0,0 0 0,1 0 0,-1 0 0,1 1 0,-1-1 0,1 0 0,-1 0 0,1 0 0,-1 1 0,1-1 0,-1 0 0,1 0 0,0 1 0,-1-1 0,1 0 0,-1 1 0,1-1 0,0 1 0,-1-1 0,1 0 0,0 1 0,-1-1 0,1 1 0,0-1 0,0 1 0,-1 0 0,16 5 0,26 1 0,20-5 0,-31-2 0,-1 1 0,1 1 0,-1 2 0,0 1 0,29 8 0,-51-10 0,0-1 0,0 1 0,0 1 0,0-1 0,0 1 0,-1 1 0,0-1 0,0 1 0,0 0 0,0 0 0,-1 1 0,0-1 0,0 1 0,0 1 0,-1-1 0,0 1 0,0-1 0,-1 1 0,0 0 0,0 0 0,0 1 0,-1-1 0,0 0 0,1 11 0,7 31 0,7 42 0,-16-83 0,-1 0 0,1-1 0,-2 1 0,1-1 0,-1 1 0,0 0 0,-1-1 0,1 1 0,-4 8 0,3-13 0,0 0 0,0 0 0,0 0 0,-1 0 0,1-1 0,-1 1 0,1-1 0,-1 1 0,0-1 0,0 0 0,0 0 0,0 0 0,0-1 0,-1 1 0,1-1 0,-6 2 0,-63 14 0,52-13 0,-26 2-15,1-2-1,-1-2 1,-50-4-1,16 0-1287,55 2-5523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12 0,0 12 0,0 9 0,0 3 0,0 3 0,0-2 0,0-4 0,0-5 0,0-9-8191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24575,'-23'18'0,"1"1"0,0 1 0,2 1 0,-26 33 0,-4 4 0,-2-3 0,-16 16 0,-58 80 0,124-149 0,0 0 0,1-1 0,-1 1 0,1 0 0,0 1 0,-1-1 0,1 0 0,0 0 0,0 0 0,1 1 0,-1-1 0,0 0 0,1 1 0,-1-1 0,1 1 0,0-1 0,0 1 0,0-1 0,0 0 0,0 1 0,1-1 0,-1 1 0,1-1 0,-1 1 0,1-1 0,0 0 0,0 0 0,0 1 0,0-1 0,0 0 0,1 0 0,-1 0 0,1 0 0,-1 0 0,1-1 0,0 1 0,-1 0 0,1-1 0,0 1 0,0-1 0,3 2 0,10 5 0,1 0 0,0-1 0,0 0 0,32 7 0,-15-4 0,-10 0 0,-1 0 0,0 2 0,0 0 0,-1 1 0,-1 1 0,0 1 0,-1 1 0,-1 1 0,-1 1 0,0 0 0,15 21 0,-12-18-195,1-1 0,1 0 0,1-2 0,0-1 0,1-1 0,27 13 0,-34-20-6631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24575,'0'1025'-1365,"0"-1001"-5461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24575,'48'-8'0,"-42"6"0,-1 1 0,1-1 0,0 1 0,0 1 0,-1-1 0,1 1 0,0 0 0,0 0 0,10 2 0,-7 0 0,1 2 0,-2-1 0,1 1 0,0 0 0,-1 1 0,0 0 0,0 0 0,0 1 0,-1 0 0,1 0 0,5 8 0,13 15 0,32 45 0,-24-29 0,-30-40 0,0 0 0,0 1 0,-1-1 0,1 1 0,-1-1 0,-1 1 0,1 0 0,-1 0 0,0 0 0,0 1 0,-1-1 0,0 0 0,0 1 0,0-1 0,-1 0 0,0 1 0,0-1 0,-3 13 0,1-11 0,-1 0 0,1-1 0,-2 1 0,1-1 0,-1 0 0,0 0 0,-1 0 0,0 0 0,0-1 0,0 0 0,-1 0 0,0 0 0,0-1 0,-10 8 0,-10 3 0,0 0 0,-1-2 0,-48 18 0,20-9 0,54-23 0,1 0 0,-1 1 0,1-1 0,-1 0 0,1 0 0,-1 0 0,1 0 0,-1 1 0,1-1 0,-1 0 0,1 1 0,-1-1 0,1 0 0,0 1 0,-1-1 0,1 0 0,0 1 0,-1-1 0,1 1 0,0-1 0,-1 1 0,1-1 0,0 1 0,0-1 0,-1 1 0,1-1 0,0 1 0,0-1 0,0 1 0,0 0 0,14 10 0,47 7 0,-35-11 0,200 54 0,-216-59 0,-1 1 0,0 0 0,0 0 0,0 1 0,0 0 0,-1 1 0,1 0 0,-1 1 0,0-1 0,-1 1 0,0 1 0,0 0 0,11 13 0,-7-6 0,-1 0 0,0 1 0,-1 0 0,-1 1 0,-1 0 0,10 30 0,-14-37 0,0-1 0,-1 1 0,0 0 0,-1 0 0,0 0 0,-1 0 0,0 0 0,0 0 0,0 0 0,-1 0 0,-1 0 0,0 0 0,-5 16 0,5-20 0,-1 0 0,0 0 0,0 0 0,0 0 0,-1-1 0,1 1 0,-1-1 0,0 0 0,-1 0 0,1 0 0,-1-1 0,1 1 0,-1-1 0,0 0 0,0-1 0,0 1 0,-1-1 0,1 0 0,-1 0 0,1-1 0,-1 0 0,-8 2 0,3-2 0,-242 28 0,243-29-136,-1 0-1,1-1 1,-1 0-1,1-1 1,0 0-1,-1 0 1,1-1-1,0-1 0,-18-8 1,5 0-6690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2 148 24575,'-1'-13'0,"1"0"0,0 0 0,1 0 0,0 0 0,0 0 0,6-16 0,-7 27 0,1-1 0,-1 1 0,1 0 0,0 0 0,0 0 0,0 0 0,0 0 0,1 0 0,-1 0 0,0 1 0,1-1 0,0 0 0,-1 1 0,1-1 0,0 1 0,-1 0 0,1-1 0,0 1 0,0 0 0,0 0 0,0 0 0,1 0 0,-1 1 0,0-1 0,0 1 0,0-1 0,0 1 0,1 0 0,-1-1 0,0 1 0,0 0 0,1 1 0,-1-1 0,0 0 0,0 1 0,1-1 0,3 2 0,-3-1 0,1 1 0,-1-1 0,0 1 0,1-1 0,-1 1 0,0 0 0,0 0 0,0 0 0,0 1 0,-1-1 0,1 1 0,-1-1 0,1 1 0,-1 0 0,0 0 0,0 0 0,0 0 0,-1 1 0,1-1 0,1 5 0,2 8 0,-1 0 0,0 0 0,2 24 0,1 7 0,-4-36 0,0 0 0,-1 1 0,-1-1 0,0 1 0,0-1 0,-2 1 0,1-1 0,-5 23 0,3-27 0,-1 1 0,0 0 0,0-1 0,-1 0 0,0 0 0,0 0 0,0 0 0,-1 0 0,0-1 0,-1 0 0,0 0 0,1-1 0,-12 8 0,-7 4 0,19-15 0,1 0 0,0 0 0,0 1 0,0 0 0,0 0 0,1 0 0,-1 0 0,1 0 0,-1 1 0,-4 7 0,8-10 0,0-1 0,0 1 0,0 0 0,0-1 0,0 1 0,0 0 0,0 0 0,0-1 0,0 1 0,0 0 0,0-1 0,1 1 0,-1 0 0,0-1 0,0 1 0,1-1 0,-1 1 0,1 0 0,-1-1 0,0 1 0,1-1 0,-1 1 0,1-1 0,-1 1 0,1-1 0,-1 0 0,1 1 0,0-1 0,-1 1 0,1-1 0,-1 0 0,1 0 0,0 1 0,-1-1 0,1 0 0,0 0 0,-1 0 0,1 0 0,0 0 0,-1 0 0,3 0 0,33 4 0,-34-4 0,57 1-1365,-32-1-5461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8:56.91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9518 24575,'0'1'0,"1"0"0,-1 1 0,0-1 0,1 0 0,-1 0 0,1 0 0,-1 0 0,1 0 0,0-1 0,-1 1 0,1 0 0,0 0 0,0 0 0,0 0 0,-1-1 0,1 1 0,0 0 0,0-1 0,0 1 0,0-1 0,0 1 0,0-1 0,0 1 0,0-1 0,0 0 0,1 1 0,-1-1 0,1 0 0,38 6 0,-34-6 0,417 6 0,-242-9 0,-138 2 0,0-3 0,0-1 0,49-13 0,123-42 0,8-3 0,-26 32 0,-133 23 0,0-2 0,-1-3 0,62-21 0,-106 26 0,0-1 0,0-1 0,-1-1 0,0 0 0,-1-2 0,-1 0 0,0 0 0,18-21 0,12-18 0,44-63 0,-68 85 0,194-276 70,-126 177-5793,-65 96 5723,-2-1 0,-1-1 0,-1-2 0,-3 0 0,-1 0 0,15-49 0,2-19 5269,6 3-4373,-12 35-1152,22-85 0,23-81 256,-42 146 0,35-170 0,-6-20 0,-2 11 0,46-252 0,-66 302 0,-28 143 0,2 1 0,39-119 0,-31 129 0,-2-1 0,10-73 0,7-131 0,-10 66 0,23-222 0,-41 359 0,133-859 0,-62 621 0,-13 64 0,-6-83 0,-31 153 0,-10 92 0,3 1 0,45-105 0,-44 123 0,185-433 0,-143 338 0,32-67 0,-78 184 0,-4 5 0,1 1 0,1 0 0,2 1 0,40-48 0,-6 14 0,-4-2 0,-2-3 0,56-107 0,-56 94 0,-35 61 0,2 1 0,0 0 0,2 1 0,-1 1 0,2 0 0,0 1 0,1 1 0,1 0 0,0 1 0,0 1 0,1 1 0,23-10 0,23-5 0,1 2 0,97-22 0,-131 38 0,133-32 0,118-33 0,-215 57 0,1 3 0,125-8 0,9-1 0,21-3 0,289 4 0,-445 20 0,394 0-1365,-358 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0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24575,'292'-2'0,"311"5"0,-556-1 0,0 2 0,-1 2 0,0 1 0,0 3 0,82 30 0,-104-29 0,0 1 0,40 28 0,-7-4 0,-8-8 0,183 116 0,-202-122 0,-2 1 0,0 1 0,-1 1 0,-1 1 0,30 41 0,100 136 0,-66-86 0,84 146 0,14 41 0,-161-265 0,75 110 0,92 175 0,-120-185 0,54 118 0,34 112 0,-89-223 0,4 11 0,36 164 0,-59-159 0,13 72 0,1 4 0,72 298 0,-64-212 0,-28-176 0,-28-90 0,22 100 0,-20-53 0,8 56 0,-20-87 0,15 194 0,-20-214 0,2 0 0,3 0 0,1 0 0,20 51 0,8 40 0,111 344 0,-64-235 0,-54-165 0,72 135 0,-22-50 0,-54-110 0,2-1 0,3-1 0,79 110 0,6-9 0,-91-134 0,37 30 0,-43-42 0,-1 1 0,-2 1 0,1 1 0,27 40 0,-28-32 0,14 25 0,54 68 0,-73-106 0,1 1 0,1-2 0,0 1 0,1-2 0,1-1 0,0 0 0,1 0 0,22 9 0,301 119 0,-293-126 0,1-1 0,1-3 0,87 7 0,141-3 0,-77-7 0,6 6 0,768 71 0,-644-45-1365,-184-25-5461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2.989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0 24575,'18'539'0,"12"-267"0,-24-218-682,0 73-1,-6-100-6143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6.36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0 268 24575,'2'-7'0,"0"1"0,0-1 0,1 1 0,-1-1 0,2 1 0,-1 0 0,1 0 0,-1 0 0,2 1 0,-1-1 0,1 1 0,7-7 0,-5 4 0,11-13 0,0 1 0,2 0 0,0 2 0,1 0 0,1 2 0,27-17 0,-41 29 0,1 0 0,0 0 0,0 0 0,0 1 0,0 1 0,0 0 0,0 0 0,1 0 0,-1 1 0,1 1 0,-1 0 0,1 0 0,-1 1 0,1 0 0,-1 0 0,1 1 0,-1 0 0,0 1 0,0 0 0,0 1 0,11 5 0,-10-4 0,0 0 0,-1 1 0,1 0 0,-1 1 0,-1 0 0,1 0 0,-1 1 0,0 0 0,-1 0 0,0 1 0,0 0 0,-1 0 0,0 1 0,0-1 0,-1 1 0,-1 0 0,0 1 0,0-1 0,-1 1 0,0 0 0,-1 0 0,0 0 0,-1 0 0,0 22 0,-1-8 0,0-1 0,-6 48 0,5-65 0,0 1 0,-1-1 0,-1 0 0,1 0 0,-1 0 0,0 0 0,0 0 0,-1-1 0,0 1 0,-8 9 0,-9 5 0,-1-1 0,-1-1 0,0-1 0,-1-1 0,-1-1 0,-48 23 0,48-28 0,-46 14 0,54-21 0,2 1 0,-1 1 0,0 0 0,1 1 0,1 0 0,-1 1 0,-19 15 0,34-23 0,-1 0 0,1 0 0,-1 0 0,1 1 0,0-1 0,-1 0 0,1 0 0,-1 1 0,1-1 0,0 0 0,-1 1 0,1-1 0,0 1 0,0-1 0,-1 0 0,1 1 0,0-1 0,0 1 0,-1-1 0,1 0 0,0 1 0,0-1 0,0 1 0,0-1 0,0 1 0,0-1 0,-1 1 0,1-1 0,0 1 0,1-1 0,-1 1 0,0-1 0,0 1 0,0-1 0,0 1 0,0-1 0,0 0 0,0 1 0,1-1 0,-1 1 0,0-1 0,0 1 0,1-1 0,-1 0 0,0 1 0,1-1 0,-1 0 0,0 1 0,1-1 0,-1 0 0,1 1 0,-1-1 0,0 0 0,1 0 0,-1 0 0,1 1 0,0-1 0,31 3 0,-2-8 0,-1-3 0,-1 0 0,1-2 0,31-15 0,27-10 0,-81 34 0,1-1 0,0 1 0,0 1 0,0-1 0,0 1 0,-1 0 0,1 1 0,0-1 0,0 2 0,0-1 0,-1 1 0,1 0 0,0 0 0,-1 0 0,0 1 0,0 0 0,1 1 0,-2-1 0,1 1 0,7 6 0,13 12 0,0 0 0,41 48 0,-54-55 0,3 3 0,-2 1 0,0 0 0,0 1 0,-2 1 0,13 28 0,-20-38 0,-1 0 0,0 0 0,0 1 0,-1-1 0,-1 1 0,0 0 0,0 0 0,-1 0 0,-1 0 0,0 0 0,-1 0 0,-3 18 0,2-22 0,-1 1 0,-1 0 0,0-1 0,0 0 0,-1 1 0,0-2 0,0 1 0,-1-1 0,0 0 0,0 0 0,0 0 0,-1-1 0,0 0 0,-12 8 0,5-5 0,-1 0 0,0-1 0,0-1 0,-1 0 0,0-1 0,-32 8 0,29-10 0,-17 4 0,-1-1 0,1-2 0,-42 1 0,33-5 0,27 0 0,0 0 0,0-1 0,1-1 0,-1 0 0,0-2 0,1 0 0,-1-1 0,1 0 0,-32-14 0,37 12-273,1 0 0,0-2 0,0 1 0,-20-18 0,19 11-6553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3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1121 24575,'6'-96'0,"3"1"0,43-183 0,-37 206 0,8-27 0,-9 47 0,11-101 0,-21 132 0,1 0 0,1 0 0,0 0 0,2 1 0,0 0 0,1 1 0,21-33 0,-10 16 0,-18 33 0,-1 0 0,1 0 0,0 0 0,0 0 0,0 0 0,0 1 0,0-1 0,0 1 0,1-1 0,0 1 0,-1 0 0,1 0 0,0 0 0,0 0 0,0 1 0,0-1 0,3 0 0,-2 1 0,-1 1 0,0 0 0,0 0 0,0 0 0,0 0 0,0 0 0,0 1 0,0-1 0,0 1 0,0 0 0,0 0 0,0 0 0,0 1 0,0-1 0,0 0 0,-1 1 0,1 0 0,3 3 0,21 16 0,0 0 0,-2 2 0,-1 1 0,-1 1 0,-1 1 0,-2 1 0,0 1 0,-2 1 0,-1 0 0,-1 1 0,-1 1 0,-2 0 0,15 56 0,16 68 0,6 28 0,-35-101-1365,-10-48-5461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24575,'5'0'0,"6"0"0,7 0 0,5 0 0,4 0 0,-4-5 0,1-1 0,0 0 0,1 1 0,2 1 0,0 2 0,2 1 0,0 0 0,0 1 0,1 0 0,-1 1 0,-4-1-8191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07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24575,'0'5'0,"0"6"0,0 7 0,0 5 0,0 4 0,0 2 0,0 1 0,0 0 0,0 1 0,0-1 0,0-5-8191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1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1090 24575,'10'-270'0,"-6"233"0,2 0 0,2 1 0,1 0 0,2 1 0,19-44 0,-9 26 0,27-106 0,-39 119 0,2 1 0,1 0 0,3 0 0,1 1 0,26-45 0,-38 78 0,0-1 0,0 1 0,1 0 0,0 1 0,0-1 0,0 1 0,0 0 0,1 0 0,-1 1 0,1-1 0,0 1 0,0 1 0,0-1 0,1 1 0,-1 0 0,1 0 0,11-1 0,3 1 0,0 1 0,0 0 0,-1 2 0,31 4 0,-39-2 0,0-1 0,0 2 0,-1 0 0,0 0 0,0 1 0,0 0 0,0 1 0,-1 0 0,0 1 0,0 0 0,-1 0 0,0 1 0,0 1 0,-1-1 0,10 13 0,-1 2 0,-1 0 0,-1 1 0,-1 0 0,-1 1 0,14 38 0,-21-45 0,-2 1 0,0 0 0,-1 0 0,-1 0 0,0 0 0,-2 26 0,0-19 0,1 1 0,6 34 0,0-14 0,-3 1 0,-1 82 0,0 23 0,2-129-1365,1-5-5461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2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24575,'5'0'0,"12"0"0,27 0 0,22 0 0,19 0 0,20 0 0,-3 0 0,-19-4 0,-23-3-8191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3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24575,'41'-1'0,"-26"0"0,1 1 0,-1 0 0,1 1 0,-1 0 0,20 5 0,-30-4 0,-1-1 0,0 1 0,0 0 0,0 0 0,0 0 0,0 0 0,0 1 0,-1-1 0,1 1 0,-1 0 0,0 0 0,0 1 0,0-1 0,0 1 0,0-1 0,-1 1 0,0 0 0,0 0 0,0 0 0,0 0 0,0 0 0,-1 0 0,1 5 0,0-2 0,0-1 0,-1 1 0,0 0 0,-1 0 0,1 0 0,-1-1 0,0 1 0,-1 0 0,0 0 0,-3 12 0,-1-3 0,-2-1 0,1 0 0,-11 16 0,9-16 0,7-14 0,1 0 0,-1 0 0,0 0 0,1 0 0,-1 1 0,1-1 0,-1 0 0,1 1 0,0-1 0,-1 0 0,1 0 0,0 1 0,0-1 0,0 0 0,0 1 0,0-1 0,0 0 0,1 1 0,-1-1 0,0 0 0,1 1 0,-1-1 0,0 0 0,2 3 0,0-3 0,-1 1 0,1-1 0,0 1 0,0-1 0,-1 0 0,1 1 0,0-1 0,0 0 0,0 0 0,1 0 0,-1-1 0,0 1 0,4 0 0,9 2 0,1-1 0,0-1 0,23-1 0,-31-1 0,162-8-1365,-96 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9.057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24575,'23'0'0,"-13"-1"0,0 1 0,0 0 0,-1 1 0,1 0 0,18 4 0,-25-4 0,-1 0 0,1 1 0,0-1 0,-1 0 0,1 1 0,-1 0 0,0-1 0,0 1 0,1 0 0,-1 0 0,0 0 0,0 1 0,-1-1 0,1 0 0,0 1 0,-1-1 0,0 1 0,1 0 0,-1-1 0,0 1 0,0 0 0,-1 0 0,1 0 0,0 3 0,1 8 0,0 0 0,-1 0 0,0 0 0,-2 0 0,1 0 0,-2 0 0,-4 22 0,-1-11 0,-1 0 0,-1 0 0,-13 23 0,20-46 0,1 1 0,0-1 0,0 1 0,0 0 0,0 0 0,0-1 0,1 1 0,-1 0 0,1 0 0,-1 0 0,1-1 0,0 1 0,1 4 0,-1-6 0,1 1 0,0-1 0,0 1 0,-1-1 0,1 0 0,0 0 0,0 0 0,0 1 0,0-1 0,1 0 0,-1 0 0,0 0 0,0-1 0,1 1 0,-1 0 0,0 0 0,1-1 0,-1 1 0,0-1 0,1 1 0,-1-1 0,1 1 0,-1-1 0,1 0 0,-1 0 0,3 0 0,32 3-379,50-4 0,-74 1-228,29-2-6219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0.692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47 1 24575,'2'203'0,"-5"209"0,-11-306 0,8-72 0,-3 61 0,9-12-83,1-3-558,-12 96 0,5-133-6185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2.49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112 31 24575,'37'-9'0,"0"1"0,0 2 0,0 2 0,1 1 0,68 4 0,-102-1 0,1 0 0,0 0 0,0 0 0,0 1 0,0 0 0,0 0 0,-1 1 0,1-1 0,0 1 0,-1 0 0,0 0 0,1 0 0,-1 1 0,0 0 0,0 0 0,0 0 0,0 0 0,-1 0 0,0 1 0,1-1 0,-1 1 0,0 0 0,3 6 0,-3-3 0,-1 0 0,1 0 0,-1 1 0,-1-1 0,1 1 0,-1-1 0,0 1 0,-1 0 0,0-1 0,0 1 0,-1 0 0,0-1 0,0 1 0,-4 9 0,-5 22 0,-3-1 0,-1 0 0,-1 0 0,-3-2 0,-1 0 0,-42 59 0,52-84 0,0-1 0,-1 0 0,0 0 0,-1-1 0,0 0 0,0-1 0,-1 0 0,0-1 0,-21 9 0,3-4 0,0-1 0,0-2 0,-34 6 0,45-9 0,19-6 0,0 0 0,0 0 0,0 1 0,0-1 0,0 0 0,0 0 0,0 0 0,-1 0 0,1 0 0,0 0 0,0 0 0,0 1 0,0-1 0,0 0 0,0 0 0,0 0 0,0 0 0,0 0 0,0 0 0,0 1 0,0-1 0,0 0 0,0 0 0,0 0 0,0 0 0,0 0 0,0 0 0,0 1 0,0-1 0,0 0 0,0 0 0,0 0 0,0 0 0,0 0 0,0 0 0,1 1 0,-1-1 0,0 0 0,0 0 0,0 0 0,0 0 0,0 0 0,0 0 0,0 0 0,0 0 0,0 0 0,1 1 0,-1-1 0,0 0 0,0 0 0,0 0 0,0 0 0,0 0 0,1 0 0,35 8 0,107-4 0,-88-4 0,88 11 0,-137-10 0,-1 0 0,1 0 0,-1 0 0,0 1 0,1 0 0,-1 0 0,0 1 0,0-1 0,-1 1 0,1 0 0,0 1 0,-1-1 0,0 1 0,0-1 0,0 1 0,0 1 0,-1-1 0,1 0 0,-1 1 0,0 0 0,-1-1 0,1 1 0,-1 0 0,0 1 0,0-1 0,0 0 0,1 9 0,0 12 0,0-1 0,-2 1 0,0 0 0,-7 46 0,2-8 0,4-49 0,-1 0 0,0 0 0,-1 0 0,-1 0 0,-1 0 0,-8 24 0,10-33 0,-2 0 0,1 0 0,-1 1 0,0-2 0,0 1 0,-1-1 0,1 1 0,-1-1 0,0 0 0,-1-1 0,1 1 0,-1-1 0,0 0 0,0-1 0,0 1 0,-14 4 0,-8 2 24,-1-2 0,0-1 0,-1-1 0,-50 3 0,-124-5-1509,172-5-5341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3.331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24 1 24575,'0'4'0,"0"8"0,0 11 0,0 6 0,0 4 0,0 6 0,0 1 0,-5-1 0,-2-2 0,1-3 0,1-7-8191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1020 24575,'2'-21'0,"1"1"0,1-1 0,0 1 0,2 0 0,0 0 0,15-31 0,-8 19 0,186-429 0,-185 427 0,-1 0 0,-2-1 0,9-44 0,15-49 0,-16 92 0,-19 35 0,0 0 0,1 1 0,-1-1 0,1 1 0,-1-1 0,1 1 0,-1 0 0,0-1 0,1 1 0,0-1 0,-1 1 0,1 0 0,-1 0 0,1-1 0,-1 1 0,1 0 0,0 0 0,-1 0 0,1-1 0,-1 1 0,1 0 0,0 0 0,-1 0 0,1 0 0,0 0 0,-1 0 0,1 0 0,-1 1 0,1-1 0,0 0 0,-1 0 0,1 0 0,-1 1 0,1-1 0,0 0 0,-1 0 0,1 1 0,-1-1 0,1 1 0,-1-1 0,1 0 0,-1 1 0,0-1 0,1 1 0,-1-1 0,1 1 0,-1-1 0,0 1 0,1 0 0,-1-1 0,0 1 0,0-1 0,0 1 0,1 0 0,-1 0 0,13 30 0,-1 1 0,-2 0 0,-1 0 0,-2 1 0,6 51 0,3 12 0,2 9 0,19 80 0,-2-93 78,-25-69-559,0 0 0,12 49 0,-19-51-6345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24575,'15'0'0,"14"0"0,13 0 0,14 0 0,8 0 0,-3 0 0,-11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24575,'-5'10'0,"-1"8"0,-5 6 0,-1 9 0,2 4 0,3 5 0,-3 1 0,1-2 0,1-4 0,3-7-8191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24575,'8'11'0,"-1"0"0,2-1 0,0 0 0,0 0 0,0-1 0,1 0 0,1-1 0,10 8 0,27 23 0,289 292 0,-308-306 0,-25-23 0,-1 1 0,1 0 0,-1-1 0,0 1 0,0 1 0,0-1 0,0 0 0,0 1 0,-1-1 0,1 1 0,-1 0 0,0-1 0,0 1 0,-1 0 0,1 1 0,-1-1 0,0 0 0,1 8 0,0-1 0,-1 1 0,-1 0 0,0 0 0,-1-1 0,0 1 0,-1 0 0,0-1 0,-1 1 0,0-1 0,-1 0 0,0 0 0,-1 0 0,0-1 0,-1 1 0,-12 16 0,-7 5 0,-2-2 0,0-1 0,-43 35 0,40-39 0,2 1 0,1 2 0,-31 40 0,14-3-1365,33-47-5461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1193 24575,'-1'-211'0,"21"-485"0,-16 659 0,2 0 0,1 0 0,2 0 0,24-64 0,-32 99 0,0-1 0,0 1 0,0 0 0,0 0 0,0 0 0,1 0 0,-1 0 0,1 1 0,-1-1 0,1 0 0,0 1 0,0-1 0,-1 1 0,1-1 0,0 1 0,0 0 0,0 0 0,1 0 0,-1 0 0,0 0 0,0 0 0,0 1 0,1-1 0,-1 1 0,0 0 0,1-1 0,-1 1 0,0 0 0,1 0 0,-1 1 0,0-1 0,1 0 0,-1 1 0,0-1 0,1 1 0,-1 0 0,0 0 0,0 0 0,0 0 0,0 0 0,0 0 0,3 3 0,8 4 0,-1 1 0,1 0 0,-2 1 0,0 1 0,12 13 0,16 20 0,-2 1 0,-2 2 0,56 101 0,-77-121 0,-2 0 0,0 1 0,-3 1 0,0 0 0,-1 0 0,-2 1 0,-1-1 0,-2 1 0,0 49 0,-2-18 0,3-1 0,14 70 0,-11-102-1365,0-6-5461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24575,'5'0'0,"17"-10"0,9-4 0,4 2 0,2-3 0,4 1 0,0 3 0,-2 4 0,-2 3 0,-4 1 0,-1 3 0,-1 0 0,-7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24575,'3'-1'0,"0"0"0,1 0 0,-1 0 0,0-1 0,0 1 0,1-1 0,-1 0 0,-1 0 0,1 0 0,0 0 0,4-5 0,20-13 0,-18 17 0,1-1 0,-1 2 0,0-1 0,1 1 0,0 1 0,-1 0 0,11 0 0,-16 1 0,-1 0 0,1 0 0,-1 0 0,1 0 0,-1 1 0,1 0 0,-1 0 0,1 0 0,-1 0 0,0 0 0,0 1 0,1-1 0,-1 1 0,0 0 0,-1 0 0,1 0 0,0 1 0,0-1 0,-1 0 0,0 1 0,1 0 0,2 4 0,1 6 0,1 1 0,-2 0 0,0 0 0,0 1 0,-1 0 0,-1 0 0,-1 0 0,0 0 0,0 23 0,-2-28 0,0 0 0,-1 0 0,0 0 0,-1-1 0,0 1 0,0 0 0,-1-1 0,0 1 0,0-1 0,-1 0 0,-1 0 0,0-1 0,0 1 0,0-1 0,-10 11 0,14-18-4,-1 0 0,1 0-1,0 0 1,0 0 0,0 0-1,0 1 1,0-1 0,0 0-1,0 0 1,1 1 0,-1-1-1,0 1 1,1-1-1,-1 0 1,1 1 0,-1-1-1,1 1 1,0-1 0,-1 1-1,1-1 1,0 4 0,1-4 13,0 0 0,-1 0 0,1 0-1,0 0 1,0 0 0,0 0 0,0 0 0,0 0 0,0 0 0,0-1 0,0 1 0,0 0 0,0-1 0,0 1 0,0-1-1,1 1 1,-1-1 0,0 0 0,0 1 0,2-1 0,12 2-209,0 0 0,0-1 0,22-2 0,-25 1-457,15-1-6169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24575,'0'5'0,"0"11"0,0 9 0,0 9 0,0 4 0,0 6 0,0 0 0,0 13 0,0 11 0,0-1 0,0 8 0,0-4 0,0-8 0,0-11 0,0-9 0,0-7 0,0-4 0,0-8-8191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24575,'1'-4'0,"0"1"0,0-1 0,0 1 0,0-1 0,1 1 0,-1 0 0,1 0 0,0-1 0,0 1 0,0 1 0,0-1 0,0 0 0,1 0 0,-1 1 0,1-1 0,0 1 0,0 0 0,-1 0 0,6-2 0,6-5 0,0 1 0,27-11 0,-17 12 0,0 1 0,0 1 0,1 1 0,-1 2 0,1 0 0,0 2 0,40 3 0,-3-1 0,-56-2 0,0 1 0,0-1 0,1 1 0,-1 1 0,0-1 0,0 1 0,0 0 0,-1 0 0,1 1 0,0-1 0,-1 1 0,0 1 0,1-1 0,-1 1 0,-1 0 0,1 0 0,0 0 0,-1 1 0,0-1 0,0 1 0,-1 0 0,1 0 0,-1 1 0,0-1 0,0 1 0,-1-1 0,1 1 0,-1 0 0,-1 0 0,1 0 0,0 10 0,1-3 0,-2 1 0,1 0 0,-2 0 0,0 0 0,-1-1 0,0 1 0,-1 0 0,-1-1 0,0 1 0,0-1 0,-2 0 0,1 0 0,-11 20 0,11-28 0,0 0 0,0 0 0,0 0 0,-1 0 0,1-1 0,-1 1 0,0-1 0,0 0 0,-1-1 0,1 1 0,-10 3 0,-74 26 0,23-11 0,55-18 0,0 0 0,-1-2 0,0 1 0,1-1 0,-1-1 0,-20 0 0,18 0 0,0 0 0,0 0 0,-19 5 0,32-6 0,1 0 0,-1 0 0,1 0 0,-1 0 0,0 0 0,1 0 0,-1 0 0,1 1 0,-1-1 0,1 0 0,-1 0 0,1 0 0,-1 1 0,1-1 0,-1 0 0,1 0 0,0 1 0,-1-1 0,1 0 0,-1 1 0,1-1 0,0 1 0,-1-1 0,1 0 0,0 1 0,-1-1 0,1 1 0,0-1 0,0 1 0,-1 0 0,16 5 0,26 1 0,20-5 0,-31-2 0,-1 1 0,1 1 0,-1 2 0,0 1 0,29 8 0,-51-10 0,0-1 0,0 1 0,0 1 0,0-1 0,0 1 0,-1 1 0,0-1 0,0 1 0,0 0 0,0 0 0,-1 1 0,0-1 0,0 1 0,0 1 0,-1-1 0,0 1 0,0-1 0,-1 1 0,0 0 0,0 0 0,0 1 0,-1-1 0,0 0 0,1 11 0,7 31 0,7 42 0,-16-83 0,-1 0 0,1-1 0,-2 1 0,1-1 0,-1 1 0,0 0 0,-1-1 0,1 1 0,-4 8 0,3-13 0,0 0 0,0 0 0,0 0 0,-1 0 0,1-1 0,-1 1 0,1-1 0,-1 1 0,0-1 0,0 0 0,0 0 0,0 0 0,0-1 0,-1 1 0,1-1 0,-6 2 0,-63 14 0,52-13 0,-26 2-15,1-2-1,-1-2 1,-50-4-1,16 0-1287,55 2-5523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12 0,0 12 0,0 9 0,0 3 0,0 3 0,0-2 0,0-4 0,0-5 0,0-9-8191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24575,'-23'18'0,"1"1"0,0 1 0,2 1 0,-26 33 0,-4 4 0,-2-3 0,-16 16 0,-58 80 0,124-149 0,0 0 0,1-1 0,-1 1 0,1 0 0,0 1 0,-1-1 0,1 0 0,0 0 0,0 0 0,1 1 0,-1-1 0,0 0 0,1 1 0,-1-1 0,1 1 0,0-1 0,0 1 0,0-1 0,0 0 0,0 1 0,1-1 0,-1 1 0,1-1 0,-1 1 0,1-1 0,0 0 0,0 0 0,0 1 0,0-1 0,0 0 0,1 0 0,-1 0 0,1 0 0,-1 0 0,1-1 0,0 1 0,-1 0 0,1-1 0,0 1 0,0-1 0,3 2 0,10 5 0,1 0 0,0-1 0,0 0 0,32 7 0,-15-4 0,-10 0 0,-1 0 0,0 2 0,0 0 0,-1 1 0,-1 1 0,0 1 0,-1 1 0,-1 1 0,-1 1 0,0 0 0,15 21 0,-12-18-195,1-1 0,1 0 0,1-2 0,0-1 0,1-1 0,27 13 0,-34-20-6631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24575,'0'1025'-1365,"0"-1001"-5461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24575,'48'-8'0,"-42"6"0,-1 1 0,1-1 0,0 1 0,0 1 0,-1-1 0,1 1 0,0 0 0,0 0 0,10 2 0,-7 0 0,1 2 0,-2-1 0,1 1 0,0 0 0,-1 1 0,0 0 0,0 0 0,0 1 0,-1 0 0,1 0 0,5 8 0,13 15 0,32 45 0,-24-29 0,-30-40 0,0 0 0,0 1 0,-1-1 0,1 1 0,-1-1 0,-1 1 0,1 0 0,-1 0 0,0 0 0,0 1 0,-1-1 0,0 0 0,0 1 0,0-1 0,-1 0 0,0 1 0,0-1 0,-3 13 0,1-11 0,-1 0 0,1-1 0,-2 1 0,1-1 0,-1 0 0,0 0 0,-1 0 0,0 0 0,0-1 0,0 0 0,-1 0 0,0 0 0,0-1 0,-10 8 0,-10 3 0,0 0 0,-1-2 0,-48 18 0,20-9 0,54-23 0,1 0 0,-1 1 0,1-1 0,-1 0 0,1 0 0,-1 0 0,1 0 0,-1 1 0,1-1 0,-1 0 0,1 1 0,-1-1 0,1 0 0,0 1 0,-1-1 0,1 0 0,0 1 0,-1-1 0,1 1 0,0-1 0,-1 1 0,1-1 0,0 1 0,0-1 0,-1 1 0,1-1 0,0 1 0,0-1 0,0 1 0,0 0 0,14 10 0,47 7 0,-35-11 0,200 54 0,-216-59 0,-1 1 0,0 0 0,0 0 0,0 1 0,0 0 0,-1 1 0,1 0 0,-1 1 0,0-1 0,-1 1 0,0 1 0,0 0 0,11 13 0,-7-6 0,-1 0 0,0 1 0,-1 0 0,-1 1 0,-1 0 0,10 30 0,-14-37 0,0-1 0,-1 1 0,0 0 0,-1 0 0,0 0 0,-1 0 0,0 0 0,0 0 0,0 0 0,-1 0 0,-1 0 0,0 0 0,-5 16 0,5-20 0,-1 0 0,0 0 0,0 0 0,0 0 0,-1-1 0,1 1 0,-1-1 0,0 0 0,-1 0 0,1 0 0,-1-1 0,1 1 0,-1-1 0,0 0 0,0-1 0,0 1 0,-1-1 0,1 0 0,-1 0 0,1-1 0,-1 0 0,-8 2 0,3-2 0,-242 28 0,243-29-136,-1 0-1,1-1 1,-1 0-1,1-1 1,0 0-1,-1 0 1,1-1-1,0-1 0,-18-8 1,5 0-6690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2 148 24575,'-1'-13'0,"1"0"0,0 0 0,1 0 0,0 0 0,0 0 0,6-16 0,-7 27 0,1-1 0,-1 1 0,1 0 0,0 0 0,0 0 0,0 0 0,0 0 0,1 0 0,-1 0 0,0 1 0,1-1 0,0 0 0,-1 1 0,1-1 0,0 1 0,-1 0 0,1-1 0,0 1 0,0 0 0,0 0 0,0 0 0,1 0 0,-1 1 0,0-1 0,0 1 0,0-1 0,0 1 0,1 0 0,-1-1 0,0 1 0,0 0 0,1 1 0,-1-1 0,0 0 0,0 1 0,1-1 0,3 2 0,-3-1 0,1 1 0,-1-1 0,0 1 0,1-1 0,-1 1 0,0 0 0,0 0 0,0 0 0,0 1 0,-1-1 0,1 1 0,-1-1 0,1 1 0,-1 0 0,0 0 0,0 0 0,0 0 0,-1 1 0,1-1 0,1 5 0,2 8 0,-1 0 0,0 0 0,2 24 0,1 7 0,-4-36 0,0 0 0,-1 1 0,-1-1 0,0 1 0,0-1 0,-2 1 0,1-1 0,-5 23 0,3-27 0,-1 1 0,0 0 0,0-1 0,-1 0 0,0 0 0,0 0 0,0 0 0,-1 0 0,0-1 0,-1 0 0,0 0 0,1-1 0,-12 8 0,-7 4 0,19-15 0,1 0 0,0 0 0,0 1 0,0 0 0,0 0 0,1 0 0,-1 0 0,1 0 0,-1 1 0,-4 7 0,8-10 0,0-1 0,0 1 0,0 0 0,0-1 0,0 1 0,0 0 0,0 0 0,0-1 0,0 1 0,0 0 0,0-1 0,1 1 0,-1 0 0,0-1 0,0 1 0,1-1 0,-1 1 0,1 0 0,-1-1 0,0 1 0,1-1 0,-1 1 0,1-1 0,-1 1 0,1-1 0,-1 0 0,1 1 0,0-1 0,-1 1 0,1-1 0,-1 0 0,1 0 0,0 1 0,-1-1 0,1 0 0,0 0 0,-1 0 0,1 0 0,0 0 0,-1 0 0,3 0 0,33 4 0,-34-4 0,57 1-1365,-32-1-5461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8:29.10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5432 24575,'20'1'0,"0"1"0,38 9 0,31 3 0,-88-14 0,81 4 0,89-8 0,-156 1 0,0 0 0,0-1 0,0-1 0,0-1 0,-1 0 0,25-14 0,36-15 0,-47 25 0,49-16 0,-1-3 0,-1-4 0,123-73 0,-52 23 0,-111 67 0,-1-3 0,-1-1 0,0-1 0,-2-2 0,31-28 0,-11 5 0,72-50 0,-84 69 0,-1-2 0,-2-1 0,-1-2 0,55-66 0,-40 33 0,-19 28 0,-3-2 0,-1-1 0,24-48 0,94-160 0,1-2 0,-128 217 0,2 1 0,26-33 0,-11 16 0,-18 21 0,27-56 0,5-9 0,51-76 0,116-170 0,-167 282 0,14-20 0,-42 40 0,26-58 0,-28 54 0,23-38 0,-11 33 0,-17 25 0,0 0 0,-2-1 0,13-28 0,138-318 0,-159 359 0,288-560 0,-160 373 0,3-7 0,-104 152 0,2 2 0,64-75 0,40-56 0,-96 127 0,-31 39 0,0 1 0,0 0 0,1 1 0,1 0 0,25-20 0,518-321 0,-534 342 0,-1 1 0,2 0 0,0 2 0,0 0 0,0 2 0,1 0 0,0 1 0,0 2 0,0 0 0,42 1 0,665 3 0,-284 2 0,-316-4 0,137-20 0,-231 16-104,73-10-526,155-2-1,-241 18-6195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03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24575,'117'-2'0,"-43"-1"0,0 4 0,107 14 0,-155-8 0,0 1 0,-1 0 0,0 2 0,0 1 0,28 18 0,51 21 0,-66-32 0,-1 1 0,-1 1 0,55 43 0,40 23 0,-111-73 0,0 1 0,-1 1 0,0 1 0,22 25 0,37 31 0,152 116 0,-205-167 0,1-2 0,1 0 0,0-2 0,1-1 0,1-1 0,1-1 0,36 10 0,25 15 0,-1 3 0,88 56 0,-153-86 0,0-1 0,1-2 0,0 0 0,0-2 0,49 7 0,-35-7 0,60 20 0,-70-17 0,16 7 0,1-2 0,0-2 0,52 7 0,56-2 0,188-3 0,-138-11 0,-171-1 0,-1 2 0,0 1 0,-1 2 0,37 13 0,428 202 0,-465-207 0,2-1 0,0-2 0,0-1 0,63 12 0,-71-16 0,-1 1 0,-1 0 0,0 2 0,0 1 0,-1 1 0,34 26 0,-20-16 0,284 183-1130,-254-157-5093,-51-36 6648,0-1 0,1-1 0,36 19 0,75 22 5327,-76-33-5777,0-3 0,0-2 1,103 14-1,412-16 25,-342-15 0,300-15 0,-305-12 0,-128 20 0,0 4 0,132 9 0,-65 0 0,-73-3-1365,-61 0-5461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09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0 764 24575,'3'-2'0,"-1"-1"0,1 1 0,-1-1 0,0 0 0,0 0 0,0 0 0,-1 0 0,1 0 0,-1 0 0,1 0 0,-1-1 0,1-4 0,1 0 0,69-198 0,-47 128 0,56-124 0,-69 180 0,-1-1 0,-1-1 0,-2 0 0,0 0 0,5-31 0,-12 53 0,-1-3 0,1 0 0,0 0 0,0-1 0,1 1 0,0 1 0,3-8 0,-5 11 0,1 0 0,0 0 0,-1 1 0,1-1 0,0 0 0,-1 1 0,1-1 0,0 0 0,0 1 0,0-1 0,0 1 0,0-1 0,0 1 0,-1 0 0,1-1 0,0 1 0,0 0 0,0 0 0,0-1 0,0 1 0,0 0 0,0 0 0,0 0 0,0 0 0,0 1 0,0-1 0,0 0 0,0 0 0,0 1 0,0-1 0,0 0 0,0 1 0,0-1 0,0 1 0,0-1 0,0 1 0,-1-1 0,1 1 0,1 0 0,14 10 0,-1 1 0,1 0 0,-2 1 0,0 1 0,-1 0 0,14 18 0,67 103 0,-80-113 0,11 15 0,-3 0 0,-1 1 0,-1 1 0,25 76 0,-4 54-1365,-35-145-5461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1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24575,'10'0'0,"13"0"0,8 0 0,4 0 0,0 0 0,0 0 0,-2 0 0,-1 0 0,-1 0 0,-1 0 0,0 0 0,-1 0 0,0 0 0,-5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24575,'-5'5'0,"-1"6"0,0 7 0,1 5 0,1 3 0,2 3 0,1 1 0,0 1 0,1-1 0,0 1 0,1-1 0,-1-6-8191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4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1102 24575,'11'-360'0,"-4"281"0,4 1 0,32-117 0,10-39 0,-30 155 0,-21 73 0,0-1 0,1 1 0,0 0 0,1 0 0,-1 0 0,1 0 0,0 1 0,0-1 0,9-7 0,-11 12 0,-1-1 0,1 1 0,0 0 0,0 1 0,-1-1 0,1 0 0,0 0 0,0 1 0,0-1 0,0 1 0,0 0 0,0-1 0,0 1 0,0 0 0,0 0 0,0 1 0,0-1 0,0 0 0,2 1 0,2 1 0,-1-1 0,0 1 0,0 1 0,0-1 0,0 1 0,-1 0 0,6 3 0,1 4 0,1 0 0,-1 0 0,-1 1 0,15 19 0,-3 4 0,-1 0 0,-2 2 0,-1 0 0,19 55 0,37 161 0,-50-164 0,-11-31-46,5 57-1,-10-60-1225,-2-13-5554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5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24575,'10'0'0,"13"0"0,13 0 0,10 0 0,12 0 0,1 0 0,1 0 0,-6 0 0,-6 0 0,-6 0 0,-11 0-8191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6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24575,'1'-4'0,"1"0"0,-1 1 0,1-1 0,0 0 0,0 1 0,0-1 0,0 1 0,1 0 0,0-1 0,-1 1 0,1 0 0,7-5 0,-9 7 0,23-20 0,2 1 0,0 1 0,1 1 0,1 2 0,0 0 0,43-16 0,-69 31 0,1 0 0,-1 0 0,1 0 0,0 1 0,-1-1 0,1 1 0,0-1 0,0 1 0,-1 0 0,1 0 0,0 0 0,-1 0 0,1 1 0,0-1 0,0 1 0,-1 0 0,1-1 0,-1 1 0,1 0 0,-1 1 0,5 1 0,-5 0 0,1 0 0,-1-1 0,1 1 0,-1 0 0,0 0 0,0 0 0,0 1 0,0-1 0,-1 0 0,0 1 0,1-1 0,-1 1 0,1 7 0,0 8 0,0 0 0,-1 0 0,-1 0 0,-5 38 0,3-45 0,-1 0 0,0 0 0,0 0 0,-1-1 0,-1 1 0,0-1 0,0 0 0,-12 17 0,-4 1 0,-41 42 0,25-29 0,35-41 0,1 1 0,-1-1 0,1 1 0,0 0 0,-1 0 0,1-1 0,0 1 0,0 0 0,0 0 0,1 0 0,-1 0 0,0 0 0,1 0 0,-1 3 0,1-4 0,0 0 0,1 0 0,-1 0 0,0 0 0,0 0 0,1-1 0,-1 1 0,0 0 0,1 0 0,-1 0 0,1-1 0,-1 1 0,1 0 0,-1 0 0,1-1 0,0 1 0,-1-1 0,1 1 0,0-1 0,0 1 0,-1-1 0,1 1 0,1 0 0,6 2 0,1-1 0,-1 0 0,0 0 0,1 0 0,15-1 0,-15 0 0,282 3-1365,-257-5-5461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0.869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24575,'51'689'0,"-51"-686"0,7 223-339,-8-180-687,1-21-5800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2.811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55 3 24575,'144'-1'129,"38"0"-2086,-62 4-2999,-115-3 4956,-1 0 0,0 0 0,0 0 0,1 1 0,-1 0 0,0 0 0,0 0 0,0 0 0,0 1 0,0-1 0,0 1 0,0 0 0,-1 0 0,1 1 0,-1-1 0,1 1 0,3 4 0,-4-3 0,0 0 0,-1 1 0,0-1 0,0 1 0,0 0 0,-1 0 0,1 0 0,-1 0 0,0 0 0,-1 0 0,1 0 0,-1 0 0,0 0 0,-1 6 0,1 6 1226,-2 0-1,0 0 1,-1 0-1,-5 17 0,3-17-1170,-1-1 0,-1 0 0,0 0-1,-1 0 1,-1-1 0,0 0 0,-1-1-1,-1 0 1,0-1 0,-1 0 0,-26 23-1,32-32-54,-1 0 0,1-1 0,-1 1 0,0-1 0,-1 0 0,1-1 0,0 0 0,-1 0 0,1-1 0,-1 1 0,0-2 0,1 1 0,-1-1 0,-8-1 0,5 1 0,0 0 0,1 1 0,-1 0 0,1 0 0,-1 1 0,-13 5 0,23-7 0,-1 1 0,1-1 0,-1 1 0,1-1 0,-1 1 0,1 0 0,0 0 0,-1 0 0,1 0 0,0 0 0,-1 0 0,1 0 0,0 0 0,0 0 0,0 0 0,0 1 0,0-1 0,0 0 0,-1 3 0,2-3 0,0 0 0,0 0 0,0 0 0,1 0 0,-1 0 0,0 0 0,0 1 0,0-1 0,1 0 0,-1 0 0,1 0 0,-1 0 0,1 0 0,-1-1 0,1 1 0,-1 0 0,1 0 0,0 0 0,0 0 0,-1-1 0,2 2 0,8 5 0,-1 0 0,1-1 0,0 0 0,13 6 0,-11-6 0,4 3 0,-1 1 0,-1 1 0,1 0 0,-2 1 0,0 1 0,0 0 0,-1 0 0,-1 1 0,0 1 0,11 20 0,-16-26 0,-1 0 0,0 1 0,0 0 0,-1 0 0,0 1 0,-1-1 0,0 1 0,-1 0 0,0-1 0,-1 1 0,0 0 0,-1 0 0,0 0 0,0 0 0,-1 0 0,-1 0 0,0 0 0,-4 11 0,4-16 0,-1 0 0,0-1 0,0 0 0,0 1 0,0-1 0,-1 0 0,0-1 0,0 1 0,-1-1 0,1 0 0,-1 0 0,0 0 0,-5 3 0,-1-1 0,0-1 0,0 1 0,0-2 0,0 0 0,-1 0 0,-13 2 0,-14 0 0,0-2 0,-78-2 0,117-2 0,-115-2-1365,90 2-5461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3.497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24575,'0'9'0,"0"24"0,0 16 0,0 9 0,0 6 0,0 5 0,0-8-8191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5.642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24575,'0'5'0,"0"12"0,0 37 0,0 30 0,5 15 0,12 11 0,7 6 0,5-1 0,-2-16 0,-6-14 0,-2-17 0,-4-15 0,-4-7 0,-4 9 0,-4 5 0,-1-3 0,-2-11-8191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7.776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90 24575,'7'-1'0,"1"0"0,0 0 0,-1-1 0,1 1 0,-1-2 0,11-3 0,23-8 0,53-7 0,0 4 0,114-5 0,-203 22 0,0-1 0,0 1 0,0 1 0,0-1 0,0 1 0,0 0 0,0 0 0,0 0 0,0 0 0,-1 1 0,1 0 0,0 0 0,-1 1 0,0-1 0,1 1 0,-1 0 0,0 0 0,0 0 0,-1 0 0,6 6 0,-6-4 0,-1 0 0,1 0 0,-1 0 0,0 0 0,0 0 0,0 1 0,-1-1 0,1 0 0,-1 1 0,-1-1 0,1 1 0,-1-1 0,0 1 0,0-1 0,-1 1 0,0-1 0,-2 10 0,-1 3 0,-2 0 0,0-1 0,-1 0 0,0 0 0,-2 0 0,0-1 0,0-1 0,-2 1 0,0-2 0,-20 22 0,-10 4 0,-2-2 0,-49 33 0,3-3 0,89-68 0,-1 1 0,1-1 0,0 0 0,-1 0 0,1 0 0,0 1 0,-1-1 0,1 0 0,0 0 0,0 1 0,-1-1 0,1 0 0,0 1 0,0-1 0,-1 0 0,1 1 0,0-1 0,0 0 0,0 1 0,0-1 0,-1 1 0,1-1 0,0 0 0,0 1 0,0-1 0,0 1 0,0-1 0,0 0 0,0 1 0,0-1 0,0 1 0,0-1 0,1 0 0,-1 1 0,0-1 0,0 1 0,0-1 0,1 1 0,17 7 0,41 0 0,-46-7 0,149 24 0,-143-21 0,1 1 0,-1 1 0,0 1 0,-1 1 0,0 0 0,19 13 0,-28-14 0,-1 0 0,-1 0 0,1 0 0,-1 1 0,-1 0 0,1 1 0,-2 0 0,1 0 0,-1 0 0,0 0 0,4 12 0,-2-1 0,0 0 0,-1 0 0,-2 0 0,5 34 0,-9-45 0,0-1 0,-1 1 0,0 0 0,0-1 0,-1 1 0,0-1 0,-1 1 0,0-1 0,0 0 0,-1 0 0,1 0 0,-2 0 0,-7 10 0,1-3 0,0 0 0,-2-1 0,0 0 0,0-1 0,-21 16 0,5-10-3,-1-2 0,0-1-1,-1-1 1,-40 13 0,-3 2-1346,10-1-5477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9.266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24575,'15'1'0,"1"0"0,0 1 0,0 1 0,-1 1 0,1 1 0,-1 0 0,0 0 0,-1 2 0,1 0 0,13 9 0,-20-12 0,0 1 0,-1 0 0,1 1 0,-1 0 0,0 0 0,0 0 0,-1 1 0,0 0 0,0 0 0,-1 1 0,1 0 0,-2 0 0,1 0 0,-1 0 0,0 1 0,-1-1 0,0 1 0,2 14 0,-4-20 0,-1 1 0,-1 0 0,1 0 0,-1-1 0,1 1 0,-1 0 0,0-1 0,0 1 0,0-1 0,-1 1 0,0-1 0,1 0 0,-1 1 0,-2 2 0,-39 45 0,9-11 0,33-40 0,0 1 0,1 0 0,-1-1 0,1 1 0,-1 0 0,1 0 0,-1-1 0,1 1 0,-1 0 0,1 0 0,0 0 0,-1-1 0,1 1 0,0 0 0,0 0 0,0 0 0,0 0 0,-1 0 0,1 0 0,0-1 0,1 1 0,-1 0 0,0 0 0,0 0 0,0 0 0,0 0 0,1-1 0,-1 1 0,0 0 0,1 0 0,-1 0 0,1-1 0,-1 1 0,1 0 0,-1 0 0,1-1 0,-1 1 0,1 0 0,0-1 0,-1 1 0,1-1 0,0 1 0,0-1 0,-1 1 0,1-1 0,0 0 0,0 1 0,0-1 0,0 0 0,1 1 0,6 0 0,0 1 0,0-1 0,0 0 0,14-1 0,180-17-449,-168 12-467,33-3-5910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3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24575,'2'-13'0,"0"-1"0,0 1 0,1 0 0,1 1 0,0-1 0,1 1 0,0-1 0,1 1 0,0 1 0,1-1 0,0 1 0,1 1 0,1-1 0,-1 1 0,1 0 0,13-9 0,-19 16 0,0 1 0,1 0 0,-1 0 0,0 0 0,1 0 0,-1 0 0,1 1 0,0 0 0,-1 0 0,1 0 0,0 0 0,0 0 0,0 1 0,0 0 0,0 0 0,-1 0 0,1 0 0,0 0 0,0 1 0,0 0 0,5 1 0,6 3 0,-1 1 0,0 1 0,0 0 0,15 11 0,13 6 0,2-2 0,-2 3 0,0 0 0,-2 3 0,-1 1 0,54 54 0,-87-78 0,0-1 0,0 0 0,0 0 0,1 0 0,-1-1 0,1 0 0,0 0 0,0-1 0,0 0 0,0 0 0,0-1 0,1 0 0,11 1 0,9-1 0,-1-1 0,35-5 0,-51 3-85,1 0 0,-1-1-1,1-1 1,-1 0 0,0 0-1,0-1 1,-1 0 0,0-1-1,0-1 1,0 1 0,0-2-1,-1 1 1,-1-1 0,1 0-1,8-12 1,-2 1-6741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24575,'0'702'0,"1"-680"0,1-1 0,10 41 0,-7-39 0,-1 0 0,2 30 0,-5 525 81,-3-280-1527,2-273-5380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1008 24575,'3'-40'0,"1"1"0,10-45 0,-3 24 0,15-79 0,75-227 0,-96 350 0,77-205 0,-82 218 0,1 1 0,0-1 0,0 1 0,0 0 0,0 0 0,1-1 0,-1 1 0,1 0 0,-1 0 0,1 0 0,0 1 0,-1-1 0,1 0 0,0 1 0,0-1 0,0 1 0,1-1 0,-1 1 0,0 0 0,0 0 0,1 0 0,-1 0 0,4 0 0,-4 1 0,0 1 0,0 0 0,1-1 0,-1 1 0,0 0 0,0 0 0,0 1 0,0-1 0,0 0 0,0 1 0,0-1 0,-1 1 0,1-1 0,0 1 0,-1 0 0,0 0 0,1 0 0,-1 0 0,0 0 0,0 0 0,0 0 0,0 0 0,0 0 0,0 0 0,-1 1 0,1 2 0,16 54 0,-3 0 0,9 81 0,-9-48 0,7 46 0,15 84 0,-26-153 87,-9-51-571,2 0 0,7 30 0,-4-30-6342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24575,'5'0'0,"7"-5"0,11-2 0,16 0 0,12 2 0,2 2 0,-3 0 0,-5 2 0,-10 1-8191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24575,'0'-1'0,"1"0"0,-1 0 0,0 0 0,1 0 0,-1 0 0,1 0 0,-1 0 0,1 0 0,-1 0 0,1 0 0,-1 0 0,1 0 0,0 0 0,0 1 0,-1-1 0,1 0 0,0 0 0,0 1 0,0-1 0,0 1 0,0-1 0,0 1 0,0-1 0,0 1 0,0 0 0,0-1 0,0 1 0,0 0 0,0 0 0,0 0 0,0 0 0,0 0 0,0 0 0,2 0 0,-1 0 0,1 0 0,-1 0 0,1 0 0,-1 0 0,1 0 0,-1 1 0,1-1 0,-1 1 0,0 0 0,1 0 0,-1 0 0,0 0 0,0 0 0,3 2 0,-2 1 0,0-1 0,-1 1 0,1 0 0,-1 0 0,0 0 0,0 1 0,-1-1 0,1 0 0,-1 1 0,0-1 0,0 1 0,0 8 0,1 63 0,-3-51 0,1-14 0,-1-1 0,0 1 0,-1-1 0,0 1 0,-1-1 0,0 0 0,-1 0 0,-6 13 0,10-22 0,0-1 0,0 0 0,0 0 0,0 1 0,-1-1 0,1 0 0,0 1 0,0-1 0,0 0 0,0 1 0,0-1 0,0 0 0,0 1 0,0-1 0,0 0 0,1 0 0,-1 1 0,0-1 0,0 0 0,0 1 0,0-1 0,0 0 0,0 1 0,1-1 0,-1 0 0,0 0 0,0 1 0,0-1 0,1 0 0,-1 0 0,0 0 0,0 1 0,1-1 0,-1 0 0,0 0 0,1 0 0,-1 0 0,0 0 0,0 1 0,1-1 0,-1 0 0,0 0 0,1 0 0,-1 0 0,0 0 0,1 0 0,-1 0 0,20 0 0,-17 0 0,127-6-1365,-101 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24575,'6'0'0,"10"0"0,9 0 0,4 0 0,3 0 0,0 0 0,0 0 0,0 0 0,-1 0 0,-1 0 0,0 0 0,-1 0 0,-5 5 0,-1 2 0,-5-1-8191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24575,'0'821'-1365,"0"-796"-5461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0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24575,'1'-7'0,"1"1"0,1-1 0,-1 0 0,1 1 0,0 0 0,0 0 0,1 0 0,0 0 0,0 1 0,1-1 0,4-4 0,1-2 0,-8 9 0,1-1 0,0 1 0,0 0 0,0 0 0,0 0 0,0 1 0,1-1 0,-1 1 0,1 0 0,0 0 0,-1 0 0,1 0 0,0 1 0,0-1 0,0 1 0,0 0 0,1 0 0,4 0 0,-2 1 0,0 0 0,0 1 0,-1 0 0,1 0 0,0 1 0,0-1 0,-1 2 0,1-1 0,-1 1 0,8 4 0,8 6 0,-1 2 0,-1 0 0,0 1 0,-1 0 0,20 24 0,-35-35 0,0 0 0,0 1 0,0 0 0,0 0 0,-1 0 0,0 0 0,0 0 0,-1 1 0,0-1 0,0 1 0,0-1 0,-1 1 0,0 0 0,0 0 0,0 0 0,-1-1 0,-1 1 0,1 0 0,-1 0 0,0 0 0,0 0 0,-1-1 0,0 1 0,0-1 0,-1 1 0,-4 9 0,-2 0 0,0 1 0,-1-2 0,-1 1 0,0-1 0,-1-1 0,0 0 0,-1-1 0,-24 19 0,26-25 0,1-1 0,-1 0 0,0-1 0,0 0 0,-23 7 0,21-8 0,0 0 0,0 2 0,-17 9 0,30-15 0,-1 0 0,1 0 0,-1 0 0,1 0 0,-1 0 0,1 0 0,-1 1 0,1-1 0,0 0 0,-1 0 0,1 0 0,-1 1 0,1-1 0,0 0 0,-1 1 0,1-1 0,0 0 0,-1 1 0,1-1 0,0 0 0,0 1 0,-1-1 0,1 1 0,0-1 0,0 0 0,0 1 0,-1-1 0,1 1 0,0-1 0,0 1 0,0-1 0,0 1 0,0-1 0,0 1 0,0-1 0,0 0 0,0 1 0,0-1 0,0 1 0,0-1 0,1 1 0,-1-1 0,0 1 0,0-1 0,1 1 0,25 8 0,35-4 0,-32-5 0,-17-1 0,1 1 0,-1 1 0,1 0 0,23 5 0,-32-5 0,0 1 0,0-1 0,0 1 0,0 0 0,0 1 0,0-1 0,0 1 0,-1-1 0,0 1 0,1 0 0,-1 0 0,0 1 0,0-1 0,0 1 0,-1-1 0,0 1 0,4 7 0,1 4 0,-1 0 0,0 0 0,-1 0 0,-1 1 0,0 0 0,-2 0 0,1 0 0,-2 0 0,0 0 0,-1 0 0,-1 1 0,-4 25 0,4-35 0,-1 0 0,1 1 0,-2-2 0,1 1 0,-1 0 0,0 0 0,0-1 0,0 1 0,-1-1 0,0 0 0,0 0 0,-1-1 0,0 1 0,0-1 0,0 0 0,-1 0 0,1-1 0,-1 0 0,0 0 0,0 0 0,-1 0 0,1-1 0,-1 0 0,0-1 0,0 1 0,0-1 0,0-1 0,0 1 0,-13 0 0,-47-1-1365,38-1-5461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0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24575,'7'-1'0,"1"1"0,-1 0 0,1 1 0,-1 0 0,1 0 0,-1 1 0,1-1 0,-1 2 0,10 3 0,-14-4 0,0 0 0,0 1 0,-1-1 0,0 0 0,1 1 0,-1-1 0,0 1 0,0 0 0,0 0 0,0 0 0,-1 0 0,1 0 0,-1 0 0,0 0 0,0 1 0,0-1 0,0 0 0,-1 1 0,1-1 0,-1 1 0,0-1 0,0 0 0,-1 6 0,0 6 0,0 0 0,-2 0 0,0 0 0,-1 0 0,0 0 0,-13 27 0,5-14 0,-2-2 0,-28 42 0,35-60 0,-1 1 0,1-2 0,-2 1 0,1-1 0,-1 0 0,-13 7 0,2-1 0,19-13-1,1 0-1,0 0 0,-1 1 1,1-1-1,0 0 1,-1 0-1,1 0 1,0 0-1,-1 0 0,1 1 1,0-1-1,0 0 1,-1 0-1,1 0 0,0 1 1,0-1-1,-1 0 1,1 0-1,0 1 1,0-1-1,-1 0 0,1 1 1,0-1-1,0 0 1,0 0-1,0 1 0,0-1 1,0 0-1,0 1 1,-1-1-1,1 1 1,0-1-1,0 0 0,0 1 1,0-1-1,0 0 1,0 1-1,1-1 0,-1 0 1,0 1-1,0-1 1,0 0-1,0 1 1,0-1-1,0 0 0,1 0 1,-1 1-1,0-1 1,0 0-1,0 1 0,1-1 1,-1 0-1,1 1 1,26 6 198,39-5-1438,-64-2 1005,26-1-6590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0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24575,'0'1808'-1365,"0"-1780"-5461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3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24575,'45'-50'0,"-33"35"0,2 0 0,0 1 0,28-23 0,-34 31 0,1 0 0,1 0 0,-1 1 0,1 1 0,-1 0 0,1 0 0,1 1 0,-1 0 0,15-2 0,-18 4 0,0 1 0,0-1 0,0 2 0,0-1 0,-1 1 0,1 0 0,0 0 0,-1 1 0,1 0 0,-1 0 0,1 1 0,-1-1 0,0 1 0,0 1 0,9 5 0,125 116 0,-133-120 0,0-1 0,1-1 0,-1 0 0,1 0 0,-1 0 0,1-1 0,0 0 0,0 0 0,0-1 0,14 1 0,90-5 0,-53-1 0,-30 4-114,-9 1-25,0-1 0,0 0 0,0-2 0,0-1 0,-1 0 0,1-1 0,-1-1 0,34-14 0,-32 9-6687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3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351 119 24575,'-14'0'0,"0"1"0,1 0 0,-1 0 0,1 2 0,0-1 0,-1 2 0,1 0 0,-21 10 0,25-10 0,0 1 0,1 1 0,0 0 0,1 0 0,-1 0 0,1 1 0,0 0 0,1 1 0,-1-1 0,1 1 0,1 0 0,-9 17 0,3 0 0,0 0 0,2 1 0,0 0 0,-5 32 0,-11 110 0,24-158 0,-11 66 0,6-41 0,-3 51 0,9-73 0,0 0 0,1 0 0,1 0 0,0 0 0,0 0 0,2 0 0,6 18 0,29 57 0,65 110 0,-99-190 0,0 0 0,0-1 0,1 0 0,0 0 0,0 0 0,0-1 0,1 0 0,0 0 0,0 0 0,11 5 0,-15-9 0,1-1 0,-1 1 0,0-1 0,1 0 0,-1 0 0,1 0 0,-1 0 0,1-1 0,-1 1 0,1-1 0,-1 0 0,1 0 0,-1 0 0,1-1 0,0 1 0,-1-1 0,1 0 0,-1 0 0,0 0 0,1-1 0,-1 1 0,0-1 0,0 1 0,0-1 0,0 0 0,0 0 0,0-1 0,0 1 0,2-4 0,6-5 0,-1 0 0,-1-1 0,0 0 0,0-1 0,-2 0 0,1 0 0,-2-1 0,1 0 0,-2 0 0,7-25 0,-3-8 0,-1 0 0,1-51 0,-4 48 0,-3 34 0,1 1 0,1 0 0,0 0 0,11-24 0,-9 26 0,-1-1 0,0 0 0,-1 0 0,-1-1 0,3-20 0,-5-253 0,-3 137 0,2 142-45,-1 0-1,0 1 1,-1-1-1,0 0 1,0 0-1,0 1 1,-1-1-1,-1 1 1,0 0-1,0 0 1,0 0-1,-1 0 1,0 1-1,0 0 1,-1 0-1,0 0 1,0 1-1,-1 0 1,0 0-1,0 0 1,0 1-1,-1 0 1,1 1-1,-1-1 0,0 2 1,-1-1-1,1 1 1,-1 0-1,-16-3 1,-1 1-6781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649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38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184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80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43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243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89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998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88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216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74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351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59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4265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013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822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0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538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470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702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385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89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161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5977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612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45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68488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6674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6042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customXml" Target="../ink/ink12.xml"/><Relationship Id="rId42" Type="http://schemas.openxmlformats.org/officeDocument/2006/relationships/image" Target="../media/image33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46.png"/><Relationship Id="rId84" Type="http://schemas.openxmlformats.org/officeDocument/2006/relationships/image" Target="../media/image54.png"/><Relationship Id="rId89" Type="http://schemas.openxmlformats.org/officeDocument/2006/relationships/customXml" Target="../ink/ink46.xml"/><Relationship Id="rId112" Type="http://schemas.openxmlformats.org/officeDocument/2006/relationships/customXml" Target="../ink/ink58.xml"/><Relationship Id="rId16" Type="http://schemas.openxmlformats.org/officeDocument/2006/relationships/image" Target="../media/image20.png"/><Relationship Id="rId107" Type="http://schemas.openxmlformats.org/officeDocument/2006/relationships/image" Target="../media/image65.png"/><Relationship Id="rId11" Type="http://schemas.openxmlformats.org/officeDocument/2006/relationships/customXml" Target="../ink/ink7.xml"/><Relationship Id="rId32" Type="http://schemas.openxmlformats.org/officeDocument/2006/relationships/image" Target="../media/image28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41.png"/><Relationship Id="rId74" Type="http://schemas.openxmlformats.org/officeDocument/2006/relationships/image" Target="../media/image49.png"/><Relationship Id="rId79" Type="http://schemas.openxmlformats.org/officeDocument/2006/relationships/customXml" Target="../ink/ink41.xml"/><Relationship Id="rId102" Type="http://schemas.openxmlformats.org/officeDocument/2006/relationships/image" Target="../media/image63.png"/><Relationship Id="rId5" Type="http://schemas.openxmlformats.org/officeDocument/2006/relationships/customXml" Target="../ink/ink4.xml"/><Relationship Id="rId90" Type="http://schemas.openxmlformats.org/officeDocument/2006/relationships/image" Target="../media/image57.png"/><Relationship Id="rId95" Type="http://schemas.openxmlformats.org/officeDocument/2006/relationships/customXml" Target="../ink/ink49.xml"/><Relationship Id="rId22" Type="http://schemas.openxmlformats.org/officeDocument/2006/relationships/image" Target="../media/image23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36.png"/><Relationship Id="rId64" Type="http://schemas.openxmlformats.org/officeDocument/2006/relationships/image" Target="../media/image44.png"/><Relationship Id="rId69" Type="http://schemas.openxmlformats.org/officeDocument/2006/relationships/customXml" Target="../ink/ink36.xml"/><Relationship Id="rId113" Type="http://schemas.openxmlformats.org/officeDocument/2006/relationships/image" Target="../media/image68.png"/><Relationship Id="rId80" Type="http://schemas.openxmlformats.org/officeDocument/2006/relationships/image" Target="../media/image52.png"/><Relationship Id="rId85" Type="http://schemas.openxmlformats.org/officeDocument/2006/relationships/customXml" Target="../ink/ink44.xml"/><Relationship Id="rId12" Type="http://schemas.openxmlformats.org/officeDocument/2006/relationships/image" Target="../media/image18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31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108" Type="http://schemas.openxmlformats.org/officeDocument/2006/relationships/customXml" Target="../ink/ink56.xml"/><Relationship Id="rId54" Type="http://schemas.openxmlformats.org/officeDocument/2006/relationships/image" Target="../media/image39.png"/><Relationship Id="rId70" Type="http://schemas.openxmlformats.org/officeDocument/2006/relationships/image" Target="../media/image47.png"/><Relationship Id="rId75" Type="http://schemas.openxmlformats.org/officeDocument/2006/relationships/customXml" Target="../ink/ink39.xml"/><Relationship Id="rId91" Type="http://schemas.openxmlformats.org/officeDocument/2006/relationships/customXml" Target="../ink/ink47.xml"/><Relationship Id="rId96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customXml" Target="../ink/ink55.xml"/><Relationship Id="rId10" Type="http://schemas.openxmlformats.org/officeDocument/2006/relationships/image" Target="../media/image17.png"/><Relationship Id="rId31" Type="http://schemas.openxmlformats.org/officeDocument/2006/relationships/customXml" Target="../ink/ink17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60" Type="http://schemas.openxmlformats.org/officeDocument/2006/relationships/image" Target="../media/image42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51.png"/><Relationship Id="rId81" Type="http://schemas.openxmlformats.org/officeDocument/2006/relationships/customXml" Target="../ink/ink42.xml"/><Relationship Id="rId86" Type="http://schemas.openxmlformats.org/officeDocument/2006/relationships/image" Target="../media/image55.png"/><Relationship Id="rId94" Type="http://schemas.openxmlformats.org/officeDocument/2006/relationships/image" Target="../media/image59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image" Target="../media/image14.png"/><Relationship Id="rId9" Type="http://schemas.openxmlformats.org/officeDocument/2006/relationships/customXml" Target="../ink/ink6.xml"/><Relationship Id="rId13" Type="http://schemas.openxmlformats.org/officeDocument/2006/relationships/customXml" Target="../ink/ink8.xml"/><Relationship Id="rId18" Type="http://schemas.openxmlformats.org/officeDocument/2006/relationships/image" Target="../media/image21.png"/><Relationship Id="rId39" Type="http://schemas.openxmlformats.org/officeDocument/2006/relationships/customXml" Target="../ink/ink21.xml"/><Relationship Id="rId109" Type="http://schemas.openxmlformats.org/officeDocument/2006/relationships/image" Target="../media/image66.png"/><Relationship Id="rId34" Type="http://schemas.openxmlformats.org/officeDocument/2006/relationships/image" Target="../media/image29.png"/><Relationship Id="rId50" Type="http://schemas.openxmlformats.org/officeDocument/2006/relationships/image" Target="../media/image37.png"/><Relationship Id="rId55" Type="http://schemas.openxmlformats.org/officeDocument/2006/relationships/customXml" Target="../ink/ink29.xml"/><Relationship Id="rId76" Type="http://schemas.openxmlformats.org/officeDocument/2006/relationships/image" Target="../media/image50.png"/><Relationship Id="rId97" Type="http://schemas.openxmlformats.org/officeDocument/2006/relationships/customXml" Target="../ink/ink50.xml"/><Relationship Id="rId104" Type="http://schemas.openxmlformats.org/officeDocument/2006/relationships/image" Target="../media/image64.png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16.xml"/><Relationship Id="rId24" Type="http://schemas.openxmlformats.org/officeDocument/2006/relationships/image" Target="../media/image24.png"/><Relationship Id="rId40" Type="http://schemas.openxmlformats.org/officeDocument/2006/relationships/image" Target="../media/image32.png"/><Relationship Id="rId45" Type="http://schemas.openxmlformats.org/officeDocument/2006/relationships/customXml" Target="../ink/ink24.xml"/><Relationship Id="rId66" Type="http://schemas.openxmlformats.org/officeDocument/2006/relationships/image" Target="../media/image45.png"/><Relationship Id="rId87" Type="http://schemas.openxmlformats.org/officeDocument/2006/relationships/customXml" Target="../ink/ink45.xml"/><Relationship Id="rId110" Type="http://schemas.openxmlformats.org/officeDocument/2006/relationships/customXml" Target="../ink/ink57.xml"/><Relationship Id="rId61" Type="http://schemas.openxmlformats.org/officeDocument/2006/relationships/customXml" Target="../ink/ink32.xml"/><Relationship Id="rId82" Type="http://schemas.openxmlformats.org/officeDocument/2006/relationships/image" Target="../media/image53.png"/><Relationship Id="rId19" Type="http://schemas.openxmlformats.org/officeDocument/2006/relationships/customXml" Target="../ink/ink11.xml"/><Relationship Id="rId14" Type="http://schemas.openxmlformats.org/officeDocument/2006/relationships/image" Target="../media/image19.png"/><Relationship Id="rId30" Type="http://schemas.openxmlformats.org/officeDocument/2006/relationships/image" Target="../media/image27.png"/><Relationship Id="rId35" Type="http://schemas.openxmlformats.org/officeDocument/2006/relationships/customXml" Target="../ink/ink19.xml"/><Relationship Id="rId56" Type="http://schemas.openxmlformats.org/officeDocument/2006/relationships/image" Target="../media/image40.png"/><Relationship Id="rId77" Type="http://schemas.openxmlformats.org/officeDocument/2006/relationships/customXml" Target="../ink/ink40.xml"/><Relationship Id="rId100" Type="http://schemas.openxmlformats.org/officeDocument/2006/relationships/image" Target="../media/image62.png"/><Relationship Id="rId105" Type="http://schemas.openxmlformats.org/officeDocument/2006/relationships/customXml" Target="../ink/ink54.xml"/><Relationship Id="rId8" Type="http://schemas.openxmlformats.org/officeDocument/2006/relationships/image" Target="../media/image16.png"/><Relationship Id="rId51" Type="http://schemas.openxmlformats.org/officeDocument/2006/relationships/customXml" Target="../ink/ink27.xml"/><Relationship Id="rId72" Type="http://schemas.openxmlformats.org/officeDocument/2006/relationships/image" Target="../media/image48.png"/><Relationship Id="rId93" Type="http://schemas.openxmlformats.org/officeDocument/2006/relationships/customXml" Target="../ink/ink48.xml"/><Relationship Id="rId98" Type="http://schemas.openxmlformats.org/officeDocument/2006/relationships/image" Target="../media/image61.png"/><Relationship Id="rId3" Type="http://schemas.openxmlformats.org/officeDocument/2006/relationships/customXml" Target="../ink/ink3.xml"/><Relationship Id="rId25" Type="http://schemas.openxmlformats.org/officeDocument/2006/relationships/customXml" Target="../ink/ink14.xml"/><Relationship Id="rId46" Type="http://schemas.openxmlformats.org/officeDocument/2006/relationships/image" Target="../media/image35.png"/><Relationship Id="rId67" Type="http://schemas.openxmlformats.org/officeDocument/2006/relationships/customXml" Target="../ink/ink35.xml"/><Relationship Id="rId20" Type="http://schemas.openxmlformats.org/officeDocument/2006/relationships/image" Target="../media/image22.png"/><Relationship Id="rId41" Type="http://schemas.openxmlformats.org/officeDocument/2006/relationships/customXml" Target="../ink/ink22.xml"/><Relationship Id="rId62" Type="http://schemas.openxmlformats.org/officeDocument/2006/relationships/image" Target="../media/image43.png"/><Relationship Id="rId83" Type="http://schemas.openxmlformats.org/officeDocument/2006/relationships/customXml" Target="../ink/ink43.xml"/><Relationship Id="rId88" Type="http://schemas.openxmlformats.org/officeDocument/2006/relationships/image" Target="../media/image56.png"/><Relationship Id="rId111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.png"/><Relationship Id="rId21" Type="http://schemas.openxmlformats.org/officeDocument/2006/relationships/customXml" Target="../ink/ink68.xml"/><Relationship Id="rId42" Type="http://schemas.openxmlformats.org/officeDocument/2006/relationships/image" Target="../media/image85.png"/><Relationship Id="rId47" Type="http://schemas.openxmlformats.org/officeDocument/2006/relationships/customXml" Target="../ink/ink81.xml"/><Relationship Id="rId63" Type="http://schemas.openxmlformats.org/officeDocument/2006/relationships/customXml" Target="../ink/ink89.xml"/><Relationship Id="rId68" Type="http://schemas.openxmlformats.org/officeDocument/2006/relationships/image" Target="../media/image96.png"/><Relationship Id="rId84" Type="http://schemas.openxmlformats.org/officeDocument/2006/relationships/image" Target="../media/image104.png"/><Relationship Id="rId89" Type="http://schemas.openxmlformats.org/officeDocument/2006/relationships/customXml" Target="../ink/ink102.xml"/><Relationship Id="rId16" Type="http://schemas.openxmlformats.org/officeDocument/2006/relationships/image" Target="../media/image24.png"/><Relationship Id="rId107" Type="http://schemas.openxmlformats.org/officeDocument/2006/relationships/customXml" Target="../ink/ink111.xml"/><Relationship Id="rId11" Type="http://schemas.openxmlformats.org/officeDocument/2006/relationships/customXml" Target="../ink/ink63.xml"/><Relationship Id="rId32" Type="http://schemas.openxmlformats.org/officeDocument/2006/relationships/image" Target="../media/image82.png"/><Relationship Id="rId37" Type="http://schemas.openxmlformats.org/officeDocument/2006/relationships/customXml" Target="../ink/ink76.xml"/><Relationship Id="rId53" Type="http://schemas.openxmlformats.org/officeDocument/2006/relationships/customXml" Target="../ink/ink84.xml"/><Relationship Id="rId58" Type="http://schemas.openxmlformats.org/officeDocument/2006/relationships/image" Target="../media/image91.png"/><Relationship Id="rId74" Type="http://schemas.openxmlformats.org/officeDocument/2006/relationships/image" Target="../media/image99.png"/><Relationship Id="rId79" Type="http://schemas.openxmlformats.org/officeDocument/2006/relationships/customXml" Target="../ink/ink97.xml"/><Relationship Id="rId102" Type="http://schemas.openxmlformats.org/officeDocument/2006/relationships/image" Target="../media/image113.png"/><Relationship Id="rId5" Type="http://schemas.openxmlformats.org/officeDocument/2006/relationships/customXml" Target="../ink/ink60.xml"/><Relationship Id="rId90" Type="http://schemas.openxmlformats.org/officeDocument/2006/relationships/image" Target="../media/image107.png"/><Relationship Id="rId95" Type="http://schemas.openxmlformats.org/officeDocument/2006/relationships/customXml" Target="../ink/ink105.xml"/><Relationship Id="rId22" Type="http://schemas.openxmlformats.org/officeDocument/2006/relationships/image" Target="../media/image77.png"/><Relationship Id="rId27" Type="http://schemas.openxmlformats.org/officeDocument/2006/relationships/customXml" Target="../ink/ink71.xml"/><Relationship Id="rId43" Type="http://schemas.openxmlformats.org/officeDocument/2006/relationships/customXml" Target="../ink/ink79.xml"/><Relationship Id="rId48" Type="http://schemas.openxmlformats.org/officeDocument/2006/relationships/image" Target="../media/image87.png"/><Relationship Id="rId64" Type="http://schemas.openxmlformats.org/officeDocument/2006/relationships/image" Target="../media/image94.png"/><Relationship Id="rId69" Type="http://schemas.openxmlformats.org/officeDocument/2006/relationships/customXml" Target="../ink/ink92.xml"/><Relationship Id="rId80" Type="http://schemas.openxmlformats.org/officeDocument/2006/relationships/image" Target="../media/image102.png"/><Relationship Id="rId85" Type="http://schemas.openxmlformats.org/officeDocument/2006/relationships/customXml" Target="../ink/ink100.xml"/><Relationship Id="rId12" Type="http://schemas.openxmlformats.org/officeDocument/2006/relationships/image" Target="../media/image73.png"/><Relationship Id="rId17" Type="http://schemas.openxmlformats.org/officeDocument/2006/relationships/customXml" Target="../ink/ink66.xml"/><Relationship Id="rId33" Type="http://schemas.openxmlformats.org/officeDocument/2006/relationships/customXml" Target="../ink/ink74.xml"/><Relationship Id="rId38" Type="http://schemas.openxmlformats.org/officeDocument/2006/relationships/image" Target="../media/image83.png"/><Relationship Id="rId59" Type="http://schemas.openxmlformats.org/officeDocument/2006/relationships/customXml" Target="../ink/ink87.xml"/><Relationship Id="rId103" Type="http://schemas.openxmlformats.org/officeDocument/2006/relationships/customXml" Target="../ink/ink109.xml"/><Relationship Id="rId108" Type="http://schemas.openxmlformats.org/officeDocument/2006/relationships/image" Target="../media/image116.png"/><Relationship Id="rId54" Type="http://schemas.openxmlformats.org/officeDocument/2006/relationships/image" Target="../media/image89.png"/><Relationship Id="rId70" Type="http://schemas.openxmlformats.org/officeDocument/2006/relationships/image" Target="../media/image97.png"/><Relationship Id="rId75" Type="http://schemas.openxmlformats.org/officeDocument/2006/relationships/customXml" Target="../ink/ink95.xml"/><Relationship Id="rId91" Type="http://schemas.openxmlformats.org/officeDocument/2006/relationships/customXml" Target="../ink/ink103.xml"/><Relationship Id="rId96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15" Type="http://schemas.openxmlformats.org/officeDocument/2006/relationships/customXml" Target="../ink/ink65.xml"/><Relationship Id="rId23" Type="http://schemas.openxmlformats.org/officeDocument/2006/relationships/customXml" Target="../ink/ink69.xml"/><Relationship Id="rId28" Type="http://schemas.openxmlformats.org/officeDocument/2006/relationships/image" Target="../media/image80.png"/><Relationship Id="rId36" Type="http://schemas.openxmlformats.org/officeDocument/2006/relationships/image" Target="../media/image58.png"/><Relationship Id="rId49" Type="http://schemas.openxmlformats.org/officeDocument/2006/relationships/customXml" Target="../ink/ink82.xml"/><Relationship Id="rId57" Type="http://schemas.openxmlformats.org/officeDocument/2006/relationships/customXml" Target="../ink/ink86.xml"/><Relationship Id="rId106" Type="http://schemas.openxmlformats.org/officeDocument/2006/relationships/image" Target="../media/image115.png"/><Relationship Id="rId10" Type="http://schemas.openxmlformats.org/officeDocument/2006/relationships/image" Target="../media/image72.png"/><Relationship Id="rId31" Type="http://schemas.openxmlformats.org/officeDocument/2006/relationships/customXml" Target="../ink/ink73.xml"/><Relationship Id="rId44" Type="http://schemas.openxmlformats.org/officeDocument/2006/relationships/image" Target="../media/image86.png"/><Relationship Id="rId52" Type="http://schemas.openxmlformats.org/officeDocument/2006/relationships/image" Target="../media/image88.png"/><Relationship Id="rId60" Type="http://schemas.openxmlformats.org/officeDocument/2006/relationships/image" Target="../media/image92.png"/><Relationship Id="rId65" Type="http://schemas.openxmlformats.org/officeDocument/2006/relationships/customXml" Target="../ink/ink90.xml"/><Relationship Id="rId73" Type="http://schemas.openxmlformats.org/officeDocument/2006/relationships/customXml" Target="../ink/ink94.xml"/><Relationship Id="rId78" Type="http://schemas.openxmlformats.org/officeDocument/2006/relationships/image" Target="../media/image101.png"/><Relationship Id="rId81" Type="http://schemas.openxmlformats.org/officeDocument/2006/relationships/customXml" Target="../ink/ink98.xml"/><Relationship Id="rId86" Type="http://schemas.openxmlformats.org/officeDocument/2006/relationships/image" Target="../media/image105.png"/><Relationship Id="rId94" Type="http://schemas.openxmlformats.org/officeDocument/2006/relationships/image" Target="../media/image109.png"/><Relationship Id="rId99" Type="http://schemas.openxmlformats.org/officeDocument/2006/relationships/customXml" Target="../ink/ink107.xml"/><Relationship Id="rId101" Type="http://schemas.openxmlformats.org/officeDocument/2006/relationships/customXml" Target="../ink/ink108.xml"/><Relationship Id="rId4" Type="http://schemas.openxmlformats.org/officeDocument/2006/relationships/image" Target="../media/image69.png"/><Relationship Id="rId9" Type="http://schemas.openxmlformats.org/officeDocument/2006/relationships/customXml" Target="../ink/ink62.xml"/><Relationship Id="rId13" Type="http://schemas.openxmlformats.org/officeDocument/2006/relationships/customXml" Target="../ink/ink64.xml"/><Relationship Id="rId18" Type="http://schemas.openxmlformats.org/officeDocument/2006/relationships/image" Target="../media/image75.png"/><Relationship Id="rId39" Type="http://schemas.openxmlformats.org/officeDocument/2006/relationships/customXml" Target="../ink/ink77.xml"/><Relationship Id="rId109" Type="http://schemas.openxmlformats.org/officeDocument/2006/relationships/customXml" Target="../ink/ink112.xml"/><Relationship Id="rId34" Type="http://schemas.openxmlformats.org/officeDocument/2006/relationships/image" Target="../media/image57.png"/><Relationship Id="rId50" Type="http://schemas.openxmlformats.org/officeDocument/2006/relationships/image" Target="../media/image44.png"/><Relationship Id="rId55" Type="http://schemas.openxmlformats.org/officeDocument/2006/relationships/customXml" Target="../ink/ink85.xml"/><Relationship Id="rId76" Type="http://schemas.openxmlformats.org/officeDocument/2006/relationships/image" Target="../media/image100.png"/><Relationship Id="rId97" Type="http://schemas.openxmlformats.org/officeDocument/2006/relationships/customXml" Target="../ink/ink106.xml"/><Relationship Id="rId104" Type="http://schemas.openxmlformats.org/officeDocument/2006/relationships/image" Target="../media/image114.png"/><Relationship Id="rId7" Type="http://schemas.openxmlformats.org/officeDocument/2006/relationships/customXml" Target="../ink/ink61.xml"/><Relationship Id="rId71" Type="http://schemas.openxmlformats.org/officeDocument/2006/relationships/customXml" Target="../ink/ink93.xml"/><Relationship Id="rId92" Type="http://schemas.openxmlformats.org/officeDocument/2006/relationships/image" Target="../media/image108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72.xml"/><Relationship Id="rId24" Type="http://schemas.openxmlformats.org/officeDocument/2006/relationships/image" Target="../media/image78.png"/><Relationship Id="rId40" Type="http://schemas.openxmlformats.org/officeDocument/2006/relationships/image" Target="../media/image84.png"/><Relationship Id="rId45" Type="http://schemas.openxmlformats.org/officeDocument/2006/relationships/customXml" Target="../ink/ink80.xml"/><Relationship Id="rId66" Type="http://schemas.openxmlformats.org/officeDocument/2006/relationships/image" Target="../media/image95.png"/><Relationship Id="rId87" Type="http://schemas.openxmlformats.org/officeDocument/2006/relationships/customXml" Target="../ink/ink101.xml"/><Relationship Id="rId110" Type="http://schemas.openxmlformats.org/officeDocument/2006/relationships/image" Target="../media/image117.png"/><Relationship Id="rId61" Type="http://schemas.openxmlformats.org/officeDocument/2006/relationships/customXml" Target="../ink/ink88.xml"/><Relationship Id="rId82" Type="http://schemas.openxmlformats.org/officeDocument/2006/relationships/image" Target="../media/image103.png"/><Relationship Id="rId19" Type="http://schemas.openxmlformats.org/officeDocument/2006/relationships/customXml" Target="../ink/ink67.xml"/><Relationship Id="rId14" Type="http://schemas.openxmlformats.org/officeDocument/2006/relationships/image" Target="../media/image74.png"/><Relationship Id="rId30" Type="http://schemas.openxmlformats.org/officeDocument/2006/relationships/image" Target="../media/image81.png"/><Relationship Id="rId35" Type="http://schemas.openxmlformats.org/officeDocument/2006/relationships/customXml" Target="../ink/ink75.xml"/><Relationship Id="rId56" Type="http://schemas.openxmlformats.org/officeDocument/2006/relationships/image" Target="../media/image90.png"/><Relationship Id="rId77" Type="http://schemas.openxmlformats.org/officeDocument/2006/relationships/customXml" Target="../ink/ink96.xml"/><Relationship Id="rId100" Type="http://schemas.openxmlformats.org/officeDocument/2006/relationships/image" Target="../media/image112.png"/><Relationship Id="rId105" Type="http://schemas.openxmlformats.org/officeDocument/2006/relationships/customXml" Target="../ink/ink110.xml"/><Relationship Id="rId8" Type="http://schemas.openxmlformats.org/officeDocument/2006/relationships/image" Target="../media/image71.png"/><Relationship Id="rId51" Type="http://schemas.openxmlformats.org/officeDocument/2006/relationships/customXml" Target="../ink/ink83.xml"/><Relationship Id="rId72" Type="http://schemas.openxmlformats.org/officeDocument/2006/relationships/image" Target="../media/image98.png"/><Relationship Id="rId93" Type="http://schemas.openxmlformats.org/officeDocument/2006/relationships/customXml" Target="../ink/ink104.xml"/><Relationship Id="rId98" Type="http://schemas.openxmlformats.org/officeDocument/2006/relationships/image" Target="../media/image111.png"/><Relationship Id="rId3" Type="http://schemas.openxmlformats.org/officeDocument/2006/relationships/customXml" Target="../ink/ink59.xml"/><Relationship Id="rId25" Type="http://schemas.openxmlformats.org/officeDocument/2006/relationships/customXml" Target="../ink/ink70.xml"/><Relationship Id="rId46" Type="http://schemas.openxmlformats.org/officeDocument/2006/relationships/image" Target="../media/image63.png"/><Relationship Id="rId67" Type="http://schemas.openxmlformats.org/officeDocument/2006/relationships/customXml" Target="../ink/ink91.xml"/><Relationship Id="rId20" Type="http://schemas.openxmlformats.org/officeDocument/2006/relationships/image" Target="../media/image76.png"/><Relationship Id="rId41" Type="http://schemas.openxmlformats.org/officeDocument/2006/relationships/customXml" Target="../ink/ink78.xml"/><Relationship Id="rId62" Type="http://schemas.openxmlformats.org/officeDocument/2006/relationships/image" Target="../media/image93.png"/><Relationship Id="rId83" Type="http://schemas.openxmlformats.org/officeDocument/2006/relationships/customXml" Target="../ink/ink99.xml"/><Relationship Id="rId88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3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5.emf"/><Relationship Id="rId4" Type="http://schemas.openxmlformats.org/officeDocument/2006/relationships/image" Target="../media/image13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9.png"/><Relationship Id="rId4" Type="http://schemas.openxmlformats.org/officeDocument/2006/relationships/image" Target="../media/image137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/>
              <a:t>2024-06-07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854388"/>
              </p:ext>
            </p:extLst>
          </p:nvPr>
        </p:nvGraphicFramePr>
        <p:xfrm>
          <a:off x="1568900" y="1984287"/>
          <a:ext cx="7318019" cy="3869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고도 및 궤도 경사각 설정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재방문 주기 개념 도입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단일 궤도와 다중 궤도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이종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분석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고도 및 궤도 경사각 설정</a:t>
            </a:r>
          </a:p>
        </p:txBody>
      </p:sp>
    </p:spTree>
    <p:extLst>
      <p:ext uri="{BB962C8B-B14F-4D97-AF65-F5344CB8AC3E}">
        <p14:creationId xmlns:p14="http://schemas.microsoft.com/office/powerpoint/2010/main" val="152673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37.6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/>
                  <a:t>블라디보스토크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43.1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131.9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65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/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131.90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7274.14km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10404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7AED7B2-4851-2299-4057-1E49A2EC6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881112"/>
                  </p:ext>
                </p:extLst>
              </p:nvPr>
            </p:nvGraphicFramePr>
            <p:xfrm>
              <a:off x="1320206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7AED7B2-4851-2299-4057-1E49A2EC6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881112"/>
                  </p:ext>
                </p:extLst>
              </p:nvPr>
            </p:nvGraphicFramePr>
            <p:xfrm>
              <a:off x="1320206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AE40B31-3468-7BDE-72E8-BCD301CF7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5923607"/>
                  </p:ext>
                </p:extLst>
              </p:nvPr>
            </p:nvGraphicFramePr>
            <p:xfrm>
              <a:off x="3620383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AE40B31-3468-7BDE-72E8-BCD301CF7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5923607"/>
                  </p:ext>
                </p:extLst>
              </p:nvPr>
            </p:nvGraphicFramePr>
            <p:xfrm>
              <a:off x="3620383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A150CDDA-8028-F685-8BB2-128A4BF98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90949"/>
                  </p:ext>
                </p:extLst>
              </p:nvPr>
            </p:nvGraphicFramePr>
            <p:xfrm>
              <a:off x="5920560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A150CDDA-8028-F685-8BB2-128A4BF98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90949"/>
                  </p:ext>
                </p:extLst>
              </p:nvPr>
            </p:nvGraphicFramePr>
            <p:xfrm>
              <a:off x="5920560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50" t="-1020" r="-310000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5854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82627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C02214-EEAB-69CF-833A-D13FC0D62A1E}"/>
              </a:ext>
            </a:extLst>
          </p:cNvPr>
          <p:cNvGrpSpPr/>
          <p:nvPr/>
        </p:nvGrpSpPr>
        <p:grpSpPr>
          <a:xfrm>
            <a:off x="0" y="1529550"/>
            <a:ext cx="9144000" cy="2390511"/>
            <a:chOff x="0" y="2233744"/>
            <a:chExt cx="9144000" cy="23905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7FE0B53-542C-987C-2BF4-5032BBA3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33744"/>
              <a:ext cx="9144000" cy="23905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10C14B-6A83-7921-7AFF-ED51EA459219}"/>
                </a:ext>
              </a:extLst>
            </p:cNvPr>
            <p:cNvSpPr/>
            <p:nvPr/>
          </p:nvSpPr>
          <p:spPr bwMode="auto">
            <a:xfrm>
              <a:off x="5675584" y="2262614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733384-BB26-83D5-3F3C-B385C793631B}"/>
                </a:ext>
              </a:extLst>
            </p:cNvPr>
            <p:cNvSpPr/>
            <p:nvPr/>
          </p:nvSpPr>
          <p:spPr bwMode="auto">
            <a:xfrm>
              <a:off x="7421352" y="2559529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B8B314-EE0B-4054-F2A7-3349D13E8789}"/>
                </a:ext>
              </a:extLst>
            </p:cNvPr>
            <p:cNvSpPr txBox="1"/>
            <p:nvPr/>
          </p:nvSpPr>
          <p:spPr>
            <a:xfrm>
              <a:off x="4127479" y="3228156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Orbit1(59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BFB24-8859-464C-9700-7688EF8E6BC8}"/>
                </a:ext>
              </a:extLst>
            </p:cNvPr>
            <p:cNvSpPr txBox="1"/>
            <p:nvPr/>
          </p:nvSpPr>
          <p:spPr>
            <a:xfrm>
              <a:off x="5806963" y="3496115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Orbit2(65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44113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요구조건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Target A, B</a:t>
            </a:r>
            <a:r>
              <a:rPr lang="ko-KR" altLang="en-US" dirty="0"/>
              <a:t>에 대해 </a:t>
            </a:r>
            <a:r>
              <a:rPr lang="en-US" altLang="ko-KR" dirty="0"/>
              <a:t>Total Duration</a:t>
            </a:r>
            <a:r>
              <a:rPr lang="ko-KR" altLang="en-US" dirty="0"/>
              <a:t>은 아래 조건을 모두 만족해야 한다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b="1" dirty="0"/>
              <a:t>     TD(Orbit1_A) &gt; TD(Orbit1_B)  &amp;  TD(Orbit2_A)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○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&gt; TD(Orbit2_A)  &amp;  TD(Orbit1_A) &lt; TD(Orbit2_A)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</a:t>
            </a:r>
            <a:r>
              <a:rPr lang="en-US" altLang="ko-KR" b="1" dirty="0"/>
              <a:t>TD(Orbit1_A) &gt; TD(Orbit2_A)  &amp;  TD(Orbit1_B)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</a:t>
            </a:r>
            <a:r>
              <a:rPr lang="en-US" altLang="ko-KR" b="1" dirty="0">
                <a:solidFill>
                  <a:srgbClr val="FF0000"/>
                </a:solidFill>
              </a:rPr>
              <a:t>×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&lt; TD(Orbit2_A)  &amp;  TD(Orbit1_B) &gt; TD(Orbit2_B)</a:t>
            </a:r>
          </a:p>
          <a:p>
            <a:pPr lvl="2">
              <a:defRPr/>
            </a:pPr>
            <a:r>
              <a:rPr lang="ko-KR" altLang="en-US" dirty="0"/>
              <a:t>같은 궤도에서 두 지역을 지나는 </a:t>
            </a:r>
            <a:r>
              <a:rPr lang="en-US" altLang="ko-KR" dirty="0"/>
              <a:t>TD </a:t>
            </a:r>
            <a:r>
              <a:rPr lang="ko-KR" altLang="en-US" dirty="0"/>
              <a:t>차이가 클수록 높은 효율을 낸다</a:t>
            </a:r>
            <a:r>
              <a:rPr lang="en-US" altLang="ko-KR" dirty="0"/>
              <a:t>      </a:t>
            </a:r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1073752" y="4658233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97B26-F5E7-1EAF-269D-22334724D966}"/>
              </a:ext>
            </a:extLst>
          </p:cNvPr>
          <p:cNvSpPr txBox="1"/>
          <p:nvPr/>
        </p:nvSpPr>
        <p:spPr>
          <a:xfrm>
            <a:off x="-1068498" y="5221085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14:cNvPr>
              <p14:cNvContentPartPr/>
              <p14:nvPr/>
            </p14:nvContentPartPr>
            <p14:xfrm>
              <a:off x="1103139" y="5580674"/>
              <a:ext cx="360" cy="3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499" y="55716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14:cNvPr>
              <p14:cNvContentPartPr/>
              <p14:nvPr/>
            </p14:nvContentPartPr>
            <p14:xfrm>
              <a:off x="1082259" y="5601554"/>
              <a:ext cx="360" cy="3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259" y="559291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4073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sz="1800" dirty="0"/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14:cNvPr>
              <p14:cNvContentPartPr/>
              <p14:nvPr/>
            </p14:nvContentPartPr>
            <p14:xfrm>
              <a:off x="724059" y="1553971"/>
              <a:ext cx="2767320" cy="343872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059" y="1544971"/>
                <a:ext cx="2784960" cy="34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14:cNvPr>
              <p14:cNvContentPartPr/>
              <p14:nvPr/>
            </p14:nvContentPartPr>
            <p14:xfrm>
              <a:off x="671139" y="1669171"/>
              <a:ext cx="2958480" cy="32126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139" y="1660171"/>
                <a:ext cx="2976120" cy="32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872695AE-5BE0-6D44-CA0F-CF46CEDD6F55}"/>
                  </a:ext>
                </a:extLst>
              </p14:cNvPr>
              <p14:cNvContentPartPr/>
              <p14:nvPr/>
            </p14:nvContentPartPr>
            <p14:xfrm>
              <a:off x="5473499" y="1092811"/>
              <a:ext cx="2733840" cy="362628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872695AE-5BE0-6D44-CA0F-CF46CEDD6F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4499" y="1084171"/>
                <a:ext cx="2751480" cy="36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4FDD5661-8268-8D27-6C00-A83729BD07A5}"/>
                  </a:ext>
                </a:extLst>
              </p14:cNvPr>
              <p14:cNvContentPartPr/>
              <p14:nvPr/>
            </p14:nvContentPartPr>
            <p14:xfrm>
              <a:off x="5365179" y="2257608"/>
              <a:ext cx="2877840" cy="12729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4FDD5661-8268-8D27-6C00-A83729BD07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6179" y="2248968"/>
                <a:ext cx="2895480" cy="12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14:cNvPr>
              <p14:cNvContentPartPr/>
              <p14:nvPr/>
            </p14:nvContentPartPr>
            <p14:xfrm>
              <a:off x="3032664" y="1775954"/>
              <a:ext cx="21960" cy="36720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23664" y="1766954"/>
                <a:ext cx="3960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14:cNvPr>
              <p14:cNvContentPartPr/>
              <p14:nvPr/>
            </p14:nvContentPartPr>
            <p14:xfrm>
              <a:off x="3054275" y="1688582"/>
              <a:ext cx="284400" cy="48708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45275" y="1679942"/>
                <a:ext cx="30204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4514B3F0-4F34-3422-1487-ED4B6AB0B978}"/>
                  </a:ext>
                </a:extLst>
              </p14:cNvPr>
              <p14:cNvContentPartPr/>
              <p14:nvPr/>
            </p14:nvContentPartPr>
            <p14:xfrm>
              <a:off x="8452729" y="1118114"/>
              <a:ext cx="360" cy="39960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4514B3F0-4F34-3422-1487-ED4B6AB0B9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43729" y="1109474"/>
                <a:ext cx="180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58660A3A-1576-0CE3-43D2-4D6F4DE87AF2}"/>
                  </a:ext>
                </a:extLst>
              </p14:cNvPr>
              <p14:cNvContentPartPr/>
              <p14:nvPr/>
            </p14:nvContentPartPr>
            <p14:xfrm>
              <a:off x="8463699" y="1063394"/>
              <a:ext cx="252720" cy="45432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58660A3A-1576-0CE3-43D2-4D6F4DE87A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54699" y="1054394"/>
                <a:ext cx="270360" cy="47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71861CC0-D70B-2A98-A59E-D02629A7041B}"/>
              </a:ext>
            </a:extLst>
          </p:cNvPr>
          <p:cNvGrpSpPr/>
          <p:nvPr/>
        </p:nvGrpSpPr>
        <p:grpSpPr>
          <a:xfrm>
            <a:off x="202779" y="1517714"/>
            <a:ext cx="357840" cy="403560"/>
            <a:chOff x="388539" y="2118914"/>
            <a:chExt cx="35784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14:cNvPr>
                <p14:cNvContentPartPr/>
                <p14:nvPr/>
              </p14:nvContentPartPr>
              <p14:xfrm>
                <a:off x="388539" y="2118914"/>
                <a:ext cx="272160" cy="4035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9539" y="2110274"/>
                  <a:ext cx="289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14:cNvPr>
                <p14:cNvContentPartPr/>
                <p14:nvPr/>
              </p14:nvContentPartPr>
              <p14:xfrm>
                <a:off x="451539" y="2332754"/>
                <a:ext cx="146160" cy="111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2899" y="2323754"/>
                  <a:ext cx="163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14:cNvPr>
                <p14:cNvContentPartPr/>
                <p14:nvPr/>
              </p14:nvContentPartPr>
              <p14:xfrm>
                <a:off x="746019" y="2385674"/>
                <a:ext cx="360" cy="9360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7379" y="2376674"/>
                  <a:ext cx="180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7E77A78-3C69-543D-CED3-69F09988C0B4}"/>
              </a:ext>
            </a:extLst>
          </p:cNvPr>
          <p:cNvGrpSpPr/>
          <p:nvPr/>
        </p:nvGrpSpPr>
        <p:grpSpPr>
          <a:xfrm>
            <a:off x="5412155" y="2844188"/>
            <a:ext cx="325080" cy="406440"/>
            <a:chOff x="5275899" y="3293234"/>
            <a:chExt cx="3250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CC24018-BC9F-5296-6210-D7FD4BA59C37}"/>
                    </a:ext>
                  </a:extLst>
                </p14:cNvPr>
                <p14:cNvContentPartPr/>
                <p14:nvPr/>
              </p14:nvContentPartPr>
              <p14:xfrm>
                <a:off x="5275899" y="3293234"/>
                <a:ext cx="210960" cy="4064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CC24018-BC9F-5296-6210-D7FD4BA59C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66899" y="3284234"/>
                  <a:ext cx="2286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4176A93-7CD5-A2F5-D1C9-2DBA1716BC96}"/>
                    </a:ext>
                  </a:extLst>
                </p14:cNvPr>
                <p14:cNvContentPartPr/>
                <p14:nvPr/>
              </p14:nvContentPartPr>
              <p14:xfrm>
                <a:off x="5296779" y="3541634"/>
                <a:ext cx="136800" cy="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4176A93-7CD5-A2F5-D1C9-2DBA1716BC9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88139" y="3532634"/>
                  <a:ext cx="154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87AC0A0E-9F9B-82F1-C4F0-923C248D5EDF}"/>
                    </a:ext>
                  </a:extLst>
                </p14:cNvPr>
                <p14:cNvContentPartPr/>
                <p14:nvPr/>
              </p14:nvContentPartPr>
              <p14:xfrm>
                <a:off x="5591259" y="3541634"/>
                <a:ext cx="9720" cy="9504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87AC0A0E-9F9B-82F1-C4F0-923C248D5ED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82259" y="3532634"/>
                  <a:ext cx="273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A95070A-8ED5-452A-2653-0A370775FE5D}"/>
              </a:ext>
            </a:extLst>
          </p:cNvPr>
          <p:cNvGrpSpPr/>
          <p:nvPr/>
        </p:nvGrpSpPr>
        <p:grpSpPr>
          <a:xfrm>
            <a:off x="8419118" y="2050154"/>
            <a:ext cx="534960" cy="460080"/>
            <a:chOff x="8008299" y="2937194"/>
            <a:chExt cx="53496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0D8020BF-B742-31B2-57D3-3A52299239CE}"/>
                    </a:ext>
                  </a:extLst>
                </p14:cNvPr>
                <p14:cNvContentPartPr/>
                <p14:nvPr/>
              </p14:nvContentPartPr>
              <p14:xfrm>
                <a:off x="8008299" y="2937194"/>
                <a:ext cx="284760" cy="40500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0D8020BF-B742-31B2-57D3-3A52299239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99659" y="2928554"/>
                  <a:ext cx="3024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0A75B678-5EC2-C91A-67CE-525F0A98EF0A}"/>
                    </a:ext>
                  </a:extLst>
                </p14:cNvPr>
                <p14:cNvContentPartPr/>
                <p14:nvPr/>
              </p14:nvContentPartPr>
              <p14:xfrm>
                <a:off x="8029539" y="3183794"/>
                <a:ext cx="231480" cy="1116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0A75B678-5EC2-C91A-67CE-525F0A98EF0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20539" y="3175154"/>
                  <a:ext cx="249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39D8E296-7E6C-3A55-F5DD-22660D8A316F}"/>
                    </a:ext>
                  </a:extLst>
                </p14:cNvPr>
                <p14:cNvContentPartPr/>
                <p14:nvPr/>
              </p14:nvContentPartPr>
              <p14:xfrm>
                <a:off x="8384139" y="3195314"/>
                <a:ext cx="159120" cy="2019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39D8E296-7E6C-3A55-F5DD-22660D8A31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75499" y="3186314"/>
                  <a:ext cx="17676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2350AB7-0CE4-CBD8-6F02-8072D1495B80}"/>
              </a:ext>
            </a:extLst>
          </p:cNvPr>
          <p:cNvGrpSpPr/>
          <p:nvPr/>
        </p:nvGrpSpPr>
        <p:grpSpPr>
          <a:xfrm>
            <a:off x="2958466" y="4348651"/>
            <a:ext cx="598680" cy="392400"/>
            <a:chOff x="2847699" y="5241194"/>
            <a:chExt cx="59868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14:cNvPr>
                <p14:cNvContentPartPr/>
                <p14:nvPr/>
              </p14:nvContentPartPr>
              <p14:xfrm>
                <a:off x="2847699" y="5241194"/>
                <a:ext cx="298800" cy="39240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39059" y="5232194"/>
                  <a:ext cx="3164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14:cNvPr>
                <p14:cNvContentPartPr/>
                <p14:nvPr/>
              </p14:nvContentPartPr>
              <p14:xfrm>
                <a:off x="2921499" y="5439914"/>
                <a:ext cx="204480" cy="432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12499" y="5430914"/>
                  <a:ext cx="222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14:cNvPr>
                <p14:cNvContentPartPr/>
                <p14:nvPr/>
              </p14:nvContentPartPr>
              <p14:xfrm>
                <a:off x="3247659" y="5495714"/>
                <a:ext cx="198720" cy="11592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38659" y="5487074"/>
                  <a:ext cx="2163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14:cNvPr>
              <p14:cNvContentPartPr/>
              <p14:nvPr/>
            </p14:nvContentPartPr>
            <p14:xfrm>
              <a:off x="3425679" y="2050154"/>
              <a:ext cx="107280" cy="13968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417039" y="2041154"/>
                <a:ext cx="1249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그룹 54">
            <a:extLst>
              <a:ext uri="{FF2B5EF4-FFF2-40B4-BE49-F238E27FC236}">
                <a16:creationId xmlns:a16="http://schemas.microsoft.com/office/drawing/2014/main" id="{9214F94A-6033-81F8-A9FA-D65D84D904C8}"/>
              </a:ext>
            </a:extLst>
          </p:cNvPr>
          <p:cNvGrpSpPr/>
          <p:nvPr/>
        </p:nvGrpSpPr>
        <p:grpSpPr>
          <a:xfrm>
            <a:off x="211843" y="4689947"/>
            <a:ext cx="324360" cy="493560"/>
            <a:chOff x="358659" y="5422634"/>
            <a:chExt cx="32436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14:cNvPr>
                <p14:cNvContentPartPr/>
                <p14:nvPr/>
              </p14:nvContentPartPr>
              <p14:xfrm>
                <a:off x="361179" y="5422634"/>
                <a:ext cx="18000" cy="44388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2539" y="5413994"/>
                  <a:ext cx="356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14:cNvPr>
                <p14:cNvContentPartPr/>
                <p14:nvPr/>
              </p14:nvContentPartPr>
              <p14:xfrm>
                <a:off x="358659" y="5443514"/>
                <a:ext cx="201960" cy="46368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0019" y="5434874"/>
                  <a:ext cx="2196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14:cNvPr>
                <p14:cNvContentPartPr/>
                <p14:nvPr/>
              </p14:nvContentPartPr>
              <p14:xfrm>
                <a:off x="674379" y="5801354"/>
                <a:ext cx="8640" cy="11484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65739" y="5792714"/>
                  <a:ext cx="2628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5110404-3F81-BFCE-9133-2212623BDCA0}"/>
              </a:ext>
            </a:extLst>
          </p:cNvPr>
          <p:cNvGrpSpPr/>
          <p:nvPr/>
        </p:nvGrpSpPr>
        <p:grpSpPr>
          <a:xfrm>
            <a:off x="5544879" y="4186111"/>
            <a:ext cx="361440" cy="407880"/>
            <a:chOff x="5387859" y="5464394"/>
            <a:chExt cx="36144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8B229457-4D9C-AB89-D685-DB4BD3CDCFC3}"/>
                    </a:ext>
                  </a:extLst>
                </p14:cNvPr>
                <p14:cNvContentPartPr/>
                <p14:nvPr/>
              </p14:nvContentPartPr>
              <p14:xfrm>
                <a:off x="5402259" y="5475554"/>
                <a:ext cx="360" cy="29340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8B229457-4D9C-AB89-D685-DB4BD3CDCF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93259" y="5466914"/>
                  <a:ext cx="18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EF3C910A-B933-FAF8-8348-FD4B49584AE7}"/>
                    </a:ext>
                  </a:extLst>
                </p14:cNvPr>
                <p14:cNvContentPartPr/>
                <p14:nvPr/>
              </p14:nvContentPartPr>
              <p14:xfrm>
                <a:off x="5387859" y="5464394"/>
                <a:ext cx="244440" cy="36900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EF3C910A-B933-FAF8-8348-FD4B49584A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78859" y="5455754"/>
                  <a:ext cx="262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35E0B0E6-C371-A67A-FA83-2FEB71D032E7}"/>
                    </a:ext>
                  </a:extLst>
                </p14:cNvPr>
                <p14:cNvContentPartPr/>
                <p14:nvPr/>
              </p14:nvContentPartPr>
              <p14:xfrm>
                <a:off x="5748939" y="5738354"/>
                <a:ext cx="360" cy="13392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35E0B0E6-C371-A67A-FA83-2FEB71D032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39939" y="5729354"/>
                  <a:ext cx="1800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A7B8FF8A-6C93-050E-68EC-EC51F5E9801A}"/>
                  </a:ext>
                </a:extLst>
              </p14:cNvPr>
              <p14:cNvContentPartPr/>
              <p14:nvPr/>
            </p14:nvContentPartPr>
            <p14:xfrm>
              <a:off x="8817507" y="1395931"/>
              <a:ext cx="121680" cy="158040"/>
            </p14:xfrm>
          </p:contentPart>
        </mc:Choice>
        <mc:Fallback xmlns=""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A7B8FF8A-6C93-050E-68EC-EC51F5E9801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08867" y="1387291"/>
                <a:ext cx="139320" cy="17568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281970" y="5502412"/>
            <a:ext cx="4007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좋은 예시</a:t>
            </a:r>
            <a:endParaRPr lang="en-US" altLang="ko-KR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08D988-8141-C567-B102-6348841A7FC7}"/>
              </a:ext>
            </a:extLst>
          </p:cNvPr>
          <p:cNvSpPr txBox="1"/>
          <p:nvPr/>
        </p:nvSpPr>
        <p:spPr>
          <a:xfrm>
            <a:off x="3803180" y="5373717"/>
            <a:ext cx="5183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좋지 않은 예시</a:t>
            </a:r>
            <a:endParaRPr lang="en-US" altLang="ko-KR" sz="1600" dirty="0"/>
          </a:p>
          <a:p>
            <a:pPr lvl="2" algn="ctr">
              <a:defRPr/>
            </a:pPr>
            <a:r>
              <a:rPr lang="en-US" altLang="ko-KR" sz="1600" dirty="0"/>
              <a:t>(</a:t>
            </a:r>
            <a:r>
              <a:rPr lang="ko-KR" altLang="en-US" sz="1600" dirty="0"/>
              <a:t>적용 불가 → 단일 위성군이 효율이 더 좋음</a:t>
            </a:r>
            <a:r>
              <a:rPr lang="en-US" altLang="ko-KR" sz="1600" dirty="0"/>
              <a:t>)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1F54837-E089-AA20-01AF-9BFA8A3FBD15}"/>
              </a:ext>
            </a:extLst>
          </p:cNvPr>
          <p:cNvGrpSpPr/>
          <p:nvPr/>
        </p:nvGrpSpPr>
        <p:grpSpPr>
          <a:xfrm>
            <a:off x="7377939" y="3264794"/>
            <a:ext cx="1563120" cy="1213560"/>
            <a:chOff x="7377939" y="3264794"/>
            <a:chExt cx="1563120" cy="12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C62C6D46-BA1C-C487-1138-5AEC0A30AFF5}"/>
                    </a:ext>
                  </a:extLst>
                </p14:cNvPr>
                <p14:cNvContentPartPr/>
                <p14:nvPr/>
              </p14:nvContentPartPr>
              <p14:xfrm>
                <a:off x="7377939" y="3326354"/>
                <a:ext cx="240120" cy="36288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C62C6D46-BA1C-C487-1138-5AEC0A30AFF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69299" y="3317354"/>
                  <a:ext cx="2577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174AB3E-0040-7DDB-9413-F82074AE6BA0}"/>
                    </a:ext>
                  </a:extLst>
                </p14:cNvPr>
                <p14:cNvContentPartPr/>
                <p14:nvPr/>
              </p14:nvContentPartPr>
              <p14:xfrm>
                <a:off x="7430499" y="3531194"/>
                <a:ext cx="156600" cy="1080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174AB3E-0040-7DDB-9413-F82074AE6BA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21499" y="3522194"/>
                  <a:ext cx="174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B4E0CF8F-A436-6805-25FB-E6580ADB8E38}"/>
                    </a:ext>
                  </a:extLst>
                </p14:cNvPr>
                <p14:cNvContentPartPr/>
                <p14:nvPr/>
              </p14:nvContentPartPr>
              <p14:xfrm>
                <a:off x="7745859" y="3604634"/>
                <a:ext cx="360" cy="13608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B4E0CF8F-A436-6805-25FB-E6580ADB8E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36859" y="3595994"/>
                  <a:ext cx="1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3DF18593-8F8D-4DB0-9DB1-7C2FAD55046F}"/>
                    </a:ext>
                  </a:extLst>
                </p14:cNvPr>
                <p14:cNvContentPartPr/>
                <p14:nvPr/>
              </p14:nvContentPartPr>
              <p14:xfrm>
                <a:off x="7999659" y="3320954"/>
                <a:ext cx="247680" cy="35496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3DF18593-8F8D-4DB0-9DB1-7C2FAD55046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90659" y="3312314"/>
                  <a:ext cx="2653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1525C023-03FF-AD4A-90E7-55AD0D5E8789}"/>
                    </a:ext>
                  </a:extLst>
                </p14:cNvPr>
                <p14:cNvContentPartPr/>
                <p14:nvPr/>
              </p14:nvContentPartPr>
              <p14:xfrm>
                <a:off x="8460099" y="3264794"/>
                <a:ext cx="232560" cy="44424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1525C023-03FF-AD4A-90E7-55AD0D5E878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51099" y="3255794"/>
                  <a:ext cx="2502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E4CF2F6D-DCC0-AF3B-E866-2624529C9A06}"/>
                    </a:ext>
                  </a:extLst>
                </p14:cNvPr>
                <p14:cNvContentPartPr/>
                <p14:nvPr/>
              </p14:nvContentPartPr>
              <p14:xfrm>
                <a:off x="8491779" y="3509954"/>
                <a:ext cx="156960" cy="1116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E4CF2F6D-DCC0-AF3B-E866-2624529C9A0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83139" y="3501314"/>
                  <a:ext cx="174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95C72371-5DEB-1674-27DA-4F8C0F0DA9B4}"/>
                    </a:ext>
                  </a:extLst>
                </p14:cNvPr>
                <p14:cNvContentPartPr/>
                <p14:nvPr/>
              </p14:nvContentPartPr>
              <p14:xfrm>
                <a:off x="8795259" y="3615434"/>
                <a:ext cx="84960" cy="19008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95C72371-5DEB-1674-27DA-4F8C0F0DA9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86259" y="3606434"/>
                  <a:ext cx="102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0CAD5119-A7F8-0AAE-100B-CC19B61A647C}"/>
                    </a:ext>
                  </a:extLst>
                </p14:cNvPr>
                <p14:cNvContentPartPr/>
                <p14:nvPr/>
              </p14:nvContentPartPr>
              <p14:xfrm>
                <a:off x="7482699" y="4066874"/>
                <a:ext cx="11520" cy="35856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0CAD5119-A7F8-0AAE-100B-CC19B61A647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74059" y="4058234"/>
                  <a:ext cx="291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7D417D6D-371F-8E4F-D225-B6ACF5BC8F46}"/>
                    </a:ext>
                  </a:extLst>
                </p14:cNvPr>
                <p14:cNvContentPartPr/>
                <p14:nvPr/>
              </p14:nvContentPartPr>
              <p14:xfrm>
                <a:off x="7482699" y="4005314"/>
                <a:ext cx="211680" cy="47196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7D417D6D-371F-8E4F-D225-B6ACF5BC8F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74059" y="3996314"/>
                  <a:ext cx="2293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EE07DD64-C00A-ED24-AD73-9E6EE56E5787}"/>
                    </a:ext>
                  </a:extLst>
                </p14:cNvPr>
                <p14:cNvContentPartPr/>
                <p14:nvPr/>
              </p14:nvContentPartPr>
              <p14:xfrm>
                <a:off x="7800579" y="4340474"/>
                <a:ext cx="8640" cy="10692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EE07DD64-C00A-ED24-AD73-9E6EE56E578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91579" y="4331474"/>
                  <a:ext cx="26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C3E20E1C-C764-425F-73B1-F311783D97CE}"/>
                    </a:ext>
                  </a:extLst>
                </p14:cNvPr>
                <p14:cNvContentPartPr/>
                <p14:nvPr/>
              </p14:nvContentPartPr>
              <p14:xfrm>
                <a:off x="8080299" y="4066874"/>
                <a:ext cx="227880" cy="39384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C3E20E1C-C764-425F-73B1-F311783D97C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71299" y="4058234"/>
                  <a:ext cx="245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9227ACC1-5B54-09C4-4BBA-4DFAE11F969D}"/>
                    </a:ext>
                  </a:extLst>
                </p14:cNvPr>
                <p14:cNvContentPartPr/>
                <p14:nvPr/>
              </p14:nvContentPartPr>
              <p14:xfrm>
                <a:off x="8554779" y="4140674"/>
                <a:ext cx="53280" cy="30420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9227ACC1-5B54-09C4-4BBA-4DFAE11F969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45779" y="4131674"/>
                  <a:ext cx="70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08B52F40-863C-A87B-939B-7CE1B81E4810}"/>
                    </a:ext>
                  </a:extLst>
                </p14:cNvPr>
                <p14:cNvContentPartPr/>
                <p14:nvPr/>
              </p14:nvContentPartPr>
              <p14:xfrm>
                <a:off x="8566299" y="4097834"/>
                <a:ext cx="190440" cy="33804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08B52F40-863C-A87B-939B-7CE1B81E481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557299" y="4088834"/>
                  <a:ext cx="2080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0490F43B-7273-DA6E-09EA-2C5B4C42BB02}"/>
                    </a:ext>
                  </a:extLst>
                </p14:cNvPr>
                <p14:cNvContentPartPr/>
                <p14:nvPr/>
              </p14:nvContentPartPr>
              <p14:xfrm>
                <a:off x="8849259" y="4371794"/>
                <a:ext cx="91800" cy="10656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0490F43B-7273-DA6E-09EA-2C5B4C42BB0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40619" y="4363154"/>
                  <a:ext cx="1094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4F9D9162-39EF-DA51-044D-B76D11E9F8A0}"/>
              </a:ext>
            </a:extLst>
          </p:cNvPr>
          <p:cNvGrpSpPr/>
          <p:nvPr/>
        </p:nvGrpSpPr>
        <p:grpSpPr>
          <a:xfrm>
            <a:off x="241659" y="2784554"/>
            <a:ext cx="1365120" cy="1105200"/>
            <a:chOff x="241659" y="2784554"/>
            <a:chExt cx="1365120" cy="11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14:cNvPr>
                <p14:cNvContentPartPr/>
                <p14:nvPr/>
              </p14:nvContentPartPr>
              <p14:xfrm>
                <a:off x="241659" y="2806514"/>
                <a:ext cx="220680" cy="36756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2659" y="2797514"/>
                  <a:ext cx="238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14:cNvPr>
                <p14:cNvContentPartPr/>
                <p14:nvPr/>
              </p14:nvContentPartPr>
              <p14:xfrm>
                <a:off x="304299" y="3036914"/>
                <a:ext cx="114480" cy="36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5659" y="3028274"/>
                  <a:ext cx="13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14:cNvPr>
                <p14:cNvContentPartPr/>
                <p14:nvPr/>
              </p14:nvContentPartPr>
              <p14:xfrm>
                <a:off x="568539" y="3068594"/>
                <a:ext cx="30240" cy="11376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59899" y="3059954"/>
                  <a:ext cx="47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14:cNvPr>
                <p14:cNvContentPartPr/>
                <p14:nvPr/>
              </p14:nvContentPartPr>
              <p14:xfrm>
                <a:off x="798579" y="2784554"/>
                <a:ext cx="200880" cy="41256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9579" y="2775914"/>
                  <a:ext cx="2185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14:cNvPr>
                <p14:cNvContentPartPr/>
                <p14:nvPr/>
              </p14:nvContentPartPr>
              <p14:xfrm>
                <a:off x="1197099" y="2807594"/>
                <a:ext cx="205200" cy="42948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88459" y="2798594"/>
                  <a:ext cx="2228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14:cNvPr>
                <p14:cNvContentPartPr/>
                <p14:nvPr/>
              </p14:nvContentPartPr>
              <p14:xfrm>
                <a:off x="1229499" y="3046634"/>
                <a:ext cx="146880" cy="3276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20499" y="3037994"/>
                  <a:ext cx="164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14:cNvPr>
                <p14:cNvContentPartPr/>
                <p14:nvPr/>
              </p14:nvContentPartPr>
              <p14:xfrm>
                <a:off x="1460619" y="3077954"/>
                <a:ext cx="123120" cy="150120"/>
              </p14:xfrm>
            </p:contentPart>
          </mc:Choice>
          <mc:Fallback xmlns=""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51979" y="3069314"/>
                  <a:ext cx="140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14:cNvPr>
                <p14:cNvContentPartPr/>
                <p14:nvPr/>
              </p14:nvContentPartPr>
              <p14:xfrm>
                <a:off x="325539" y="3520394"/>
                <a:ext cx="360" cy="28620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6539" y="3511754"/>
                  <a:ext cx="18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14:cNvPr>
                <p14:cNvContentPartPr/>
                <p14:nvPr/>
              </p14:nvContentPartPr>
              <p14:xfrm>
                <a:off x="315099" y="3476474"/>
                <a:ext cx="210240" cy="35100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6099" y="3467834"/>
                  <a:ext cx="2278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14:cNvPr>
                <p14:cNvContentPartPr/>
                <p14:nvPr/>
              </p14:nvContentPartPr>
              <p14:xfrm>
                <a:off x="650979" y="3720194"/>
                <a:ext cx="360" cy="13608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2339" y="3711554"/>
                  <a:ext cx="1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14:cNvPr>
                <p14:cNvContentPartPr/>
                <p14:nvPr/>
              </p14:nvContentPartPr>
              <p14:xfrm>
                <a:off x="774459" y="3531194"/>
                <a:ext cx="226440" cy="34416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5819" y="3522194"/>
                  <a:ext cx="244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14:cNvPr>
                <p14:cNvContentPartPr/>
                <p14:nvPr/>
              </p14:nvContentPartPr>
              <p14:xfrm>
                <a:off x="1218699" y="3467834"/>
                <a:ext cx="360" cy="3780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10059" y="3459194"/>
                  <a:ext cx="180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14:cNvPr>
                <p14:cNvContentPartPr/>
                <p14:nvPr/>
              </p14:nvContentPartPr>
              <p14:xfrm>
                <a:off x="1218699" y="3483314"/>
                <a:ext cx="222120" cy="40536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10059" y="3474674"/>
                  <a:ext cx="2397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14:cNvPr>
                <p14:cNvContentPartPr/>
                <p14:nvPr/>
              </p14:nvContentPartPr>
              <p14:xfrm>
                <a:off x="1544139" y="3709394"/>
                <a:ext cx="62640" cy="18036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35499" y="3700394"/>
                  <a:ext cx="80280" cy="19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2BD1D9C-3DAB-2670-AA7C-8755B706F20A}"/>
              </a:ext>
            </a:extLst>
          </p:cNvPr>
          <p:cNvSpPr/>
          <p:nvPr/>
        </p:nvSpPr>
        <p:spPr bwMode="auto">
          <a:xfrm>
            <a:off x="31530" y="2627586"/>
            <a:ext cx="1708299" cy="13777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3028561-C465-E38B-29EF-989A211BD903}"/>
              </a:ext>
            </a:extLst>
          </p:cNvPr>
          <p:cNvSpPr/>
          <p:nvPr/>
        </p:nvSpPr>
        <p:spPr bwMode="auto">
          <a:xfrm>
            <a:off x="7278341" y="3201391"/>
            <a:ext cx="1708299" cy="13777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922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sz="1800" dirty="0"/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14:cNvPr>
              <p14:cNvContentPartPr/>
              <p14:nvPr/>
            </p14:nvContentPartPr>
            <p14:xfrm>
              <a:off x="724059" y="1553971"/>
              <a:ext cx="2767320" cy="343872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059" y="1544971"/>
                <a:ext cx="2784960" cy="34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14:cNvPr>
              <p14:cNvContentPartPr/>
              <p14:nvPr/>
            </p14:nvContentPartPr>
            <p14:xfrm>
              <a:off x="671139" y="1669171"/>
              <a:ext cx="2958480" cy="32126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140" y="1660171"/>
                <a:ext cx="2976118" cy="32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14:cNvPr>
              <p14:cNvContentPartPr/>
              <p14:nvPr/>
            </p14:nvContentPartPr>
            <p14:xfrm>
              <a:off x="3032664" y="1775954"/>
              <a:ext cx="21960" cy="36720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3664" y="1766954"/>
                <a:ext cx="3960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14:cNvPr>
              <p14:cNvContentPartPr/>
              <p14:nvPr/>
            </p14:nvContentPartPr>
            <p14:xfrm>
              <a:off x="3054275" y="1688582"/>
              <a:ext cx="284400" cy="48708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45275" y="1679582"/>
                <a:ext cx="302040" cy="50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71861CC0-D70B-2A98-A59E-D02629A7041B}"/>
              </a:ext>
            </a:extLst>
          </p:cNvPr>
          <p:cNvGrpSpPr/>
          <p:nvPr/>
        </p:nvGrpSpPr>
        <p:grpSpPr>
          <a:xfrm>
            <a:off x="202779" y="1517714"/>
            <a:ext cx="357840" cy="403560"/>
            <a:chOff x="388539" y="2118914"/>
            <a:chExt cx="35784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14:cNvPr>
                <p14:cNvContentPartPr/>
                <p14:nvPr/>
              </p14:nvContentPartPr>
              <p14:xfrm>
                <a:off x="388539" y="2118914"/>
                <a:ext cx="272160" cy="4035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9539" y="2109914"/>
                  <a:ext cx="289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14:cNvPr>
                <p14:cNvContentPartPr/>
                <p14:nvPr/>
              </p14:nvContentPartPr>
              <p14:xfrm>
                <a:off x="451539" y="2332754"/>
                <a:ext cx="146160" cy="111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2539" y="2323754"/>
                  <a:ext cx="163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14:cNvPr>
                <p14:cNvContentPartPr/>
                <p14:nvPr/>
              </p14:nvContentPartPr>
              <p14:xfrm>
                <a:off x="746019" y="2385674"/>
                <a:ext cx="360" cy="9360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7019" y="2376674"/>
                  <a:ext cx="180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2350AB7-0CE4-CBD8-6F02-8072D1495B80}"/>
              </a:ext>
            </a:extLst>
          </p:cNvPr>
          <p:cNvGrpSpPr/>
          <p:nvPr/>
        </p:nvGrpSpPr>
        <p:grpSpPr>
          <a:xfrm>
            <a:off x="2958466" y="4348651"/>
            <a:ext cx="598680" cy="392400"/>
            <a:chOff x="2847699" y="5241194"/>
            <a:chExt cx="59868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14:cNvPr>
                <p14:cNvContentPartPr/>
                <p14:nvPr/>
              </p14:nvContentPartPr>
              <p14:xfrm>
                <a:off x="2847699" y="5241194"/>
                <a:ext cx="298800" cy="39240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38699" y="5232202"/>
                  <a:ext cx="316440" cy="410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14:cNvPr>
                <p14:cNvContentPartPr/>
                <p14:nvPr/>
              </p14:nvContentPartPr>
              <p14:xfrm>
                <a:off x="2921499" y="5439914"/>
                <a:ext cx="204480" cy="432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12499" y="5430914"/>
                  <a:ext cx="222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14:cNvPr>
                <p14:cNvContentPartPr/>
                <p14:nvPr/>
              </p14:nvContentPartPr>
              <p14:xfrm>
                <a:off x="3247659" y="5495714"/>
                <a:ext cx="198720" cy="11592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38659" y="5486714"/>
                  <a:ext cx="2163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14:cNvPr>
              <p14:cNvContentPartPr/>
              <p14:nvPr/>
            </p14:nvContentPartPr>
            <p14:xfrm>
              <a:off x="3425679" y="2050154"/>
              <a:ext cx="107280" cy="13968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16649" y="2041177"/>
                <a:ext cx="124979" cy="157275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그룹 54">
            <a:extLst>
              <a:ext uri="{FF2B5EF4-FFF2-40B4-BE49-F238E27FC236}">
                <a16:creationId xmlns:a16="http://schemas.microsoft.com/office/drawing/2014/main" id="{9214F94A-6033-81F8-A9FA-D65D84D904C8}"/>
              </a:ext>
            </a:extLst>
          </p:cNvPr>
          <p:cNvGrpSpPr/>
          <p:nvPr/>
        </p:nvGrpSpPr>
        <p:grpSpPr>
          <a:xfrm>
            <a:off x="211843" y="4689947"/>
            <a:ext cx="324360" cy="493560"/>
            <a:chOff x="358659" y="5422634"/>
            <a:chExt cx="32436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14:cNvPr>
                <p14:cNvContentPartPr/>
                <p14:nvPr/>
              </p14:nvContentPartPr>
              <p14:xfrm>
                <a:off x="361179" y="5422634"/>
                <a:ext cx="18000" cy="44388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1995" y="5413634"/>
                  <a:ext cx="360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14:cNvPr>
                <p14:cNvContentPartPr/>
                <p14:nvPr/>
              </p14:nvContentPartPr>
              <p14:xfrm>
                <a:off x="358659" y="5443514"/>
                <a:ext cx="201960" cy="46368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9659" y="5434514"/>
                  <a:ext cx="2196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14:cNvPr>
                <p14:cNvContentPartPr/>
                <p14:nvPr/>
              </p14:nvContentPartPr>
              <p14:xfrm>
                <a:off x="674379" y="5801354"/>
                <a:ext cx="8640" cy="11484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5379" y="5792326"/>
                  <a:ext cx="26280" cy="13253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281970" y="5502412"/>
            <a:ext cx="4007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좋은 예시</a:t>
            </a:r>
            <a:endParaRPr lang="en-US" altLang="ko-KR" sz="1600" dirty="0"/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4F9D9162-39EF-DA51-044D-B76D11E9F8A0}"/>
              </a:ext>
            </a:extLst>
          </p:cNvPr>
          <p:cNvGrpSpPr/>
          <p:nvPr/>
        </p:nvGrpSpPr>
        <p:grpSpPr>
          <a:xfrm>
            <a:off x="241659" y="2784554"/>
            <a:ext cx="1365120" cy="1105200"/>
            <a:chOff x="241659" y="2784554"/>
            <a:chExt cx="1365120" cy="11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14:cNvPr>
                <p14:cNvContentPartPr/>
                <p14:nvPr/>
              </p14:nvContentPartPr>
              <p14:xfrm>
                <a:off x="241659" y="2806514"/>
                <a:ext cx="220680" cy="36756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2659" y="2797514"/>
                  <a:ext cx="238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14:cNvPr>
                <p14:cNvContentPartPr/>
                <p14:nvPr/>
              </p14:nvContentPartPr>
              <p14:xfrm>
                <a:off x="304299" y="3036914"/>
                <a:ext cx="114480" cy="36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5299" y="3027914"/>
                  <a:ext cx="13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14:cNvPr>
                <p14:cNvContentPartPr/>
                <p14:nvPr/>
              </p14:nvContentPartPr>
              <p14:xfrm>
                <a:off x="568539" y="3068594"/>
                <a:ext cx="30240" cy="11376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9539" y="3059594"/>
                  <a:ext cx="47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14:cNvPr>
                <p14:cNvContentPartPr/>
                <p14:nvPr/>
              </p14:nvContentPartPr>
              <p14:xfrm>
                <a:off x="798579" y="2784554"/>
                <a:ext cx="200880" cy="41256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9579" y="2775554"/>
                  <a:ext cx="2185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14:cNvPr>
                <p14:cNvContentPartPr/>
                <p14:nvPr/>
              </p14:nvContentPartPr>
              <p14:xfrm>
                <a:off x="1197099" y="2807594"/>
                <a:ext cx="205200" cy="42948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88083" y="2798602"/>
                  <a:ext cx="222871" cy="4471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14:cNvPr>
                <p14:cNvContentPartPr/>
                <p14:nvPr/>
              </p14:nvContentPartPr>
              <p14:xfrm>
                <a:off x="1229499" y="3046634"/>
                <a:ext cx="146880" cy="3276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20521" y="3037634"/>
                  <a:ext cx="164477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14:cNvPr>
                <p14:cNvContentPartPr/>
                <p14:nvPr/>
              </p14:nvContentPartPr>
              <p14:xfrm>
                <a:off x="1460619" y="3077954"/>
                <a:ext cx="123120" cy="150120"/>
              </p14:xfrm>
            </p:contentPart>
          </mc:Choice>
          <mc:Fallback xmlns=""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51619" y="3068954"/>
                  <a:ext cx="140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14:cNvPr>
                <p14:cNvContentPartPr/>
                <p14:nvPr/>
              </p14:nvContentPartPr>
              <p14:xfrm>
                <a:off x="325539" y="3520394"/>
                <a:ext cx="360" cy="28620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6539" y="3511394"/>
                  <a:ext cx="18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14:cNvPr>
                <p14:cNvContentPartPr/>
                <p14:nvPr/>
              </p14:nvContentPartPr>
              <p14:xfrm>
                <a:off x="315099" y="3476474"/>
                <a:ext cx="210240" cy="35100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6114" y="3467465"/>
                  <a:ext cx="227850" cy="368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14:cNvPr>
                <p14:cNvContentPartPr/>
                <p14:nvPr/>
              </p14:nvContentPartPr>
              <p14:xfrm>
                <a:off x="650979" y="3720194"/>
                <a:ext cx="360" cy="13608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1979" y="3711170"/>
                  <a:ext cx="18000" cy="153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14:cNvPr>
                <p14:cNvContentPartPr/>
                <p14:nvPr/>
              </p14:nvContentPartPr>
              <p14:xfrm>
                <a:off x="774459" y="3531194"/>
                <a:ext cx="226440" cy="34416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5459" y="3522194"/>
                  <a:ext cx="244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14:cNvPr>
                <p14:cNvContentPartPr/>
                <p14:nvPr/>
              </p14:nvContentPartPr>
              <p14:xfrm>
                <a:off x="1218699" y="3467834"/>
                <a:ext cx="360" cy="3780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09699" y="3458834"/>
                  <a:ext cx="180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14:cNvPr>
                <p14:cNvContentPartPr/>
                <p14:nvPr/>
              </p14:nvContentPartPr>
              <p14:xfrm>
                <a:off x="1218699" y="3483314"/>
                <a:ext cx="222120" cy="40536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09684" y="3474306"/>
                  <a:ext cx="239789" cy="423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14:cNvPr>
                <p14:cNvContentPartPr/>
                <p14:nvPr/>
              </p14:nvContentPartPr>
              <p14:xfrm>
                <a:off x="1544139" y="3709394"/>
                <a:ext cx="62640" cy="18036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35139" y="3700394"/>
                  <a:ext cx="80280" cy="19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2BD1D9C-3DAB-2670-AA7C-8755B706F20A}"/>
              </a:ext>
            </a:extLst>
          </p:cNvPr>
          <p:cNvSpPr/>
          <p:nvPr/>
        </p:nvSpPr>
        <p:spPr bwMode="auto">
          <a:xfrm>
            <a:off x="31530" y="2627586"/>
            <a:ext cx="1708299" cy="13777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D456DFA-73F5-9AF7-765E-0F65B0870031}"/>
                  </a:ext>
                </a:extLst>
              </p14:cNvPr>
              <p14:cNvContentPartPr/>
              <p14:nvPr/>
            </p14:nvContentPartPr>
            <p14:xfrm>
              <a:off x="5591259" y="1985714"/>
              <a:ext cx="2608200" cy="19674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D456DFA-73F5-9AF7-765E-0F65B087003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582259" y="1976714"/>
                <a:ext cx="2625840" cy="19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21628E2-B528-2C0A-9E6F-1CE4862B37C1}"/>
                  </a:ext>
                </a:extLst>
              </p14:cNvPr>
              <p14:cNvContentPartPr/>
              <p14:nvPr/>
            </p14:nvContentPartPr>
            <p14:xfrm>
              <a:off x="5443659" y="1669274"/>
              <a:ext cx="2784960" cy="780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21628E2-B528-2C0A-9E6F-1CE4862B37C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35019" y="1660274"/>
                <a:ext cx="2802600" cy="79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20A4BAAD-CDBD-4C4C-5DED-8D68ACB21938}"/>
              </a:ext>
            </a:extLst>
          </p:cNvPr>
          <p:cNvGrpSpPr/>
          <p:nvPr/>
        </p:nvGrpSpPr>
        <p:grpSpPr>
          <a:xfrm>
            <a:off x="4876659" y="1616354"/>
            <a:ext cx="399600" cy="369000"/>
            <a:chOff x="4876659" y="1616354"/>
            <a:chExt cx="39960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1EBAB5B-8E9C-4820-57B3-6D590EEE408B}"/>
                    </a:ext>
                  </a:extLst>
                </p14:cNvPr>
                <p14:cNvContentPartPr/>
                <p14:nvPr/>
              </p14:nvContentPartPr>
              <p14:xfrm>
                <a:off x="4876659" y="1616354"/>
                <a:ext cx="259560" cy="2754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1EBAB5B-8E9C-4820-57B3-6D590EEE40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67659" y="1607354"/>
                  <a:ext cx="2772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DA2C402-3561-2C99-87B6-F527D59E9AEE}"/>
                    </a:ext>
                  </a:extLst>
                </p14:cNvPr>
                <p14:cNvContentPartPr/>
                <p14:nvPr/>
              </p14:nvContentPartPr>
              <p14:xfrm>
                <a:off x="4918419" y="1817954"/>
                <a:ext cx="146520" cy="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DA2C402-3561-2C99-87B6-F527D59E9AE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09419" y="1808954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C407700-5B7B-4225-D00C-F88ABA81CF1E}"/>
                    </a:ext>
                  </a:extLst>
                </p14:cNvPr>
                <p14:cNvContentPartPr/>
                <p14:nvPr/>
              </p14:nvContentPartPr>
              <p14:xfrm>
                <a:off x="5265099" y="1880954"/>
                <a:ext cx="11160" cy="1044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C407700-5B7B-4225-D00C-F88ABA81CF1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56099" y="1872314"/>
                  <a:ext cx="288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DE906AD-F3B6-594E-C5A2-866DFA3222E9}"/>
              </a:ext>
            </a:extLst>
          </p:cNvPr>
          <p:cNvGrpSpPr/>
          <p:nvPr/>
        </p:nvGrpSpPr>
        <p:grpSpPr>
          <a:xfrm>
            <a:off x="8407899" y="2293514"/>
            <a:ext cx="484200" cy="398160"/>
            <a:chOff x="8407899" y="2293514"/>
            <a:chExt cx="48420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87B1C9B-4562-816A-389D-32473C1F325F}"/>
                    </a:ext>
                  </a:extLst>
                </p14:cNvPr>
                <p14:cNvContentPartPr/>
                <p14:nvPr/>
              </p14:nvContentPartPr>
              <p14:xfrm>
                <a:off x="8407899" y="2293514"/>
                <a:ext cx="217800" cy="3970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87B1C9B-4562-816A-389D-32473C1F325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99259" y="2284514"/>
                  <a:ext cx="2354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A6998E1-392F-17E1-D643-5E168D778B5E}"/>
                    </a:ext>
                  </a:extLst>
                </p14:cNvPr>
                <p14:cNvContentPartPr/>
                <p14:nvPr/>
              </p14:nvContentPartPr>
              <p14:xfrm>
                <a:off x="8439579" y="2543354"/>
                <a:ext cx="168480" cy="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A6998E1-392F-17E1-D643-5E168D778B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30579" y="2534354"/>
                  <a:ext cx="186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A0FC52C-2379-838F-1AF5-A72535ECCFF6}"/>
                    </a:ext>
                  </a:extLst>
                </p14:cNvPr>
                <p14:cNvContentPartPr/>
                <p14:nvPr/>
              </p14:nvContentPartPr>
              <p14:xfrm>
                <a:off x="8681499" y="2503034"/>
                <a:ext cx="210600" cy="1886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A0FC52C-2379-838F-1AF5-A72535ECCFF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672499" y="2494034"/>
                  <a:ext cx="2282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8EF2845-2484-F6FF-DD20-67A992A37BEE}"/>
              </a:ext>
            </a:extLst>
          </p:cNvPr>
          <p:cNvGrpSpPr/>
          <p:nvPr/>
        </p:nvGrpSpPr>
        <p:grpSpPr>
          <a:xfrm>
            <a:off x="4897539" y="3698234"/>
            <a:ext cx="305280" cy="430200"/>
            <a:chOff x="4897539" y="3698234"/>
            <a:chExt cx="3052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A046FF9-C987-3EFA-0EE5-0234A473D2AF}"/>
                    </a:ext>
                  </a:extLst>
                </p14:cNvPr>
                <p14:cNvContentPartPr/>
                <p14:nvPr/>
              </p14:nvContentPartPr>
              <p14:xfrm>
                <a:off x="4897539" y="3709754"/>
                <a:ext cx="21240" cy="3564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A046FF9-C987-3EFA-0EE5-0234A473D2A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888899" y="3701114"/>
                  <a:ext cx="38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597A3D5-8796-DC98-40BD-3BFE961D23EB}"/>
                    </a:ext>
                  </a:extLst>
                </p14:cNvPr>
                <p14:cNvContentPartPr/>
                <p14:nvPr/>
              </p14:nvContentPartPr>
              <p14:xfrm>
                <a:off x="4898619" y="3698234"/>
                <a:ext cx="214920" cy="3697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597A3D5-8796-DC98-40BD-3BFE961D23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89619" y="3689594"/>
                  <a:ext cx="2325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4177C57-E9B1-7DAE-65F9-68DB6F63B73F}"/>
                    </a:ext>
                  </a:extLst>
                </p14:cNvPr>
                <p14:cNvContentPartPr/>
                <p14:nvPr/>
              </p14:nvContentPartPr>
              <p14:xfrm>
                <a:off x="5202459" y="4004234"/>
                <a:ext cx="360" cy="1242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4177C57-E9B1-7DAE-65F9-68DB6F63B73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93459" y="3995594"/>
                  <a:ext cx="180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3F0DC9-B772-1736-B5B0-0D5C4EE90F0C}"/>
              </a:ext>
            </a:extLst>
          </p:cNvPr>
          <p:cNvGrpSpPr/>
          <p:nvPr/>
        </p:nvGrpSpPr>
        <p:grpSpPr>
          <a:xfrm>
            <a:off x="7913979" y="1407554"/>
            <a:ext cx="550080" cy="469440"/>
            <a:chOff x="7913979" y="1407554"/>
            <a:chExt cx="55008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EA9A5A1-E01E-100B-D937-857805473EE9}"/>
                    </a:ext>
                  </a:extLst>
                </p14:cNvPr>
                <p14:cNvContentPartPr/>
                <p14:nvPr/>
              </p14:nvContentPartPr>
              <p14:xfrm>
                <a:off x="7913979" y="1428794"/>
                <a:ext cx="64800" cy="4212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EA9A5A1-E01E-100B-D937-857805473EE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04979" y="1420154"/>
                  <a:ext cx="824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E92FE837-F6F7-39AB-4C2F-0250D9C47114}"/>
                    </a:ext>
                  </a:extLst>
                </p14:cNvPr>
                <p14:cNvContentPartPr/>
                <p14:nvPr/>
              </p14:nvContentPartPr>
              <p14:xfrm>
                <a:off x="7934859" y="1407554"/>
                <a:ext cx="272160" cy="46944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E92FE837-F6F7-39AB-4C2F-0250D9C471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26219" y="1398554"/>
                  <a:ext cx="2898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CBEEC661-8CDC-1B91-BEB8-80F924AF75C8}"/>
                    </a:ext>
                  </a:extLst>
                </p14:cNvPr>
                <p14:cNvContentPartPr/>
                <p14:nvPr/>
              </p14:nvContentPartPr>
              <p14:xfrm>
                <a:off x="8260659" y="1681154"/>
                <a:ext cx="203400" cy="14148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CBEEC661-8CDC-1B91-BEB8-80F924AF75C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252019" y="1672514"/>
                  <a:ext cx="22104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1" name="잉크 110">
                <a:extLst>
                  <a:ext uri="{FF2B5EF4-FFF2-40B4-BE49-F238E27FC236}">
                    <a16:creationId xmlns:a16="http://schemas.microsoft.com/office/drawing/2014/main" id="{2A540C66-1035-4D2F-B947-D5138F287A11}"/>
                  </a:ext>
                </a:extLst>
              </p14:cNvPr>
              <p14:cNvContentPartPr/>
              <p14:nvPr/>
            </p14:nvContentPartPr>
            <p14:xfrm>
              <a:off x="7956099" y="4309874"/>
              <a:ext cx="372240" cy="117000"/>
            </p14:xfrm>
          </p:contentPart>
        </mc:Choice>
        <mc:Fallback xmlns="">
          <p:pic>
            <p:nvPicPr>
              <p:cNvPr id="111" name="잉크 110">
                <a:extLst>
                  <a:ext uri="{FF2B5EF4-FFF2-40B4-BE49-F238E27FC236}">
                    <a16:creationId xmlns:a16="http://schemas.microsoft.com/office/drawing/2014/main" id="{2A540C66-1035-4D2F-B947-D5138F287A1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947099" y="4301234"/>
                <a:ext cx="38988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A38D4670-C7C1-DC50-812C-77D41236E0CD}"/>
              </a:ext>
            </a:extLst>
          </p:cNvPr>
          <p:cNvGrpSpPr/>
          <p:nvPr/>
        </p:nvGrpSpPr>
        <p:grpSpPr>
          <a:xfrm>
            <a:off x="6319289" y="4123031"/>
            <a:ext cx="2404690" cy="660960"/>
            <a:chOff x="6319289" y="4123031"/>
            <a:chExt cx="240469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2774C6C-BAF4-9730-466A-5CC81442F522}"/>
                    </a:ext>
                  </a:extLst>
                </p14:cNvPr>
                <p14:cNvContentPartPr/>
                <p14:nvPr/>
              </p14:nvContentPartPr>
              <p14:xfrm>
                <a:off x="6319289" y="4123031"/>
                <a:ext cx="11880" cy="65088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2774C6C-BAF4-9730-466A-5CC81442F52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10649" y="4114031"/>
                  <a:ext cx="2952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613AD84E-82BC-7C46-C28D-81B4E04BF7DD}"/>
                    </a:ext>
                  </a:extLst>
                </p14:cNvPr>
                <p14:cNvContentPartPr/>
                <p14:nvPr/>
              </p14:nvContentPartPr>
              <p14:xfrm>
                <a:off x="6498209" y="4264871"/>
                <a:ext cx="175680" cy="36288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613AD84E-82BC-7C46-C28D-81B4E04BF7D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489209" y="4256231"/>
                  <a:ext cx="193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706FEFD4-2841-A12A-3D74-8A5559B3074D}"/>
                    </a:ext>
                  </a:extLst>
                </p14:cNvPr>
                <p14:cNvContentPartPr/>
                <p14:nvPr/>
              </p14:nvContentPartPr>
              <p14:xfrm>
                <a:off x="6540329" y="4500671"/>
                <a:ext cx="113040" cy="1152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706FEFD4-2841-A12A-3D74-8A5559B3074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31329" y="4492031"/>
                  <a:ext cx="130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36BFDAAD-6FA2-1880-53AF-F8A45C5DFA34}"/>
                    </a:ext>
                  </a:extLst>
                </p14:cNvPr>
                <p14:cNvContentPartPr/>
                <p14:nvPr/>
              </p14:nvContentPartPr>
              <p14:xfrm>
                <a:off x="6771449" y="4535591"/>
                <a:ext cx="92160" cy="10548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36BFDAAD-6FA2-1880-53AF-F8A45C5DFA3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62449" y="4526951"/>
                  <a:ext cx="109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DC8DB8C9-3D04-A65A-1B6B-B8664AA6F3A4}"/>
                    </a:ext>
                  </a:extLst>
                </p14:cNvPr>
                <p14:cNvContentPartPr/>
                <p14:nvPr/>
              </p14:nvContentPartPr>
              <p14:xfrm>
                <a:off x="6960449" y="4385471"/>
                <a:ext cx="140040" cy="684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DC8DB8C9-3D04-A65A-1B6B-B8664AA6F3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951449" y="4376831"/>
                  <a:ext cx="157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3D99EC7C-383F-D884-A16C-C901CE19324C}"/>
                    </a:ext>
                  </a:extLst>
                </p14:cNvPr>
                <p14:cNvContentPartPr/>
                <p14:nvPr/>
              </p14:nvContentPartPr>
              <p14:xfrm>
                <a:off x="7265369" y="4259471"/>
                <a:ext cx="360" cy="30492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3D99EC7C-383F-D884-A16C-C901CE19324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56729" y="4250831"/>
                  <a:ext cx="18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25DE83BB-AA1B-F99C-146A-53FCD180116C}"/>
                    </a:ext>
                  </a:extLst>
                </p14:cNvPr>
                <p14:cNvContentPartPr/>
                <p14:nvPr/>
              </p14:nvContentPartPr>
              <p14:xfrm>
                <a:off x="7275809" y="4212311"/>
                <a:ext cx="140040" cy="36396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25DE83BB-AA1B-F99C-146A-53FCD180116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67169" y="4203671"/>
                  <a:ext cx="1576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1B2FE68D-3915-17C9-D7A9-25FA12E8204D}"/>
                    </a:ext>
                  </a:extLst>
                </p14:cNvPr>
                <p14:cNvContentPartPr/>
                <p14:nvPr/>
              </p14:nvContentPartPr>
              <p14:xfrm>
                <a:off x="7520249" y="4501031"/>
                <a:ext cx="72360" cy="15912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1B2FE68D-3915-17C9-D7A9-25FA12E8204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11249" y="4492031"/>
                  <a:ext cx="90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2F56C2D0-A868-046F-544B-77310F01106F}"/>
                    </a:ext>
                  </a:extLst>
                </p14:cNvPr>
                <p14:cNvContentPartPr/>
                <p14:nvPr/>
              </p14:nvContentPartPr>
              <p14:xfrm>
                <a:off x="7770089" y="4123031"/>
                <a:ext cx="360" cy="66096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2F56C2D0-A868-046F-544B-77310F0110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61089" y="4114031"/>
                  <a:ext cx="1800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D3BFAADF-1D21-131A-6562-C1217BC93469}"/>
                    </a:ext>
                  </a:extLst>
                </p14:cNvPr>
                <p14:cNvContentPartPr/>
                <p14:nvPr/>
              </p14:nvContentPartPr>
              <p14:xfrm>
                <a:off x="7987419" y="4444514"/>
                <a:ext cx="368280" cy="6696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D3BFAADF-1D21-131A-6562-C1217BC9346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78419" y="4435514"/>
                  <a:ext cx="385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F191BACA-37C3-D40B-8585-F7BCFD3F1F17}"/>
                    </a:ext>
                  </a:extLst>
                </p14:cNvPr>
                <p14:cNvContentPartPr/>
                <p14:nvPr/>
              </p14:nvContentPartPr>
              <p14:xfrm>
                <a:off x="8534259" y="4202954"/>
                <a:ext cx="189720" cy="46260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F191BACA-37C3-D40B-8585-F7BCFD3F1F1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525619" y="4193954"/>
                  <a:ext cx="207360" cy="480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A8FF7AD-D01B-6199-2D39-943E04B74997}"/>
              </a:ext>
            </a:extLst>
          </p:cNvPr>
          <p:cNvSpPr/>
          <p:nvPr/>
        </p:nvSpPr>
        <p:spPr bwMode="auto">
          <a:xfrm>
            <a:off x="6135024" y="3971287"/>
            <a:ext cx="2743254" cy="9105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920AAEE-AA68-6937-61FA-67511125A891}"/>
              </a:ext>
            </a:extLst>
          </p:cNvPr>
          <p:cNvSpPr txBox="1"/>
          <p:nvPr/>
        </p:nvSpPr>
        <p:spPr>
          <a:xfrm>
            <a:off x="3803180" y="5373717"/>
            <a:ext cx="5183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좋지 않은 예시</a:t>
            </a:r>
            <a:endParaRPr lang="en-US" altLang="ko-KR" sz="1600" dirty="0"/>
          </a:p>
          <a:p>
            <a:pPr lvl="2" algn="ctr">
              <a:defRPr/>
            </a:pPr>
            <a:r>
              <a:rPr lang="en-US" altLang="ko-KR" sz="1600" dirty="0"/>
              <a:t>(</a:t>
            </a:r>
            <a:r>
              <a:rPr lang="ko-KR" altLang="en-US" sz="1600" dirty="0"/>
              <a:t>적용은 가능하나 효율이 떨어짐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624491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재방문 주기 없을 때</a:t>
            </a:r>
          </a:p>
        </p:txBody>
      </p:sp>
    </p:spTree>
    <p:extLst>
      <p:ext uri="{BB962C8B-B14F-4D97-AF65-F5344CB8AC3E}">
        <p14:creationId xmlns:p14="http://schemas.microsoft.com/office/powerpoint/2010/main" val="58149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7FE0B53-542C-987C-2BF4-5032BBA3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3744"/>
            <a:ext cx="9144000" cy="23905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942D43-46B7-3118-C233-3B97EE4502A3}"/>
              </a:ext>
            </a:extLst>
          </p:cNvPr>
          <p:cNvSpPr/>
          <p:nvPr/>
        </p:nvSpPr>
        <p:spPr bwMode="auto">
          <a:xfrm>
            <a:off x="6551376" y="2761244"/>
            <a:ext cx="262759" cy="30777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06AA2-87C4-C956-AB5F-A63C03F7E96E}"/>
              </a:ext>
            </a:extLst>
          </p:cNvPr>
          <p:cNvSpPr txBox="1"/>
          <p:nvPr/>
        </p:nvSpPr>
        <p:spPr>
          <a:xfrm>
            <a:off x="5115941" y="3221840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6"/>
                </a:solidFill>
              </a:rPr>
              <a:t>Orbit3(62</a:t>
            </a:r>
            <a:r>
              <a:rPr lang="ko-KR" altLang="en-US" sz="1400" dirty="0">
                <a:solidFill>
                  <a:schemeClr val="accent6"/>
                </a:solidFill>
              </a:rPr>
              <a:t>˚</a:t>
            </a:r>
            <a:r>
              <a:rPr lang="en-US" altLang="ko-KR" sz="1400" dirty="0">
                <a:solidFill>
                  <a:schemeClr val="accent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53700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7C4F8E14-88D2-4692-3273-C3B67ECB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07" y="3393220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AC26EF4-B22A-B898-DBE3-8DD467BB3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905" y="338744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37C82E9-3D33-89B4-B31F-9495F798D50B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38  76  114  152  189  227  265  303  341  379  417  455  493  531  568  608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627334-9763-EA1B-24A0-C18BA65E91B4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94DF9C-11A1-FD71-2BFD-2EF89CF06065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1A33CDB-4A69-3E42-1BA3-3FFF79F6AB8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77D8DFD-3BA6-5C80-2804-1B4699B6371C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498DC5-E0A6-1024-31A0-20818EF7B00F}"/>
              </a:ext>
            </a:extLst>
          </p:cNvPr>
          <p:cNvSpPr txBox="1"/>
          <p:nvPr/>
        </p:nvSpPr>
        <p:spPr>
          <a:xfrm>
            <a:off x="555932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BE19E0-470A-4EF5-8788-EE3CBE267ECE}"/>
              </a:ext>
            </a:extLst>
          </p:cNvPr>
          <p:cNvSpPr txBox="1"/>
          <p:nvPr/>
        </p:nvSpPr>
        <p:spPr>
          <a:xfrm>
            <a:off x="4344673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2233328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7C4F8E14-88D2-4692-3273-C3B67ECB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07" y="3393220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2D49FC-4EA6-54DB-22CB-C2E3EBF87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07" y="3381518"/>
            <a:ext cx="3283164" cy="24552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9209B37-5F6B-2CA8-7AB8-F7EB82274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168" y="3375819"/>
            <a:ext cx="3276337" cy="24552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100%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37C82E9-3D33-89B4-B31F-9495F798D50B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38  76  114  152  189  227  265  303  341  379  417  455  493  531  568  608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627334-9763-EA1B-24A0-C18BA65E91B4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94DF9C-11A1-FD71-2BFD-2EF89CF06065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1A33CDB-4A69-3E42-1BA3-3FFF79F6AB8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77D8DFD-3BA6-5C80-2804-1B4699B6371C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498DC5-E0A6-1024-31A0-20818EF7B00F}"/>
              </a:ext>
            </a:extLst>
          </p:cNvPr>
          <p:cNvSpPr txBox="1"/>
          <p:nvPr/>
        </p:nvSpPr>
        <p:spPr>
          <a:xfrm>
            <a:off x="555932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BE19E0-470A-4EF5-8788-EE3CBE267ECE}"/>
              </a:ext>
            </a:extLst>
          </p:cNvPr>
          <p:cNvSpPr txBox="1"/>
          <p:nvPr/>
        </p:nvSpPr>
        <p:spPr>
          <a:xfrm>
            <a:off x="4344673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406674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 (T:P =</a:t>
            </a:r>
            <a:r>
              <a:rPr lang="ko-KR" altLang="en-US" dirty="0"/>
              <a:t> </a:t>
            </a:r>
            <a:r>
              <a:rPr lang="en-US" altLang="ko-KR" dirty="0"/>
              <a:t>19:19) : </a:t>
            </a:r>
            <a:r>
              <a:rPr lang="ko-KR" altLang="en-US" dirty="0"/>
              <a:t>최소 필요 위성 수 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BB89071-8CA4-B079-C5D6-7EACC46C16FD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922D0F0C-9265-8D3B-2005-08D155FE4C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4D7971D-BCF2-15BF-F4EC-020C0860D4B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2214E23-555D-400A-59FE-0C77386AA6A6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4B4FDE7-E3A2-F8E3-20CF-E26D31170A4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EAED4F1-5610-B90B-D51E-8C85B42C0324}"/>
              </a:ext>
            </a:extLst>
          </p:cNvPr>
          <p:cNvSpPr txBox="1"/>
          <p:nvPr/>
        </p:nvSpPr>
        <p:spPr>
          <a:xfrm>
            <a:off x="1319687" y="6097261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67300578-229E-7E25-48E6-AC2CC614E0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3845" y="2985718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44.44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67300578-229E-7E25-48E6-AC2CC614E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060200"/>
                  </p:ext>
                </p:extLst>
              </p:nvPr>
            </p:nvGraphicFramePr>
            <p:xfrm>
              <a:off x="833845" y="2985718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" t="-2041" r="-1081" b="-10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44.44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표 22">
                <a:extLst>
                  <a:ext uri="{FF2B5EF4-FFF2-40B4-BE49-F238E27FC236}">
                    <a16:creationId xmlns:a16="http://schemas.microsoft.com/office/drawing/2014/main" id="{C6CB89D3-54DA-09D7-CE32-4998323D47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49195" y="2985718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91.25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50.23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표 22">
                <a:extLst>
                  <a:ext uri="{FF2B5EF4-FFF2-40B4-BE49-F238E27FC236}">
                    <a16:creationId xmlns:a16="http://schemas.microsoft.com/office/drawing/2014/main" id="{C6CB89D3-54DA-09D7-CE32-4998323D47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009579"/>
                  </p:ext>
                </p:extLst>
              </p:nvPr>
            </p:nvGraphicFramePr>
            <p:xfrm>
              <a:off x="2649195" y="2985718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17" t="-2041" r="-1630" b="-9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91.25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50.23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5FF99EA4-2337-C474-C76A-BDFF6589859A}"/>
              </a:ext>
            </a:extLst>
          </p:cNvPr>
          <p:cNvSpPr txBox="1"/>
          <p:nvPr/>
        </p:nvSpPr>
        <p:spPr>
          <a:xfrm>
            <a:off x="5304808" y="6097665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/>
              <a:t>블라디보스토크</a:t>
            </a:r>
            <a:endParaRPr lang="en-US" altLang="ko-K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5B887BED-C3CC-2EF4-6E22-82F54C8E90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82764" y="2986122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40.69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91.39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96.39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75.97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79.03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5B887BED-C3CC-2EF4-6E22-82F54C8E90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699361"/>
                  </p:ext>
                </p:extLst>
              </p:nvPr>
            </p:nvGraphicFramePr>
            <p:xfrm>
              <a:off x="4882764" y="2986122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" t="-2041" r="-1081" b="-10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40.69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91.39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96.39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75.97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79.03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표 25">
                <a:extLst>
                  <a:ext uri="{FF2B5EF4-FFF2-40B4-BE49-F238E27FC236}">
                    <a16:creationId xmlns:a16="http://schemas.microsoft.com/office/drawing/2014/main" id="{95661445-17FF-910B-E5E7-6840A1CE5F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98114" y="2986122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표 25">
                <a:extLst>
                  <a:ext uri="{FF2B5EF4-FFF2-40B4-BE49-F238E27FC236}">
                    <a16:creationId xmlns:a16="http://schemas.microsoft.com/office/drawing/2014/main" id="{95661445-17FF-910B-E5E7-6840A1CE5F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0317605"/>
                  </p:ext>
                </p:extLst>
              </p:nvPr>
            </p:nvGraphicFramePr>
            <p:xfrm>
              <a:off x="6698114" y="2986122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000" t="-2041" r="-1081" b="-9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934396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281D5B1-5471-ED9F-C8D8-220FB3D4E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03" y="3387442"/>
            <a:ext cx="3273600" cy="2455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BE8B58-0AC0-54ED-AE36-62EC4AAA8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32" y="339795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&amp; Orbit 2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96.81%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FB9E7D-6D36-2122-EC89-E1BB89A5FBD8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308364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44AAAEB-16A1-1B37-BDC3-EE23314F9930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FACA0A-E94D-17E0-24EA-B2747FF5C5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0F47F2E-DA17-7F52-CFEE-F1AE54C787B3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CB49C90-1F60-1F4D-96F4-E5CFA9AD9115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5167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&amp; Orbit 2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FB9E7D-6D36-2122-EC89-E1BB89A5FBD8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7274.14km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70720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44AAAEB-16A1-1B37-BDC3-EE23314F9930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FACA0A-E94D-17E0-24EA-B2747FF5C5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0F47F2E-DA17-7F52-CFEE-F1AE54C787B3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CB49C90-1F60-1F4D-96F4-E5CFA9AD9115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7BEF6E8B-015D-66ED-A1AF-4C3DF33AB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8607"/>
            <a:ext cx="9144000" cy="420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0569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&amp; Orbit 2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FB9E7D-6D36-2122-EC89-E1BB89A5FBD8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70720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44AAAEB-16A1-1B37-BDC3-EE23314F9930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FACA0A-E94D-17E0-24EA-B2747FF5C5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0F47F2E-DA17-7F52-CFEE-F1AE54C787B3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CB49C90-1F60-1F4D-96F4-E5CFA9AD9115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A6036FA-3BB0-7244-4AA2-AAB113E7E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5089"/>
            <a:ext cx="9144000" cy="281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0076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재방문 주기 적용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운용</a:t>
            </a:r>
          </a:p>
        </p:txBody>
      </p:sp>
    </p:spTree>
    <p:extLst>
      <p:ext uri="{BB962C8B-B14F-4D97-AF65-F5344CB8AC3E}">
        <p14:creationId xmlns:p14="http://schemas.microsoft.com/office/powerpoint/2010/main" val="374981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03E5943B-41C2-9DA1-AE6B-C1A849E07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30" y="3393604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CB4E026A-9083-C94A-BAAD-114BE72E4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60" y="3396195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 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(Inclination : 59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26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28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C29BC-674E-E9D2-3B99-024F829A0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027856"/>
              </p:ext>
            </p:extLst>
          </p:nvPr>
        </p:nvGraphicFramePr>
        <p:xfrm>
          <a:off x="36167" y="1778562"/>
          <a:ext cx="906933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425   387   352    93    18]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1596EE48-9BD9-0652-5397-7A5941F472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69E2DC7-EE76-6784-221B-61630EC512A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D3C3C62-4C16-312D-5E47-AD90C94F5C7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E083E69-5DDC-B051-4B48-CDCB4679B4B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0EFFFF1-F62F-C52A-0983-BC67ED4CBA5B}"/>
              </a:ext>
            </a:extLst>
          </p:cNvPr>
          <p:cNvSpPr txBox="1"/>
          <p:nvPr/>
        </p:nvSpPr>
        <p:spPr>
          <a:xfrm>
            <a:off x="555932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C1D5D8-2247-28B2-B997-504F3FE62999}"/>
              </a:ext>
            </a:extLst>
          </p:cNvPr>
          <p:cNvSpPr txBox="1"/>
          <p:nvPr/>
        </p:nvSpPr>
        <p:spPr>
          <a:xfrm>
            <a:off x="4344673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20474071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E71E18EE-518E-0CA8-60D5-BA10BF4C3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40950"/>
              </p:ext>
            </p:extLst>
          </p:nvPr>
        </p:nvGraphicFramePr>
        <p:xfrm>
          <a:off x="36167" y="1778562"/>
          <a:ext cx="906933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 90   684   388   296   424]]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D1230CA5-5FD8-5299-D2B7-2FBC30184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32" y="3394090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6CE990A-016D-943E-6AAA-838943ED2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378" y="338775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(Inclination : 65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26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596EE48-9BD9-0652-5397-7A5941F472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69E2DC7-EE76-6784-221B-61630EC512A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D3C3C62-4C16-312D-5E47-AD90C94F5C7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E083E69-5DDC-B051-4B48-CDCB4679B4B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0EFFFF1-F62F-C52A-0983-BC67ED4CBA5B}"/>
              </a:ext>
            </a:extLst>
          </p:cNvPr>
          <p:cNvSpPr txBox="1"/>
          <p:nvPr/>
        </p:nvSpPr>
        <p:spPr>
          <a:xfrm>
            <a:off x="555932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C1D5D8-2247-28B2-B997-504F3FE62999}"/>
              </a:ext>
            </a:extLst>
          </p:cNvPr>
          <p:cNvSpPr txBox="1"/>
          <p:nvPr/>
        </p:nvSpPr>
        <p:spPr>
          <a:xfrm>
            <a:off x="4344673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9916054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 궤도 운용</a:t>
            </a:r>
          </a:p>
        </p:txBody>
      </p:sp>
    </p:spTree>
    <p:extLst>
      <p:ext uri="{BB962C8B-B14F-4D97-AF65-F5344CB8AC3E}">
        <p14:creationId xmlns:p14="http://schemas.microsoft.com/office/powerpoint/2010/main" val="348907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D3795E6A-2F52-8271-F428-19C44C9AD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30" y="3604227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778D054-D26F-3CD3-BF67-BA848CA52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60" y="360928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 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: Orbit 2 = 1 : 5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60836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6099928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28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C29BC-674E-E9D2-3B99-024F829A0BD8}"/>
              </a:ext>
            </a:extLst>
          </p:cNvPr>
          <p:cNvGraphicFramePr>
            <a:graphicFrameLocks noGrp="1"/>
          </p:cNvGraphicFramePr>
          <p:nvPr/>
        </p:nvGraphicFramePr>
        <p:xfrm>
          <a:off x="36167" y="1778562"/>
          <a:ext cx="9069333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[461]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 39   128   422   332]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400229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1596EE48-9BD9-0652-5397-7A5941F472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69E2DC7-EE76-6784-221B-61630EC512A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D3C3C62-4C16-312D-5E47-AD90C94F5C7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E083E69-5DDC-B051-4B48-CDCB4679B4B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7961127-9FA2-5FBB-B41F-B6E6A9E4778D}"/>
              </a:ext>
            </a:extLst>
          </p:cNvPr>
          <p:cNvSpPr txBox="1"/>
          <p:nvPr/>
        </p:nvSpPr>
        <p:spPr>
          <a:xfrm>
            <a:off x="555932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CE206-86C0-B317-8313-C51254A6E370}"/>
              </a:ext>
            </a:extLst>
          </p:cNvPr>
          <p:cNvSpPr txBox="1"/>
          <p:nvPr/>
        </p:nvSpPr>
        <p:spPr>
          <a:xfrm>
            <a:off x="4344673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7081052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5398AFE-5A59-81DC-4914-473825C3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30" y="3608459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C9BE90-AFEB-6154-5E5E-45BABBD49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60" y="360843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 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: Orbit 2 = 2 : 4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60836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6099928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C29BC-674E-E9D2-3B99-024F829A0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450530"/>
              </p:ext>
            </p:extLst>
          </p:nvPr>
        </p:nvGraphicFramePr>
        <p:xfrm>
          <a:off x="36167" y="1778562"/>
          <a:ext cx="9069333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 645]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295   384   313]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400229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1596EE48-9BD9-0652-5397-7A5941F472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69E2DC7-EE76-6784-221B-61630EC512A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D3C3C62-4C16-312D-5E47-AD90C94F5C7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E083E69-5DDC-B051-4B48-CDCB4679B4B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7961127-9FA2-5FBB-B41F-B6E6A9E4778D}"/>
              </a:ext>
            </a:extLst>
          </p:cNvPr>
          <p:cNvSpPr txBox="1"/>
          <p:nvPr/>
        </p:nvSpPr>
        <p:spPr>
          <a:xfrm>
            <a:off x="555932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CE206-86C0-B317-8313-C51254A6E370}"/>
              </a:ext>
            </a:extLst>
          </p:cNvPr>
          <p:cNvSpPr txBox="1"/>
          <p:nvPr/>
        </p:nvSpPr>
        <p:spPr>
          <a:xfrm>
            <a:off x="4344673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2152876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5398AFE-5A59-81DC-4914-473825C3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30" y="3608459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C9BE90-AFEB-6154-5E5E-45BABBD49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60" y="360843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 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: Orbit 2 = 3 : 3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60836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6099928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C29BC-674E-E9D2-3B99-024F829A0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97242"/>
              </p:ext>
            </p:extLst>
          </p:nvPr>
        </p:nvGraphicFramePr>
        <p:xfrm>
          <a:off x="36167" y="1778562"/>
          <a:ext cx="9069333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n =</a:t>
                      </a: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400229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1596EE48-9BD9-0652-5397-7A5941F472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69E2DC7-EE76-6784-221B-61630EC512A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D3C3C62-4C16-312D-5E47-AD90C94F5C7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E083E69-5DDC-B051-4B48-CDCB4679B4B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7961127-9FA2-5FBB-B41F-B6E6A9E4778D}"/>
              </a:ext>
            </a:extLst>
          </p:cNvPr>
          <p:cNvSpPr txBox="1"/>
          <p:nvPr/>
        </p:nvSpPr>
        <p:spPr>
          <a:xfrm>
            <a:off x="555932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CE206-86C0-B317-8313-C51254A6E370}"/>
              </a:ext>
            </a:extLst>
          </p:cNvPr>
          <p:cNvSpPr txBox="1"/>
          <p:nvPr/>
        </p:nvSpPr>
        <p:spPr>
          <a:xfrm>
            <a:off x="4344673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9782123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5312E9C-436B-F902-983A-4D5AFEDD9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35" y="3614607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21024D-D9F8-8FA6-76C4-39AC8BC90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01" y="3611628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 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: Orbit 2 = 4 : 2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60836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6099928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C29BC-674E-E9D2-3B99-024F829A0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93751"/>
              </p:ext>
            </p:extLst>
          </p:nvPr>
        </p:nvGraphicFramePr>
        <p:xfrm>
          <a:off x="36167" y="1778562"/>
          <a:ext cx="9069333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[17   423   388]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297   703]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400229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1596EE48-9BD9-0652-5397-7A5941F472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69E2DC7-EE76-6784-221B-61630EC512A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D3C3C62-4C16-312D-5E47-AD90C94F5C7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E083E69-5DDC-B051-4B48-CDCB4679B4B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7961127-9FA2-5FBB-B41F-B6E6A9E4778D}"/>
              </a:ext>
            </a:extLst>
          </p:cNvPr>
          <p:cNvSpPr txBox="1"/>
          <p:nvPr/>
        </p:nvSpPr>
        <p:spPr>
          <a:xfrm>
            <a:off x="555932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CE206-86C0-B317-8313-C51254A6E370}"/>
              </a:ext>
            </a:extLst>
          </p:cNvPr>
          <p:cNvSpPr txBox="1"/>
          <p:nvPr/>
        </p:nvSpPr>
        <p:spPr>
          <a:xfrm>
            <a:off x="4344673" y="3255443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67705188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Quasi-Symmetric Method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04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 Method (</a:t>
            </a:r>
            <a:r>
              <a:rPr lang="ko-KR" altLang="en-US" dirty="0"/>
              <a:t>최소 필요 위성 수 </a:t>
            </a:r>
            <a:r>
              <a:rPr lang="en-US" altLang="ko-KR" dirty="0"/>
              <a:t>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(Inclination : 59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5716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7779952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7779952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8" t="-2041" r="-1107" b="-9387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953CB2-2300-C899-3AB8-1E411382D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678023"/>
              </p:ext>
            </p:extLst>
          </p:nvPr>
        </p:nvGraphicFramePr>
        <p:xfrm>
          <a:off x="36167" y="1778562"/>
          <a:ext cx="906933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 90   180   270   360   450   540   630]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BD5CDBC8-0FB1-49D7-2EF4-75514882D297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EAD4ECD-3FC4-0D80-7C41-CE0E8E012BB8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299E296-D0CE-6F21-DCA1-2BEDC4ADA13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70C6925-9F62-1C66-DDEA-E2A89253C126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76614FD3-E791-ABD8-7402-0DFDF4761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469" y="338821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3196C0D-6BFB-BB72-13F3-B6761A856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384" y="338821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19BD10-BCCE-1ED8-0051-322D7A5CE917}"/>
              </a:ext>
            </a:extLst>
          </p:cNvPr>
          <p:cNvSpPr txBox="1"/>
          <p:nvPr/>
        </p:nvSpPr>
        <p:spPr>
          <a:xfrm>
            <a:off x="1854942" y="3029730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0A28E-7100-33D9-EB5F-BD730087E507}"/>
              </a:ext>
            </a:extLst>
          </p:cNvPr>
          <p:cNvSpPr txBox="1"/>
          <p:nvPr/>
        </p:nvSpPr>
        <p:spPr>
          <a:xfrm>
            <a:off x="5377866" y="3029730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56CEA-EEC4-6964-8CEA-E38CCF799FAF}"/>
              </a:ext>
            </a:extLst>
          </p:cNvPr>
          <p:cNvSpPr txBox="1"/>
          <p:nvPr/>
        </p:nvSpPr>
        <p:spPr>
          <a:xfrm>
            <a:off x="1928193" y="592364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26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1B8098-F80E-B828-FE46-DC0A03D1B1BE}"/>
              </a:ext>
            </a:extLst>
          </p:cNvPr>
          <p:cNvSpPr txBox="1"/>
          <p:nvPr/>
        </p:nvSpPr>
        <p:spPr>
          <a:xfrm>
            <a:off x="4952569" y="5929299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22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353856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F08D506-8886-213D-1088-8808F3753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218" y="339412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B231D5-F3A7-0848-8B3E-C45909388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469" y="3393865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 Method (</a:t>
            </a:r>
            <a:r>
              <a:rPr lang="ko-KR" altLang="en-US" dirty="0"/>
              <a:t>최소 필요 위성 수 </a:t>
            </a:r>
            <a:r>
              <a:rPr lang="en-US" altLang="ko-KR" dirty="0"/>
              <a:t>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(Inclination : 65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9019450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9019450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58" t="-2041" r="-1107" b="-9387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953CB2-2300-C899-3AB8-1E411382D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63487"/>
              </p:ext>
            </p:extLst>
          </p:nvPr>
        </p:nvGraphicFramePr>
        <p:xfrm>
          <a:off x="36167" y="1778562"/>
          <a:ext cx="906933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 90   180   270   360   450   540   630]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BD5CDBC8-0FB1-49D7-2EF4-75514882D297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EAD4ECD-3FC4-0D80-7C41-CE0E8E012BB8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299E296-D0CE-6F21-DCA1-2BEDC4ADA13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70C6925-9F62-1C66-DDEA-E2A89253C126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819BD10-BCCE-1ED8-0051-322D7A5CE917}"/>
              </a:ext>
            </a:extLst>
          </p:cNvPr>
          <p:cNvSpPr txBox="1"/>
          <p:nvPr/>
        </p:nvSpPr>
        <p:spPr>
          <a:xfrm>
            <a:off x="1854942" y="3029730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0A28E-7100-33D9-EB5F-BD730087E507}"/>
              </a:ext>
            </a:extLst>
          </p:cNvPr>
          <p:cNvSpPr txBox="1"/>
          <p:nvPr/>
        </p:nvSpPr>
        <p:spPr>
          <a:xfrm>
            <a:off x="5377866" y="3029730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56CEA-EEC4-6964-8CEA-E38CCF799FAF}"/>
              </a:ext>
            </a:extLst>
          </p:cNvPr>
          <p:cNvSpPr txBox="1"/>
          <p:nvPr/>
        </p:nvSpPr>
        <p:spPr>
          <a:xfrm>
            <a:off x="1928193" y="592364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28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1B8098-F80E-B828-FE46-DC0A03D1B1BE}"/>
              </a:ext>
            </a:extLst>
          </p:cNvPr>
          <p:cNvSpPr txBox="1"/>
          <p:nvPr/>
        </p:nvSpPr>
        <p:spPr>
          <a:xfrm>
            <a:off x="4952569" y="5929299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 </a:t>
            </a:r>
            <a:r>
              <a:rPr lang="en-US" altLang="ko-KR" sz="1400" dirty="0"/>
              <a:t>: 22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8770342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Walker-Delta Constellation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45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 Constellation 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(Inclination : 59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2415717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2415717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8" t="-2041" r="-1107" b="-9387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953CB2-2300-C899-3AB8-1E411382D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208730"/>
              </p:ext>
            </p:extLst>
          </p:nvPr>
        </p:nvGraphicFramePr>
        <p:xfrm>
          <a:off x="36167" y="1778562"/>
          <a:ext cx="906933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BD5CDBC8-0FB1-49D7-2EF4-75514882D297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EAD4ECD-3FC4-0D80-7C41-CE0E8E012BB8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299E296-D0CE-6F21-DCA1-2BEDC4ADA13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70C6925-9F62-1C66-DDEA-E2A89253C126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D31C859-2828-D9D4-BAD1-E44EDCB52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3253470"/>
                  </p:ext>
                </p:extLst>
              </p:nvPr>
            </p:nvGraphicFramePr>
            <p:xfrm>
              <a:off x="2402525" y="3076239"/>
              <a:ext cx="2142935" cy="2732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D31C859-2828-D9D4-BAD1-E44EDCB52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3253470"/>
                  </p:ext>
                </p:extLst>
              </p:nvPr>
            </p:nvGraphicFramePr>
            <p:xfrm>
              <a:off x="2402525" y="3076239"/>
              <a:ext cx="2142935" cy="2732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58" t="-2041" r="-738" b="-8367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CA68EC7-38A5-C2CF-8999-28A654F7F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9631665"/>
                  </p:ext>
                </p:extLst>
              </p:nvPr>
            </p:nvGraphicFramePr>
            <p:xfrm>
              <a:off x="4661988" y="3072917"/>
              <a:ext cx="2142935" cy="2427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CA68EC7-38A5-C2CF-8999-28A654F7F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9631665"/>
                  </p:ext>
                </p:extLst>
              </p:nvPr>
            </p:nvGraphicFramePr>
            <p:xfrm>
              <a:off x="4661988" y="3072917"/>
              <a:ext cx="2142935" cy="2427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7" t="-2041" r="-735" b="-73469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32295143-DFDC-8FE5-914E-2302121D1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5189267"/>
                  </p:ext>
                </p:extLst>
              </p:nvPr>
            </p:nvGraphicFramePr>
            <p:xfrm>
              <a:off x="6900618" y="3072917"/>
              <a:ext cx="2142935" cy="2123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32295143-DFDC-8FE5-914E-2302121D1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5189267"/>
                  </p:ext>
                </p:extLst>
              </p:nvPr>
            </p:nvGraphicFramePr>
            <p:xfrm>
              <a:off x="6900618" y="3072917"/>
              <a:ext cx="2142935" cy="2123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47" t="-2041" r="-735" b="-6326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4A710B9-DC20-4968-120C-A2167E3EDEF2}"/>
              </a:ext>
            </a:extLst>
          </p:cNvPr>
          <p:cNvSpPr txBox="1"/>
          <p:nvPr/>
        </p:nvSpPr>
        <p:spPr>
          <a:xfrm>
            <a:off x="-829284" y="6167872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2DA5C-9C18-1D98-1A03-981107EA12C2}"/>
              </a:ext>
            </a:extLst>
          </p:cNvPr>
          <p:cNvSpPr txBox="1"/>
          <p:nvPr/>
        </p:nvSpPr>
        <p:spPr>
          <a:xfrm>
            <a:off x="1391908" y="588509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5883E9-620E-6653-8D87-5FCD28AEF288}"/>
              </a:ext>
            </a:extLst>
          </p:cNvPr>
          <p:cNvSpPr txBox="1"/>
          <p:nvPr/>
        </p:nvSpPr>
        <p:spPr>
          <a:xfrm>
            <a:off x="3650568" y="5576975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4CB77E-8C55-E258-D86F-D01C675FBBCF}"/>
              </a:ext>
            </a:extLst>
          </p:cNvPr>
          <p:cNvSpPr txBox="1"/>
          <p:nvPr/>
        </p:nvSpPr>
        <p:spPr>
          <a:xfrm>
            <a:off x="5876180" y="523263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5</a:t>
            </a:r>
          </a:p>
        </p:txBody>
      </p:sp>
    </p:spTree>
    <p:extLst>
      <p:ext uri="{BB962C8B-B14F-4D97-AF65-F5344CB8AC3E}">
        <p14:creationId xmlns:p14="http://schemas.microsoft.com/office/powerpoint/2010/main" val="150225952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 Constellation (</a:t>
            </a:r>
            <a:r>
              <a:rPr lang="ko-KR" altLang="en-US" dirty="0"/>
              <a:t>최소 필요 위성 수 </a:t>
            </a:r>
            <a:r>
              <a:rPr lang="en-US" altLang="ko-KR" dirty="0"/>
              <a:t>7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(Inclination : 65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248220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248220"/>
                  </p:ext>
                </p:extLst>
              </p:nvPr>
            </p:nvGraphicFramePr>
            <p:xfrm>
              <a:off x="143064" y="3076239"/>
              <a:ext cx="2142935" cy="30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58" t="-2041" r="-1107" b="-9387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953CB2-2300-C899-3AB8-1E411382D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616989"/>
              </p:ext>
            </p:extLst>
          </p:nvPr>
        </p:nvGraphicFramePr>
        <p:xfrm>
          <a:off x="36167" y="1778562"/>
          <a:ext cx="906933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  <a:gridCol w="695875">
                  <a:extLst>
                    <a:ext uri="{9D8B030D-6E8A-4147-A177-3AD203B41FA5}">
                      <a16:colId xmlns:a16="http://schemas.microsoft.com/office/drawing/2014/main" val="12317123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Cov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RV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30min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BD5CDBC8-0FB1-49D7-2EF4-75514882D297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EAD4ECD-3FC4-0D80-7C41-CE0E8E012BB8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299E296-D0CE-6F21-DCA1-2BEDC4ADA13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70C6925-9F62-1C66-DDEA-E2A89253C126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D31C859-2828-D9D4-BAD1-E44EDCB52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935639"/>
                  </p:ext>
                </p:extLst>
              </p:nvPr>
            </p:nvGraphicFramePr>
            <p:xfrm>
              <a:off x="2402525" y="3076239"/>
              <a:ext cx="2142935" cy="2732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D31C859-2828-D9D4-BAD1-E44EDCB52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935639"/>
                  </p:ext>
                </p:extLst>
              </p:nvPr>
            </p:nvGraphicFramePr>
            <p:xfrm>
              <a:off x="2402525" y="3076239"/>
              <a:ext cx="2142935" cy="2732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58" t="-2041" r="-738" b="-8367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CA68EC7-38A5-C2CF-8999-28A654F7F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9440130"/>
                  </p:ext>
                </p:extLst>
              </p:nvPr>
            </p:nvGraphicFramePr>
            <p:xfrm>
              <a:off x="4661988" y="3072917"/>
              <a:ext cx="2142935" cy="2427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CA68EC7-38A5-C2CF-8999-28A654F7F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9440130"/>
                  </p:ext>
                </p:extLst>
              </p:nvPr>
            </p:nvGraphicFramePr>
            <p:xfrm>
              <a:off x="4661988" y="3072917"/>
              <a:ext cx="2142935" cy="2427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7" t="-2041" r="-735" b="-73469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32295143-DFDC-8FE5-914E-2302121D1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773584"/>
                  </p:ext>
                </p:extLst>
              </p:nvPr>
            </p:nvGraphicFramePr>
            <p:xfrm>
              <a:off x="6900618" y="3072917"/>
              <a:ext cx="2142935" cy="2123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Max</m:t>
                              </m:r>
                              <m:r>
                                <a:rPr lang="en-US" altLang="ko-KR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Revisit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Time(min)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32295143-DFDC-8FE5-914E-2302121D1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773584"/>
                  </p:ext>
                </p:extLst>
              </p:nvPr>
            </p:nvGraphicFramePr>
            <p:xfrm>
              <a:off x="6900618" y="3072917"/>
              <a:ext cx="2142935" cy="2123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139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5398">
                      <a:extLst>
                        <a:ext uri="{9D8B030D-6E8A-4147-A177-3AD203B41FA5}">
                          <a16:colId xmlns:a16="http://schemas.microsoft.com/office/drawing/2014/main" val="721547149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47" t="-2041" r="-735" b="-6326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S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V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8892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4A710B9-DC20-4968-120C-A2167E3EDEF2}"/>
              </a:ext>
            </a:extLst>
          </p:cNvPr>
          <p:cNvSpPr txBox="1"/>
          <p:nvPr/>
        </p:nvSpPr>
        <p:spPr>
          <a:xfrm>
            <a:off x="-829284" y="6167872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2DA5C-9C18-1D98-1A03-981107EA12C2}"/>
              </a:ext>
            </a:extLst>
          </p:cNvPr>
          <p:cNvSpPr txBox="1"/>
          <p:nvPr/>
        </p:nvSpPr>
        <p:spPr>
          <a:xfrm>
            <a:off x="1391908" y="588509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5883E9-620E-6653-8D87-5FCD28AEF288}"/>
              </a:ext>
            </a:extLst>
          </p:cNvPr>
          <p:cNvSpPr txBox="1"/>
          <p:nvPr/>
        </p:nvSpPr>
        <p:spPr>
          <a:xfrm>
            <a:off x="3650568" y="5576975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4CB77E-8C55-E258-D86F-D01C675FBBCF}"/>
              </a:ext>
            </a:extLst>
          </p:cNvPr>
          <p:cNvSpPr txBox="1"/>
          <p:nvPr/>
        </p:nvSpPr>
        <p:spPr>
          <a:xfrm>
            <a:off x="5876180" y="523263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= 5</a:t>
            </a:r>
          </a:p>
        </p:txBody>
      </p:sp>
    </p:spTree>
    <p:extLst>
      <p:ext uri="{BB962C8B-B14F-4D97-AF65-F5344CB8AC3E}">
        <p14:creationId xmlns:p14="http://schemas.microsoft.com/office/powerpoint/2010/main" val="145898306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Method</a:t>
            </a:r>
            <a:r>
              <a:rPr lang="ko-KR" altLang="en-US" dirty="0">
                <a:solidFill>
                  <a:srgbClr val="1F2328"/>
                </a:solidFill>
              </a:rPr>
              <a:t>를 이용한 이종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ko-KR" altLang="en-US" dirty="0">
                <a:solidFill>
                  <a:srgbClr val="1F2328"/>
                </a:solidFill>
              </a:rPr>
              <a:t> 설계</a:t>
            </a:r>
            <a:r>
              <a:rPr lang="en-US" altLang="ko-KR" dirty="0">
                <a:solidFill>
                  <a:srgbClr val="1F2328"/>
                </a:solidFill>
              </a:rPr>
              <a:t> </a:t>
            </a:r>
          </a:p>
          <a:p>
            <a:pPr lvl="1">
              <a:defRPr/>
            </a:pPr>
            <a:r>
              <a:rPr lang="ko-KR" altLang="en-US" i="0" dirty="0">
                <a:solidFill>
                  <a:srgbClr val="1F2328"/>
                </a:solidFill>
                <a:effectLst/>
              </a:rPr>
              <a:t>재방문 주기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(30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분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)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를 적용하여 세 가지 설계 기법으로 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Multi-targe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을 분석함</a:t>
            </a: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2">
              <a:defRPr/>
            </a:pPr>
            <a:r>
              <a:rPr lang="en-US" altLang="ko-KR" i="0" dirty="0">
                <a:solidFill>
                  <a:srgbClr val="1F2328"/>
                </a:solidFill>
                <a:effectLst/>
              </a:rPr>
              <a:t>BILP : 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최적의 해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를 찾아 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가장 적은 수의 위성으로 두 지역을 모두 커버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 가능</a:t>
            </a: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2">
              <a:defRPr/>
            </a:pPr>
            <a:r>
              <a:rPr lang="en-US" altLang="ko-KR" i="0" dirty="0">
                <a:solidFill>
                  <a:srgbClr val="1F2328"/>
                </a:solidFill>
                <a:effectLst/>
              </a:rPr>
              <a:t>QS : 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위성이 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균등하게만 배치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되도록 설계되어 </a:t>
            </a:r>
            <a:r>
              <a:rPr lang="en-US" altLang="ko-KR" b="1" i="0" u="sng" dirty="0">
                <a:solidFill>
                  <a:srgbClr val="1F2328"/>
                </a:solidFill>
                <a:effectLst/>
              </a:rPr>
              <a:t>BILP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에 비해 많은 수의 위성을 필요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로 함</a:t>
            </a: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2">
              <a:defRPr/>
            </a:pPr>
            <a:r>
              <a:rPr lang="en-US" altLang="ko-KR" i="0" dirty="0">
                <a:solidFill>
                  <a:srgbClr val="1F2328"/>
                </a:solidFill>
                <a:effectLst/>
              </a:rPr>
              <a:t>WD : </a:t>
            </a:r>
            <a:r>
              <a:rPr lang="en-US" altLang="ko-KR" b="1" i="0" u="sng" dirty="0">
                <a:solidFill>
                  <a:srgbClr val="1F2328"/>
                </a:solidFill>
                <a:effectLst/>
              </a:rPr>
              <a:t>f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값에 따라 커버리지 비율이 크게 달라짐</a:t>
            </a:r>
            <a:r>
              <a:rPr lang="en-US" altLang="ko-KR" b="1" i="0" u="sng" dirty="0">
                <a:solidFill>
                  <a:srgbClr val="1F2328"/>
                </a:solidFill>
                <a:effectLst/>
              </a:rPr>
              <a:t>.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 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특정 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f 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값에 대해 높은 성능을 보임</a:t>
            </a: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r>
              <a:rPr lang="ko-KR" altLang="en-US" i="0" dirty="0">
                <a:solidFill>
                  <a:srgbClr val="1F2328"/>
                </a:solidFill>
                <a:effectLst/>
              </a:rPr>
              <a:t>               궤도 경사각에 따라 </a:t>
            </a:r>
            <a:r>
              <a:rPr lang="en-US" altLang="ko-KR" b="1" i="0" u="sng" dirty="0">
                <a:solidFill>
                  <a:srgbClr val="1F2328"/>
                </a:solidFill>
                <a:effectLst/>
              </a:rPr>
              <a:t>BILP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에 비해 성능이 떨어지는 경우도 있음</a:t>
            </a:r>
            <a:r>
              <a:rPr lang="en-US" altLang="ko-KR" b="1" i="0" u="sng" dirty="0">
                <a:solidFill>
                  <a:srgbClr val="1F2328"/>
                </a:solidFill>
                <a:effectLst/>
              </a:rPr>
              <a:t>.</a:t>
            </a: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marL="216000" lvl="1" indent="0">
              <a:buNone/>
              <a:defRPr/>
            </a:pPr>
            <a:endParaRPr lang="en-US" altLang="ko-KR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r>
              <a:rPr lang="ko-KR" altLang="en-US" i="0" dirty="0">
                <a:solidFill>
                  <a:srgbClr val="1F2328"/>
                </a:solidFill>
                <a:effectLst/>
              </a:rPr>
              <a:t>즉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, BILP Method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를 통해 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Quasi-Symmetric Method 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또는 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Walker-Delta Constellation</a:t>
            </a:r>
            <a:r>
              <a:rPr lang="ko-KR" altLang="en-US" i="0" dirty="0">
                <a:solidFill>
                  <a:srgbClr val="1F2328"/>
                </a:solidFill>
                <a:effectLst/>
              </a:rPr>
              <a:t>의 한계를 보완하여 필요한 위성 수 또는 재방문 주기를 감소시킬 수 있음</a:t>
            </a: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  <a:p>
            <a:pPr marL="432000" lvl="2" indent="0">
              <a:buNone/>
              <a:defRPr/>
            </a:pPr>
            <a:endParaRPr lang="en-US" altLang="ko-KR" b="1" u="sng" dirty="0">
              <a:solidFill>
                <a:srgbClr val="1F2328"/>
              </a:solidFill>
            </a:endParaRPr>
          </a:p>
          <a:p>
            <a:pPr marL="432000" lvl="2" indent="0">
              <a:buNone/>
              <a:defRPr/>
            </a:pPr>
            <a:endParaRPr lang="en-US" altLang="ko-KR" b="1" i="0" u="sng" dirty="0">
              <a:solidFill>
                <a:srgbClr val="1F2328"/>
              </a:solidFill>
              <a:effectLst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777F6E-94FD-B2FA-A000-A648D2028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18049"/>
              </p:ext>
            </p:extLst>
          </p:nvPr>
        </p:nvGraphicFramePr>
        <p:xfrm>
          <a:off x="1066800" y="3300793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095266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90758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6379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최소 위성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Orbit 1 (59</a:t>
                      </a:r>
                      <a:r>
                        <a:rPr lang="ko-KR" altLang="en-US" dirty="0"/>
                        <a:t>˚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Orbit 2 (65</a:t>
                      </a:r>
                      <a:r>
                        <a:rPr lang="ko-KR" altLang="en-US" dirty="0"/>
                        <a:t>˚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95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BILP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75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Quasi-Symmetric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16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Walker-Delta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842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130238</TotalTime>
  <Words>3328</Words>
  <Application>Microsoft Office PowerPoint</Application>
  <PresentationFormat>화면 슬라이드 쇼(4:3)</PresentationFormat>
  <Paragraphs>1239</Paragraphs>
  <Slides>36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고도 및 궤도 경사각 설정</vt:lpstr>
      <vt:lpstr>시뮬레이션 세팅</vt:lpstr>
      <vt:lpstr>궤도 경사각 선정 기준</vt:lpstr>
      <vt:lpstr>궤도 경사각 선정 기준</vt:lpstr>
      <vt:lpstr>궤도 경사각 선정 기준</vt:lpstr>
      <vt:lpstr>궤도 경사각 선정 기준</vt:lpstr>
      <vt:lpstr>궤도 경사각 선정 기준</vt:lpstr>
      <vt:lpstr>재방문 주기 없을 때</vt:lpstr>
      <vt:lpstr>궤도 경사각 선정 기준</vt:lpstr>
      <vt:lpstr>Orbit 3 (Inclination : 62˚) → Multi Target</vt:lpstr>
      <vt:lpstr>Orbit 3 (Inclination : 62˚) → Multi Target</vt:lpstr>
      <vt:lpstr>Orbit 3 (Inclination : 62˚) → Multi Target</vt:lpstr>
      <vt:lpstr>Orbit 1 &amp; Orbit 2 → Multi Target</vt:lpstr>
      <vt:lpstr>Orbit 1 &amp; Orbit 2 → Multi Target</vt:lpstr>
      <vt:lpstr>Orbit 1 &amp; Orbit 2 → Multi Target</vt:lpstr>
      <vt:lpstr>재방문 주기 적용 단일 궤도 운용</vt:lpstr>
      <vt:lpstr>Orbit 1 (Inclination : 59˚)</vt:lpstr>
      <vt:lpstr>Orbit 2 (Inclination : 65˚)</vt:lpstr>
      <vt:lpstr>다중 궤도 운용</vt:lpstr>
      <vt:lpstr>Orbit 1 : Orbit 2 = 1 : 5</vt:lpstr>
      <vt:lpstr>Orbit 1 : Orbit 2 = 2 : 4</vt:lpstr>
      <vt:lpstr>Orbit 1 : Orbit 2 = 3 : 3</vt:lpstr>
      <vt:lpstr>Orbit 1 : Orbit 2 = 4 : 2</vt:lpstr>
      <vt:lpstr>Quasi-Symmetric Method</vt:lpstr>
      <vt:lpstr>Orbit 1 (Inclination : 59˚)</vt:lpstr>
      <vt:lpstr>Orbit 2 (Inclination : 65˚)</vt:lpstr>
      <vt:lpstr>Walker-Delta Constellation</vt:lpstr>
      <vt:lpstr>Orbit 1 (Inclination : 59˚)</vt:lpstr>
      <vt:lpstr>Orbit 2 (Inclination : 65˚)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4667</cp:revision>
  <dcterms:created xsi:type="dcterms:W3CDTF">2018-01-29T02:45:56Z</dcterms:created>
  <dcterms:modified xsi:type="dcterms:W3CDTF">2024-06-07T13:52:39Z</dcterms:modified>
</cp:coreProperties>
</file>