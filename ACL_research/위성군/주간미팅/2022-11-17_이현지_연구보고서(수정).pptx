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229" r:id="rId2"/>
    <p:sldId id="2234" r:id="rId3"/>
    <p:sldId id="2251" r:id="rId4"/>
    <p:sldId id="2249" r:id="rId5"/>
    <p:sldId id="2255" r:id="rId6"/>
    <p:sldId id="2254" r:id="rId7"/>
    <p:sldId id="2242" r:id="rId8"/>
    <p:sldId id="2252" r:id="rId9"/>
    <p:sldId id="2256" r:id="rId10"/>
    <p:sldId id="2257" r:id="rId11"/>
    <p:sldId id="2258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EDB021"/>
    <a:srgbClr val="D9541A"/>
    <a:srgbClr val="404040"/>
    <a:srgbClr val="FFFFFF"/>
    <a:srgbClr val="001E46"/>
    <a:srgbClr val="000A1E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1" autoAdjust="0"/>
    <p:restoredTop sz="82161" autoAdjust="0"/>
  </p:normalViewPr>
  <p:slideViewPr>
    <p:cSldViewPr snapToGrid="0" showGuides="1">
      <p:cViewPr>
        <p:scale>
          <a:sx n="100" d="100"/>
          <a:sy n="100" d="100"/>
        </p:scale>
        <p:origin x="72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2022-11-16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32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405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636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02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이현지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/>
              <a:t>2022-11-17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정기 연구미팅 보고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090B32-95E2-3E22-AE67-B3F9ED29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기준궤도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고도</a:t>
                </a:r>
                <a:r>
                  <a:rPr lang="en-US" altLang="ko-KR" dirty="0"/>
                  <a:t> 1200 km, </a:t>
                </a:r>
                <a:r>
                  <a:rPr lang="ko-KR" altLang="en-US" dirty="0"/>
                  <a:t>궤도경사각</a:t>
                </a:r>
                <a:r>
                  <a:rPr lang="en-US" altLang="ko-KR" dirty="0"/>
                  <a:t> 40 deg</a:t>
                </a:r>
              </a:p>
              <a:p>
                <a:pPr lvl="2"/>
                <a:r>
                  <a:rPr lang="ko-KR" altLang="en-US" dirty="0"/>
                  <a:t>한반도 관측을 위한 최적 궤도경사각</a:t>
                </a:r>
                <a:r>
                  <a:rPr lang="en-US" altLang="ko-KR" dirty="0"/>
                  <a:t> (39~40 deg)</a:t>
                </a:r>
              </a:p>
              <a:p>
                <a:pPr lvl="1"/>
                <a:r>
                  <a:rPr lang="ko-KR" altLang="en-US" b="1" u="sng" dirty="0"/>
                  <a:t>설계 파라미터</a:t>
                </a:r>
                <a:r>
                  <a:rPr lang="en-US" altLang="ko-KR" b="1" u="sng" dirty="0"/>
                  <a:t> </a:t>
                </a:r>
                <a:r>
                  <a:rPr lang="en-US" altLang="ko-KR" b="1" u="sng" dirty="0">
                    <a:sym typeface="Wingdings" panose="05000000000000000000" pitchFamily="2" charset="2"/>
                  </a:rPr>
                  <a:t>(T/P/F)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T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총 위성수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140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P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궤도평면 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4, 5, 7</a:t>
                </a:r>
              </a:p>
              <a:p>
                <a:pPr lvl="2"/>
                <a:r>
                  <a:rPr lang="en-US" altLang="ko-KR" i="1" dirty="0"/>
                  <a:t>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인접위성 간 위상 차</a:t>
                </a:r>
                <a:r>
                  <a:rPr lang="en-US" altLang="ko-KR" dirty="0"/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 0 ~ 6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관심지역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대전</a:t>
                </a:r>
                <a:r>
                  <a:rPr lang="en-US" altLang="ko-KR" dirty="0"/>
                  <a:t> (</a:t>
                </a:r>
                <a:r>
                  <a:rPr lang="ko-KR" altLang="en-US" dirty="0"/>
                  <a:t>점 타겟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 err="1"/>
                  <a:t>탑재체</a:t>
                </a:r>
                <a:r>
                  <a:rPr lang="ko-KR" altLang="en-US" dirty="0"/>
                  <a:t> 성능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지상 빔 직경</a:t>
                </a:r>
                <a:r>
                  <a:rPr lang="en-US" altLang="ko-KR" dirty="0"/>
                  <a:t>: 1280 km</a:t>
                </a:r>
              </a:p>
              <a:p>
                <a:pPr lvl="2"/>
                <a:r>
                  <a:rPr lang="ko-KR" altLang="en-US" dirty="0"/>
                  <a:t>최대 위성간 거리 </a:t>
                </a:r>
                <a:r>
                  <a:rPr lang="en-US" altLang="ko-KR" dirty="0"/>
                  <a:t>(ISL </a:t>
                </a:r>
                <a:r>
                  <a:rPr lang="ko-KR" altLang="en-US" dirty="0"/>
                  <a:t>통신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/>
                  <a:t> 2000 km</a:t>
                </a:r>
              </a:p>
              <a:p>
                <a:r>
                  <a:rPr lang="ko-KR" altLang="en-US" dirty="0"/>
                  <a:t>수치 시뮬레이션 </a:t>
                </a:r>
                <a:r>
                  <a:rPr lang="en-US" altLang="ko-KR" dirty="0"/>
                  <a:t>(two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body)</a:t>
                </a:r>
              </a:p>
              <a:p>
                <a:pPr lvl="1"/>
                <a:r>
                  <a:rPr lang="en-US" altLang="ko-KR" dirty="0" err="1">
                    <a:sym typeface="Wingdings" panose="05000000000000000000" pitchFamily="2" charset="2"/>
                  </a:rPr>
                  <a:t>FreeFlyer</a:t>
                </a:r>
                <a:r>
                  <a:rPr lang="en-US" altLang="ko-KR" dirty="0">
                    <a:sym typeface="Wingdings" panose="05000000000000000000" pitchFamily="2" charset="2"/>
                  </a:rPr>
                  <a:t>: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위성군</a:t>
                </a:r>
                <a:r>
                  <a:rPr lang="ko-KR" altLang="en-US" dirty="0">
                    <a:sym typeface="Wingdings" panose="05000000000000000000" pitchFamily="2" charset="2"/>
                  </a:rPr>
                  <a:t> 설계 및 궤도전파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>
                    <a:sym typeface="Wingdings" panose="05000000000000000000" pitchFamily="2" charset="2"/>
                  </a:rPr>
                  <a:t>MATLAB: </a:t>
                </a:r>
                <a:r>
                  <a:rPr lang="ko-KR" altLang="en-US" dirty="0">
                    <a:sym typeface="Wingdings" panose="05000000000000000000" pitchFamily="2" charset="2"/>
                  </a:rPr>
                  <a:t>데이터 분석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24F5EBA2-B414-C56E-41D4-D34CD021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설정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2F279E0-FDD0-362D-F79C-DE7E3ABC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308516"/>
              </p:ext>
            </p:extLst>
          </p:nvPr>
        </p:nvGraphicFramePr>
        <p:xfrm>
          <a:off x="5410199" y="3978779"/>
          <a:ext cx="3543238" cy="1524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77161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177161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동역학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1649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대기항력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태양복사압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체 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338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2159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C0A6DC-A35C-F7D5-3190-CFD0080A38DA}"/>
              </a:ext>
            </a:extLst>
          </p:cNvPr>
          <p:cNvGrpSpPr/>
          <p:nvPr/>
        </p:nvGrpSpPr>
        <p:grpSpPr>
          <a:xfrm>
            <a:off x="4460338" y="2102441"/>
            <a:ext cx="4476142" cy="1762071"/>
            <a:chOff x="4894571" y="2097143"/>
            <a:chExt cx="4189123" cy="16490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6AE2D95-3616-CBEB-E446-AD81073646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899"/>
            <a:stretch/>
          </p:blipFill>
          <p:spPr>
            <a:xfrm>
              <a:off x="4894571" y="2097143"/>
              <a:ext cx="4121644" cy="134833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AD97F1-317A-5F6F-BEEF-F148A5962F36}"/>
                </a:ext>
              </a:extLst>
            </p:cNvPr>
            <p:cNvSpPr txBox="1"/>
            <p:nvPr/>
          </p:nvSpPr>
          <p:spPr>
            <a:xfrm>
              <a:off x="4978805" y="3544595"/>
              <a:ext cx="4104889" cy="2016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i="1" dirty="0"/>
                <a:t>&lt;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스타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델타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혼합 위성군의 기하적 배치 형상 </a:t>
              </a:r>
              <a:r>
                <a:rPr lang="en-US" altLang="ko-KR" sz="800" b="1" i="1" dirty="0"/>
                <a:t>(I. Leyva-Mayorga et al., 2022) &gt;</a:t>
              </a:r>
              <a:endParaRPr lang="ko-KR" altLang="en-US" sz="800" b="1" i="1" dirty="0"/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CA5294C-E19D-4D3E-8127-E52B7AAF8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255487"/>
              </p:ext>
            </p:extLst>
          </p:nvPr>
        </p:nvGraphicFramePr>
        <p:xfrm>
          <a:off x="336301" y="5773387"/>
          <a:ext cx="8629836" cy="9144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5745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646114146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784239216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전파 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시간간격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2020-01-01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2020-01-04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 days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 sec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92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설계 파라미터 설정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 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621959"/>
                  </p:ext>
                </p:extLst>
              </p:nvPr>
            </p:nvGraphicFramePr>
            <p:xfrm>
              <a:off x="257075" y="3080469"/>
              <a:ext cx="8629843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총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위성 평면 수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평면 당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상대 위도인수 차</a:t>
                          </a:r>
                          <a:r>
                            <a:rPr lang="en-US" altLang="ko-KR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35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740077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0, 1, 2, 3, 4, 5, 6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093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21EBF5F1-BF30-C287-DEB7-BC1307A8D6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7621959"/>
                  </p:ext>
                </p:extLst>
              </p:nvPr>
            </p:nvGraphicFramePr>
            <p:xfrm>
              <a:off x="257075" y="3080469"/>
              <a:ext cx="8629843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252" t="-2000" r="-300971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742" t="-2000" r="-200000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576" t="-2000" r="-100647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576" t="-2000" r="-647" b="-3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304800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35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740077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0, 1, 2, 3, 4, 5, 6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09389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41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직사각형 800">
            <a:extLst>
              <a:ext uri="{FF2B5EF4-FFF2-40B4-BE49-F238E27FC236}">
                <a16:creationId xmlns:a16="http://schemas.microsoft.com/office/drawing/2014/main" id="{B28633B6-B100-1C32-958F-4B7E4A4859C9}"/>
              </a:ext>
            </a:extLst>
          </p:cNvPr>
          <p:cNvSpPr/>
          <p:nvPr/>
        </p:nvSpPr>
        <p:spPr bwMode="auto">
          <a:xfrm>
            <a:off x="254398" y="6415833"/>
            <a:ext cx="3425693" cy="3214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sz="1600" dirty="0"/>
                  <a:t>워커</a:t>
                </a:r>
                <a:r>
                  <a:rPr lang="en-US" altLang="ko-KR" sz="1600" dirty="0"/>
                  <a:t>-</a:t>
                </a:r>
                <a:r>
                  <a:rPr lang="ko-KR" altLang="en-US" sz="1600" dirty="0"/>
                  <a:t>델타 설계 파라미터 설정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dirty="0"/>
                  <a:t> 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sz="1600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p:grpSp>
        <p:nvGrpSpPr>
          <p:cNvPr id="697" name="그룹 696">
            <a:extLst>
              <a:ext uri="{FF2B5EF4-FFF2-40B4-BE49-F238E27FC236}">
                <a16:creationId xmlns:a16="http://schemas.microsoft.com/office/drawing/2014/main" id="{C7B20DD2-F8FD-85A8-06B6-0C03A5610DAA}"/>
              </a:ext>
            </a:extLst>
          </p:cNvPr>
          <p:cNvGrpSpPr/>
          <p:nvPr/>
        </p:nvGrpSpPr>
        <p:grpSpPr>
          <a:xfrm>
            <a:off x="625123" y="4205758"/>
            <a:ext cx="2411674" cy="1786786"/>
            <a:chOff x="693557" y="2039835"/>
            <a:chExt cx="2411674" cy="178678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043F72-AFE6-C0F7-9C6E-E1AAF4E1365C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90" name="Rectangle 167">
              <a:extLst>
                <a:ext uri="{FF2B5EF4-FFF2-40B4-BE49-F238E27FC236}">
                  <a16:creationId xmlns:a16="http://schemas.microsoft.com/office/drawing/2014/main" id="{F9BCB632-1992-2FBB-EDFF-8141B3D5E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1" name="Rectangle 168">
              <a:extLst>
                <a:ext uri="{FF2B5EF4-FFF2-40B4-BE49-F238E27FC236}">
                  <a16:creationId xmlns:a16="http://schemas.microsoft.com/office/drawing/2014/main" id="{E54001B6-3F27-2295-4B3A-A3AF466EF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2" name="Rectangle 169">
              <a:extLst>
                <a:ext uri="{FF2B5EF4-FFF2-40B4-BE49-F238E27FC236}">
                  <a16:creationId xmlns:a16="http://schemas.microsoft.com/office/drawing/2014/main" id="{CE72AEDC-DB2F-A9B1-5ADF-BB8DB762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3" name="Rectangle 170">
              <a:extLst>
                <a:ext uri="{FF2B5EF4-FFF2-40B4-BE49-F238E27FC236}">
                  <a16:creationId xmlns:a16="http://schemas.microsoft.com/office/drawing/2014/main" id="{C9FD494F-8E50-BBA6-B83A-AA90AE85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4" name="Rectangle 171">
              <a:extLst>
                <a:ext uri="{FF2B5EF4-FFF2-40B4-BE49-F238E27FC236}">
                  <a16:creationId xmlns:a16="http://schemas.microsoft.com/office/drawing/2014/main" id="{E4628718-5770-6550-82C3-435D0FEF1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5" name="Rectangle 172">
              <a:extLst>
                <a:ext uri="{FF2B5EF4-FFF2-40B4-BE49-F238E27FC236}">
                  <a16:creationId xmlns:a16="http://schemas.microsoft.com/office/drawing/2014/main" id="{DDB045CE-EFA9-AB60-BBD2-50DDDFC1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6" name="Rectangle 173">
              <a:extLst>
                <a:ext uri="{FF2B5EF4-FFF2-40B4-BE49-F238E27FC236}">
                  <a16:creationId xmlns:a16="http://schemas.microsoft.com/office/drawing/2014/main" id="{A0723EED-A070-E46D-AB72-6DF064F3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7" name="Rectangle 174">
              <a:extLst>
                <a:ext uri="{FF2B5EF4-FFF2-40B4-BE49-F238E27FC236}">
                  <a16:creationId xmlns:a16="http://schemas.microsoft.com/office/drawing/2014/main" id="{64777EB2-C078-B172-05F0-BC35895E7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8" name="Rectangle 175">
              <a:extLst>
                <a:ext uri="{FF2B5EF4-FFF2-40B4-BE49-F238E27FC236}">
                  <a16:creationId xmlns:a16="http://schemas.microsoft.com/office/drawing/2014/main" id="{14F836FC-AC48-9971-8284-059C229E2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9" name="Rectangle 176">
              <a:extLst>
                <a:ext uri="{FF2B5EF4-FFF2-40B4-BE49-F238E27FC236}">
                  <a16:creationId xmlns:a16="http://schemas.microsoft.com/office/drawing/2014/main" id="{9356BB68-5006-7621-849F-68CE51C02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0" name="Rectangle 177">
              <a:extLst>
                <a:ext uri="{FF2B5EF4-FFF2-40B4-BE49-F238E27FC236}">
                  <a16:creationId xmlns:a16="http://schemas.microsoft.com/office/drawing/2014/main" id="{CFE3653B-741A-E1C4-21CD-49666A27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1" name="Rectangle 178">
              <a:extLst>
                <a:ext uri="{FF2B5EF4-FFF2-40B4-BE49-F238E27FC236}">
                  <a16:creationId xmlns:a16="http://schemas.microsoft.com/office/drawing/2014/main" id="{E580758D-EA78-2C79-8290-1BB7C6B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2" name="Rectangle 179">
              <a:extLst>
                <a:ext uri="{FF2B5EF4-FFF2-40B4-BE49-F238E27FC236}">
                  <a16:creationId xmlns:a16="http://schemas.microsoft.com/office/drawing/2014/main" id="{15004149-24AC-7AF9-6D20-685D42ADA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3" name="Rectangle 180">
              <a:extLst>
                <a:ext uri="{FF2B5EF4-FFF2-40B4-BE49-F238E27FC236}">
                  <a16:creationId xmlns:a16="http://schemas.microsoft.com/office/drawing/2014/main" id="{8A1A6B49-BB2C-126D-B042-B199D273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4" name="Rectangle 181">
              <a:extLst>
                <a:ext uri="{FF2B5EF4-FFF2-40B4-BE49-F238E27FC236}">
                  <a16:creationId xmlns:a16="http://schemas.microsoft.com/office/drawing/2014/main" id="{F596E7F4-08B9-7A86-3E91-9028E05A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5" name="Rectangle 182">
              <a:extLst>
                <a:ext uri="{FF2B5EF4-FFF2-40B4-BE49-F238E27FC236}">
                  <a16:creationId xmlns:a16="http://schemas.microsoft.com/office/drawing/2014/main" id="{5B6D2B1D-4760-3218-F664-78B104D23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6" name="Rectangle 183">
              <a:extLst>
                <a:ext uri="{FF2B5EF4-FFF2-40B4-BE49-F238E27FC236}">
                  <a16:creationId xmlns:a16="http://schemas.microsoft.com/office/drawing/2014/main" id="{4CEB883D-2441-7CBB-0752-3CA4448DF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7" name="Rectangle 184">
              <a:extLst>
                <a:ext uri="{FF2B5EF4-FFF2-40B4-BE49-F238E27FC236}">
                  <a16:creationId xmlns:a16="http://schemas.microsoft.com/office/drawing/2014/main" id="{9A9C796A-321F-1114-E59D-CC8EA13D6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8" name="Rectangle 185">
              <a:extLst>
                <a:ext uri="{FF2B5EF4-FFF2-40B4-BE49-F238E27FC236}">
                  <a16:creationId xmlns:a16="http://schemas.microsoft.com/office/drawing/2014/main" id="{85464BCA-C344-BEA0-058D-C6D7CA35E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9" name="Rectangle 186">
              <a:extLst>
                <a:ext uri="{FF2B5EF4-FFF2-40B4-BE49-F238E27FC236}">
                  <a16:creationId xmlns:a16="http://schemas.microsoft.com/office/drawing/2014/main" id="{3035C9A3-A4BE-DE0C-60D5-76A3761FB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0" name="Rectangle 187">
              <a:extLst>
                <a:ext uri="{FF2B5EF4-FFF2-40B4-BE49-F238E27FC236}">
                  <a16:creationId xmlns:a16="http://schemas.microsoft.com/office/drawing/2014/main" id="{AC04E78F-D4F6-42AC-A137-388D5069C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1" name="Rectangle 188">
              <a:extLst>
                <a:ext uri="{FF2B5EF4-FFF2-40B4-BE49-F238E27FC236}">
                  <a16:creationId xmlns:a16="http://schemas.microsoft.com/office/drawing/2014/main" id="{D63CB597-E500-BEDE-D054-B869202A0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2" name="Line 189">
              <a:extLst>
                <a:ext uri="{FF2B5EF4-FFF2-40B4-BE49-F238E27FC236}">
                  <a16:creationId xmlns:a16="http://schemas.microsoft.com/office/drawing/2014/main" id="{1049ABE9-3FF6-578B-38CB-FFD82C8F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9" name="Line 196">
              <a:extLst>
                <a:ext uri="{FF2B5EF4-FFF2-40B4-BE49-F238E27FC236}">
                  <a16:creationId xmlns:a16="http://schemas.microsoft.com/office/drawing/2014/main" id="{F5CD457B-C88D-7FF5-7A89-89C5FBE69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0" name="Line 197">
              <a:extLst>
                <a:ext uri="{FF2B5EF4-FFF2-40B4-BE49-F238E27FC236}">
                  <a16:creationId xmlns:a16="http://schemas.microsoft.com/office/drawing/2014/main" id="{8DE2E82F-9D9C-F1C0-CCC2-5F83419E7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1" name="Line 198">
              <a:extLst>
                <a:ext uri="{FF2B5EF4-FFF2-40B4-BE49-F238E27FC236}">
                  <a16:creationId xmlns:a16="http://schemas.microsoft.com/office/drawing/2014/main" id="{806257E4-8BAC-E570-37C2-1026E8AD2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2" name="Line 199">
              <a:extLst>
                <a:ext uri="{FF2B5EF4-FFF2-40B4-BE49-F238E27FC236}">
                  <a16:creationId xmlns:a16="http://schemas.microsoft.com/office/drawing/2014/main" id="{E1237D22-7011-A8C8-07E4-0E55CDE7D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3" name="Line 200">
              <a:extLst>
                <a:ext uri="{FF2B5EF4-FFF2-40B4-BE49-F238E27FC236}">
                  <a16:creationId xmlns:a16="http://schemas.microsoft.com/office/drawing/2014/main" id="{51CCE15B-6717-D2E0-8D9F-AE1CB3A41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4" name="Rectangle 201">
              <a:extLst>
                <a:ext uri="{FF2B5EF4-FFF2-40B4-BE49-F238E27FC236}">
                  <a16:creationId xmlns:a16="http://schemas.microsoft.com/office/drawing/2014/main" id="{452FD5F8-C4C6-3AE9-5519-8E1727705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" name="Rectangle 202">
              <a:extLst>
                <a:ext uri="{FF2B5EF4-FFF2-40B4-BE49-F238E27FC236}">
                  <a16:creationId xmlns:a16="http://schemas.microsoft.com/office/drawing/2014/main" id="{F2E9DCD7-2B8F-2D59-D80C-EBC32B3E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3097689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" name="Rectangle 203">
              <a:extLst>
                <a:ext uri="{FF2B5EF4-FFF2-40B4-BE49-F238E27FC236}">
                  <a16:creationId xmlns:a16="http://schemas.microsoft.com/office/drawing/2014/main" id="{ABCFC71C-7896-B8AA-EB9B-9C3D34BEF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2741569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" name="Rectangle 204">
              <a:extLst>
                <a:ext uri="{FF2B5EF4-FFF2-40B4-BE49-F238E27FC236}">
                  <a16:creationId xmlns:a16="http://schemas.microsoft.com/office/drawing/2014/main" id="{0DE82494-5312-8819-8FFE-1091C7B8B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238544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" name="Line 205">
              <a:extLst>
                <a:ext uri="{FF2B5EF4-FFF2-40B4-BE49-F238E27FC236}">
                  <a16:creationId xmlns:a16="http://schemas.microsoft.com/office/drawing/2014/main" id="{E0DF41CC-FDDF-557C-7B4F-CFFE4B53B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9" name="Freeform 206">
              <a:extLst>
                <a:ext uri="{FF2B5EF4-FFF2-40B4-BE49-F238E27FC236}">
                  <a16:creationId xmlns:a16="http://schemas.microsoft.com/office/drawing/2014/main" id="{BA104C64-D51A-2453-2C33-859431AC8C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5193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0" name="Rectangle 207">
              <a:extLst>
                <a:ext uri="{FF2B5EF4-FFF2-40B4-BE49-F238E27FC236}">
                  <a16:creationId xmlns:a16="http://schemas.microsoft.com/office/drawing/2014/main" id="{F1404FC8-1D51-F72C-1BDD-CE8B6117E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1" name="Rectangle 208">
              <a:extLst>
                <a:ext uri="{FF2B5EF4-FFF2-40B4-BE49-F238E27FC236}">
                  <a16:creationId xmlns:a16="http://schemas.microsoft.com/office/drawing/2014/main" id="{1894F462-4683-1CBC-0C37-5F277E98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5193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2" name="Rectangle 209">
              <a:extLst>
                <a:ext uri="{FF2B5EF4-FFF2-40B4-BE49-F238E27FC236}">
                  <a16:creationId xmlns:a16="http://schemas.microsoft.com/office/drawing/2014/main" id="{A25BAB01-4D89-2E2C-EEEF-34EF03C7E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5193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1" name="Rectangle 37">
              <a:extLst>
                <a:ext uri="{FF2B5EF4-FFF2-40B4-BE49-F238E27FC236}">
                  <a16:creationId xmlns:a16="http://schemas.microsoft.com/office/drawing/2014/main" id="{C46C56F2-B00F-78AB-4D95-4C1512534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2" name="Rectangle 38">
              <a:extLst>
                <a:ext uri="{FF2B5EF4-FFF2-40B4-BE49-F238E27FC236}">
                  <a16:creationId xmlns:a16="http://schemas.microsoft.com/office/drawing/2014/main" id="{3178E9DB-95B8-D9A4-A1CC-0B7864237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3" name="Rectangle 39">
              <a:extLst>
                <a:ext uri="{FF2B5EF4-FFF2-40B4-BE49-F238E27FC236}">
                  <a16:creationId xmlns:a16="http://schemas.microsoft.com/office/drawing/2014/main" id="{A5989012-9AE2-4795-E452-BB996D669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1BA6C265-FFDA-EB35-3AA1-013C50988EB7}"/>
                </a:ext>
              </a:extLst>
            </p:cNvPr>
            <p:cNvSpPr txBox="1"/>
            <p:nvPr/>
          </p:nvSpPr>
          <p:spPr>
            <a:xfrm rot="16200000">
              <a:off x="38890" y="2756405"/>
              <a:ext cx="1563249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평균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ECCF41-5DCD-BD85-062C-6054A120CF64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323A97-EF0C-CD51-CBED-894827D27063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B3132C-BAF4-2FCD-29B0-C46A06A42891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92" name="Rectangle 176">
              <a:extLst>
                <a:ext uri="{FF2B5EF4-FFF2-40B4-BE49-F238E27FC236}">
                  <a16:creationId xmlns:a16="http://schemas.microsoft.com/office/drawing/2014/main" id="{32236DC6-DB63-45A8-5F0C-512CFF72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3" name="Rectangle 209">
              <a:extLst>
                <a:ext uri="{FF2B5EF4-FFF2-40B4-BE49-F238E27FC236}">
                  <a16:creationId xmlns:a16="http://schemas.microsoft.com/office/drawing/2014/main" id="{46339F05-5E84-A50C-89EA-23216B166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5193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4" name="TextBox 693">
              <a:extLst>
                <a:ext uri="{FF2B5EF4-FFF2-40B4-BE49-F238E27FC236}">
                  <a16:creationId xmlns:a16="http://schemas.microsoft.com/office/drawing/2014/main" id="{6415E064-C7AB-453F-6375-2A2F158D79DB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95" name="Rectangle 39">
              <a:extLst>
                <a:ext uri="{FF2B5EF4-FFF2-40B4-BE49-F238E27FC236}">
                  <a16:creationId xmlns:a16="http://schemas.microsoft.com/office/drawing/2014/main" id="{0F998E35-D183-5470-3DED-BBA128A8F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98" name="그룹 697">
            <a:extLst>
              <a:ext uri="{FF2B5EF4-FFF2-40B4-BE49-F238E27FC236}">
                <a16:creationId xmlns:a16="http://schemas.microsoft.com/office/drawing/2014/main" id="{FB13125E-4439-BD89-CC4F-B9B99923B0B1}"/>
              </a:ext>
            </a:extLst>
          </p:cNvPr>
          <p:cNvGrpSpPr/>
          <p:nvPr/>
        </p:nvGrpSpPr>
        <p:grpSpPr>
          <a:xfrm>
            <a:off x="3387233" y="4197846"/>
            <a:ext cx="2411675" cy="1786786"/>
            <a:chOff x="693556" y="2039835"/>
            <a:chExt cx="2411675" cy="1786786"/>
          </a:xfrm>
        </p:grpSpPr>
        <p:sp>
          <p:nvSpPr>
            <p:cNvPr id="699" name="TextBox 698">
              <a:extLst>
                <a:ext uri="{FF2B5EF4-FFF2-40B4-BE49-F238E27FC236}">
                  <a16:creationId xmlns:a16="http://schemas.microsoft.com/office/drawing/2014/main" id="{0018A43D-D3AB-D80D-E68F-555750D76544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00" name="Rectangle 167">
              <a:extLst>
                <a:ext uri="{FF2B5EF4-FFF2-40B4-BE49-F238E27FC236}">
                  <a16:creationId xmlns:a16="http://schemas.microsoft.com/office/drawing/2014/main" id="{C9DD3693-5B4E-B2D0-857D-E766496DF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1" name="Rectangle 168">
              <a:extLst>
                <a:ext uri="{FF2B5EF4-FFF2-40B4-BE49-F238E27FC236}">
                  <a16:creationId xmlns:a16="http://schemas.microsoft.com/office/drawing/2014/main" id="{D17D195F-9DC1-5575-7517-3D45EB8E3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2" name="Rectangle 169">
              <a:extLst>
                <a:ext uri="{FF2B5EF4-FFF2-40B4-BE49-F238E27FC236}">
                  <a16:creationId xmlns:a16="http://schemas.microsoft.com/office/drawing/2014/main" id="{E98CC5B5-E45D-1E32-4FCD-E76583003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3" name="Rectangle 170">
              <a:extLst>
                <a:ext uri="{FF2B5EF4-FFF2-40B4-BE49-F238E27FC236}">
                  <a16:creationId xmlns:a16="http://schemas.microsoft.com/office/drawing/2014/main" id="{C4FE991A-8359-C4C1-F92B-C669F6E8F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4" name="Rectangle 171">
              <a:extLst>
                <a:ext uri="{FF2B5EF4-FFF2-40B4-BE49-F238E27FC236}">
                  <a16:creationId xmlns:a16="http://schemas.microsoft.com/office/drawing/2014/main" id="{549168BF-924C-B8A4-6D3E-D1024D204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5" name="Rectangle 172">
              <a:extLst>
                <a:ext uri="{FF2B5EF4-FFF2-40B4-BE49-F238E27FC236}">
                  <a16:creationId xmlns:a16="http://schemas.microsoft.com/office/drawing/2014/main" id="{DD9297E2-5B1E-D486-5313-DA00775A4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6" name="Rectangle 173">
              <a:extLst>
                <a:ext uri="{FF2B5EF4-FFF2-40B4-BE49-F238E27FC236}">
                  <a16:creationId xmlns:a16="http://schemas.microsoft.com/office/drawing/2014/main" id="{11C6A3F2-56C0-1F9B-B707-AB5E5DB1C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7" name="Rectangle 174">
              <a:extLst>
                <a:ext uri="{FF2B5EF4-FFF2-40B4-BE49-F238E27FC236}">
                  <a16:creationId xmlns:a16="http://schemas.microsoft.com/office/drawing/2014/main" id="{AF634A11-2072-F856-A99D-A66116C0A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8" name="Rectangle 175">
              <a:extLst>
                <a:ext uri="{FF2B5EF4-FFF2-40B4-BE49-F238E27FC236}">
                  <a16:creationId xmlns:a16="http://schemas.microsoft.com/office/drawing/2014/main" id="{7A62D2E2-4385-C8A9-C520-FA0F946A6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9" name="Rectangle 176">
              <a:extLst>
                <a:ext uri="{FF2B5EF4-FFF2-40B4-BE49-F238E27FC236}">
                  <a16:creationId xmlns:a16="http://schemas.microsoft.com/office/drawing/2014/main" id="{EA02447D-33C9-1FC5-9251-BD2EFBDAE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0" name="Rectangle 177">
              <a:extLst>
                <a:ext uri="{FF2B5EF4-FFF2-40B4-BE49-F238E27FC236}">
                  <a16:creationId xmlns:a16="http://schemas.microsoft.com/office/drawing/2014/main" id="{2D384528-05C6-3477-0610-525270C6B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1" name="Rectangle 178">
              <a:extLst>
                <a:ext uri="{FF2B5EF4-FFF2-40B4-BE49-F238E27FC236}">
                  <a16:creationId xmlns:a16="http://schemas.microsoft.com/office/drawing/2014/main" id="{FCB103AE-20ED-BA6E-98C8-B34FDCF9F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2" name="Rectangle 179">
              <a:extLst>
                <a:ext uri="{FF2B5EF4-FFF2-40B4-BE49-F238E27FC236}">
                  <a16:creationId xmlns:a16="http://schemas.microsoft.com/office/drawing/2014/main" id="{B2561CE5-60DD-3351-0F3B-0228C0231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3" name="Rectangle 180">
              <a:extLst>
                <a:ext uri="{FF2B5EF4-FFF2-40B4-BE49-F238E27FC236}">
                  <a16:creationId xmlns:a16="http://schemas.microsoft.com/office/drawing/2014/main" id="{379897BC-8EE3-B228-E5D3-262605328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4" name="Rectangle 181">
              <a:extLst>
                <a:ext uri="{FF2B5EF4-FFF2-40B4-BE49-F238E27FC236}">
                  <a16:creationId xmlns:a16="http://schemas.microsoft.com/office/drawing/2014/main" id="{286DDB14-6EAB-3038-8150-EFECE05F6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5" name="Rectangle 182">
              <a:extLst>
                <a:ext uri="{FF2B5EF4-FFF2-40B4-BE49-F238E27FC236}">
                  <a16:creationId xmlns:a16="http://schemas.microsoft.com/office/drawing/2014/main" id="{C9FD0E3F-0BF8-3AC3-D94C-10973F308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6" name="Rectangle 183">
              <a:extLst>
                <a:ext uri="{FF2B5EF4-FFF2-40B4-BE49-F238E27FC236}">
                  <a16:creationId xmlns:a16="http://schemas.microsoft.com/office/drawing/2014/main" id="{AE8687AA-1A96-836E-3DEE-F3568F28A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7" name="Rectangle 184">
              <a:extLst>
                <a:ext uri="{FF2B5EF4-FFF2-40B4-BE49-F238E27FC236}">
                  <a16:creationId xmlns:a16="http://schemas.microsoft.com/office/drawing/2014/main" id="{EC65CED5-770C-B191-A6CB-216F14CA9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8" name="Rectangle 185">
              <a:extLst>
                <a:ext uri="{FF2B5EF4-FFF2-40B4-BE49-F238E27FC236}">
                  <a16:creationId xmlns:a16="http://schemas.microsoft.com/office/drawing/2014/main" id="{177D6ACB-0B11-1DE6-2620-EEFB6E369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9" name="Rectangle 186">
              <a:extLst>
                <a:ext uri="{FF2B5EF4-FFF2-40B4-BE49-F238E27FC236}">
                  <a16:creationId xmlns:a16="http://schemas.microsoft.com/office/drawing/2014/main" id="{EB0B63EA-9BEC-C511-F333-F4BC2BC56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0" name="Rectangle 187">
              <a:extLst>
                <a:ext uri="{FF2B5EF4-FFF2-40B4-BE49-F238E27FC236}">
                  <a16:creationId xmlns:a16="http://schemas.microsoft.com/office/drawing/2014/main" id="{99CA349D-F0BB-0D7B-C1AD-0742DD3A4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1" name="Rectangle 188">
              <a:extLst>
                <a:ext uri="{FF2B5EF4-FFF2-40B4-BE49-F238E27FC236}">
                  <a16:creationId xmlns:a16="http://schemas.microsoft.com/office/drawing/2014/main" id="{34353DF2-8836-C000-CCF6-316854468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2" name="Line 189">
              <a:extLst>
                <a:ext uri="{FF2B5EF4-FFF2-40B4-BE49-F238E27FC236}">
                  <a16:creationId xmlns:a16="http://schemas.microsoft.com/office/drawing/2014/main" id="{58B8161E-6FFB-5AF9-8B3E-9A9702BE9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3" name="Line 196">
              <a:extLst>
                <a:ext uri="{FF2B5EF4-FFF2-40B4-BE49-F238E27FC236}">
                  <a16:creationId xmlns:a16="http://schemas.microsoft.com/office/drawing/2014/main" id="{78895D58-AF13-3022-1AB9-839534092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4" name="Line 197">
              <a:extLst>
                <a:ext uri="{FF2B5EF4-FFF2-40B4-BE49-F238E27FC236}">
                  <a16:creationId xmlns:a16="http://schemas.microsoft.com/office/drawing/2014/main" id="{07CEA787-2C6F-D01C-0768-6C112C641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5" name="Line 198">
              <a:extLst>
                <a:ext uri="{FF2B5EF4-FFF2-40B4-BE49-F238E27FC236}">
                  <a16:creationId xmlns:a16="http://schemas.microsoft.com/office/drawing/2014/main" id="{01CF9135-4C44-EC55-DC13-D3C4B676F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6" name="Line 199">
              <a:extLst>
                <a:ext uri="{FF2B5EF4-FFF2-40B4-BE49-F238E27FC236}">
                  <a16:creationId xmlns:a16="http://schemas.microsoft.com/office/drawing/2014/main" id="{8194C1DE-76BC-EE52-E47B-D8DFD146E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7" name="Line 200">
              <a:extLst>
                <a:ext uri="{FF2B5EF4-FFF2-40B4-BE49-F238E27FC236}">
                  <a16:creationId xmlns:a16="http://schemas.microsoft.com/office/drawing/2014/main" id="{F5B74E07-DD80-9A62-DE02-D72AEE900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8" name="Rectangle 201">
              <a:extLst>
                <a:ext uri="{FF2B5EF4-FFF2-40B4-BE49-F238E27FC236}">
                  <a16:creationId xmlns:a16="http://schemas.microsoft.com/office/drawing/2014/main" id="{7B9D5624-3B09-AB42-156E-380AFCA25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9" name="Rectangle 202">
              <a:extLst>
                <a:ext uri="{FF2B5EF4-FFF2-40B4-BE49-F238E27FC236}">
                  <a16:creationId xmlns:a16="http://schemas.microsoft.com/office/drawing/2014/main" id="{9BED2C9E-AE7E-9A94-85B8-38E82EBE9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150" y="3087006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0" name="Rectangle 203">
              <a:extLst>
                <a:ext uri="{FF2B5EF4-FFF2-40B4-BE49-F238E27FC236}">
                  <a16:creationId xmlns:a16="http://schemas.microsoft.com/office/drawing/2014/main" id="{9A0E30FF-CC95-8002-39DD-BB0FE30EC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2741569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1" name="Rectangle 204">
              <a:extLst>
                <a:ext uri="{FF2B5EF4-FFF2-40B4-BE49-F238E27FC236}">
                  <a16:creationId xmlns:a16="http://schemas.microsoft.com/office/drawing/2014/main" id="{B2BEC0AA-A89A-94E5-FD03-5131C7E2A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940" y="2366487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2" name="Line 205">
              <a:extLst>
                <a:ext uri="{FF2B5EF4-FFF2-40B4-BE49-F238E27FC236}">
                  <a16:creationId xmlns:a16="http://schemas.microsoft.com/office/drawing/2014/main" id="{AE2043AE-6AF9-2F32-DC6F-FFC1DD953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3" name="Freeform 206">
              <a:extLst>
                <a:ext uri="{FF2B5EF4-FFF2-40B4-BE49-F238E27FC236}">
                  <a16:creationId xmlns:a16="http://schemas.microsoft.com/office/drawing/2014/main" id="{30F1E9F6-6A05-FF23-CC11-A36FC8EC0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5193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4" name="Rectangle 207">
              <a:extLst>
                <a:ext uri="{FF2B5EF4-FFF2-40B4-BE49-F238E27FC236}">
                  <a16:creationId xmlns:a16="http://schemas.microsoft.com/office/drawing/2014/main" id="{5F57B5F8-3280-3B9F-5EDC-3707AB7A3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5" name="Rectangle 208">
              <a:extLst>
                <a:ext uri="{FF2B5EF4-FFF2-40B4-BE49-F238E27FC236}">
                  <a16:creationId xmlns:a16="http://schemas.microsoft.com/office/drawing/2014/main" id="{4D8CAA54-5205-3B2B-F5B3-6B8B635B4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5193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6" name="Rectangle 209">
              <a:extLst>
                <a:ext uri="{FF2B5EF4-FFF2-40B4-BE49-F238E27FC236}">
                  <a16:creationId xmlns:a16="http://schemas.microsoft.com/office/drawing/2014/main" id="{C044E27A-87DB-4545-AFEB-9EDA0379B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5193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7" name="Rectangle 37">
              <a:extLst>
                <a:ext uri="{FF2B5EF4-FFF2-40B4-BE49-F238E27FC236}">
                  <a16:creationId xmlns:a16="http://schemas.microsoft.com/office/drawing/2014/main" id="{2FDE0742-04A6-2570-4605-831B25753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8" name="Rectangle 38">
              <a:extLst>
                <a:ext uri="{FF2B5EF4-FFF2-40B4-BE49-F238E27FC236}">
                  <a16:creationId xmlns:a16="http://schemas.microsoft.com/office/drawing/2014/main" id="{E3EA8732-5132-AF42-C36F-7A9318A8A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9" name="Rectangle 39">
              <a:extLst>
                <a:ext uri="{FF2B5EF4-FFF2-40B4-BE49-F238E27FC236}">
                  <a16:creationId xmlns:a16="http://schemas.microsoft.com/office/drawing/2014/main" id="{996CD1DE-9D43-0C3F-C0CF-45DBD17A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8C02B0E1-F11B-B4A6-F0D9-96692E1175C4}"/>
                </a:ext>
              </a:extLst>
            </p:cNvPr>
            <p:cNvSpPr txBox="1"/>
            <p:nvPr/>
          </p:nvSpPr>
          <p:spPr>
            <a:xfrm rot="16200000">
              <a:off x="38890" y="2756405"/>
              <a:ext cx="15632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최대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741" name="TextBox 740">
              <a:extLst>
                <a:ext uri="{FF2B5EF4-FFF2-40B4-BE49-F238E27FC236}">
                  <a16:creationId xmlns:a16="http://schemas.microsoft.com/office/drawing/2014/main" id="{21D66E90-EB82-0E20-4851-0115A4ECD10E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2" name="TextBox 741">
              <a:extLst>
                <a:ext uri="{FF2B5EF4-FFF2-40B4-BE49-F238E27FC236}">
                  <a16:creationId xmlns:a16="http://schemas.microsoft.com/office/drawing/2014/main" id="{B2C18051-BB1E-BD99-504A-C15CDBA44FB6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2FA94D23-CF02-8FA9-5289-42B261E85D0C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4" name="Rectangle 176">
              <a:extLst>
                <a:ext uri="{FF2B5EF4-FFF2-40B4-BE49-F238E27FC236}">
                  <a16:creationId xmlns:a16="http://schemas.microsoft.com/office/drawing/2014/main" id="{F05682D1-2D3B-E1EB-982A-87B6BF1E2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5" name="Rectangle 209">
              <a:extLst>
                <a:ext uri="{FF2B5EF4-FFF2-40B4-BE49-F238E27FC236}">
                  <a16:creationId xmlns:a16="http://schemas.microsoft.com/office/drawing/2014/main" id="{4D15B1C3-3605-9B9B-F49B-46040A7CB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5193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6" name="TextBox 745">
              <a:extLst>
                <a:ext uri="{FF2B5EF4-FFF2-40B4-BE49-F238E27FC236}">
                  <a16:creationId xmlns:a16="http://schemas.microsoft.com/office/drawing/2014/main" id="{45DC8A4B-B460-A545-4F28-4D608C521C64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7" name="Rectangle 39">
              <a:extLst>
                <a:ext uri="{FF2B5EF4-FFF2-40B4-BE49-F238E27FC236}">
                  <a16:creationId xmlns:a16="http://schemas.microsoft.com/office/drawing/2014/main" id="{56093B82-E31F-8EF8-6E03-F5BDCCBE8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48" name="그룹 747">
            <a:extLst>
              <a:ext uri="{FF2B5EF4-FFF2-40B4-BE49-F238E27FC236}">
                <a16:creationId xmlns:a16="http://schemas.microsoft.com/office/drawing/2014/main" id="{25F53042-A8F4-9012-50C3-1A454EF59631}"/>
              </a:ext>
            </a:extLst>
          </p:cNvPr>
          <p:cNvGrpSpPr/>
          <p:nvPr/>
        </p:nvGrpSpPr>
        <p:grpSpPr>
          <a:xfrm>
            <a:off x="6048499" y="4208307"/>
            <a:ext cx="2411675" cy="1786786"/>
            <a:chOff x="693556" y="2039835"/>
            <a:chExt cx="2411675" cy="1786786"/>
          </a:xfrm>
        </p:grpSpPr>
        <p:sp>
          <p:nvSpPr>
            <p:cNvPr id="749" name="TextBox 748">
              <a:extLst>
                <a:ext uri="{FF2B5EF4-FFF2-40B4-BE49-F238E27FC236}">
                  <a16:creationId xmlns:a16="http://schemas.microsoft.com/office/drawing/2014/main" id="{340D65EE-0F90-443D-F8A2-846E5B5EB066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50" name="Rectangle 167">
              <a:extLst>
                <a:ext uri="{FF2B5EF4-FFF2-40B4-BE49-F238E27FC236}">
                  <a16:creationId xmlns:a16="http://schemas.microsoft.com/office/drawing/2014/main" id="{7E72AEB0-A090-5074-7B41-372C722CA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1" name="Rectangle 168">
              <a:extLst>
                <a:ext uri="{FF2B5EF4-FFF2-40B4-BE49-F238E27FC236}">
                  <a16:creationId xmlns:a16="http://schemas.microsoft.com/office/drawing/2014/main" id="{B186ADDA-6667-8FD4-BFD5-680F2978F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2" name="Rectangle 169">
              <a:extLst>
                <a:ext uri="{FF2B5EF4-FFF2-40B4-BE49-F238E27FC236}">
                  <a16:creationId xmlns:a16="http://schemas.microsoft.com/office/drawing/2014/main" id="{C3BE09CD-A16E-E7A2-5E4C-6DD0104A0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3" name="Rectangle 170">
              <a:extLst>
                <a:ext uri="{FF2B5EF4-FFF2-40B4-BE49-F238E27FC236}">
                  <a16:creationId xmlns:a16="http://schemas.microsoft.com/office/drawing/2014/main" id="{F53514F0-F308-2CBB-E0DA-97B9BA910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4" name="Rectangle 171">
              <a:extLst>
                <a:ext uri="{FF2B5EF4-FFF2-40B4-BE49-F238E27FC236}">
                  <a16:creationId xmlns:a16="http://schemas.microsoft.com/office/drawing/2014/main" id="{2869B195-9041-C866-ECA4-E95F82747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5" name="Rectangle 172">
              <a:extLst>
                <a:ext uri="{FF2B5EF4-FFF2-40B4-BE49-F238E27FC236}">
                  <a16:creationId xmlns:a16="http://schemas.microsoft.com/office/drawing/2014/main" id="{CD650D51-8CCC-0EBA-1D4D-9D65B5181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6" name="Rectangle 173">
              <a:extLst>
                <a:ext uri="{FF2B5EF4-FFF2-40B4-BE49-F238E27FC236}">
                  <a16:creationId xmlns:a16="http://schemas.microsoft.com/office/drawing/2014/main" id="{3A7A8F75-02E4-A7EE-CB3C-91065206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7" name="Rectangle 174">
              <a:extLst>
                <a:ext uri="{FF2B5EF4-FFF2-40B4-BE49-F238E27FC236}">
                  <a16:creationId xmlns:a16="http://schemas.microsoft.com/office/drawing/2014/main" id="{F019979F-BD4D-52BD-9E72-83CED341B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8" name="Rectangle 175">
              <a:extLst>
                <a:ext uri="{FF2B5EF4-FFF2-40B4-BE49-F238E27FC236}">
                  <a16:creationId xmlns:a16="http://schemas.microsoft.com/office/drawing/2014/main" id="{91283A5E-7BCD-34A1-3033-79FD46CB2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9" name="Rectangle 176">
              <a:extLst>
                <a:ext uri="{FF2B5EF4-FFF2-40B4-BE49-F238E27FC236}">
                  <a16:creationId xmlns:a16="http://schemas.microsoft.com/office/drawing/2014/main" id="{C7E7F593-240A-C346-EE57-6EB482206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0" name="Rectangle 177">
              <a:extLst>
                <a:ext uri="{FF2B5EF4-FFF2-40B4-BE49-F238E27FC236}">
                  <a16:creationId xmlns:a16="http://schemas.microsoft.com/office/drawing/2014/main" id="{3FF096BE-D52A-E2EB-834D-1B6997DB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1" name="Rectangle 178">
              <a:extLst>
                <a:ext uri="{FF2B5EF4-FFF2-40B4-BE49-F238E27FC236}">
                  <a16:creationId xmlns:a16="http://schemas.microsoft.com/office/drawing/2014/main" id="{1998CBDF-35C7-9DBB-04BD-DB9851BF0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2" name="Rectangle 179">
              <a:extLst>
                <a:ext uri="{FF2B5EF4-FFF2-40B4-BE49-F238E27FC236}">
                  <a16:creationId xmlns:a16="http://schemas.microsoft.com/office/drawing/2014/main" id="{AF112790-482E-DDAC-F129-99B868916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3" name="Rectangle 180">
              <a:extLst>
                <a:ext uri="{FF2B5EF4-FFF2-40B4-BE49-F238E27FC236}">
                  <a16:creationId xmlns:a16="http://schemas.microsoft.com/office/drawing/2014/main" id="{69F95A62-BFE8-4A02-DFD6-569C63A11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4" name="Rectangle 181">
              <a:extLst>
                <a:ext uri="{FF2B5EF4-FFF2-40B4-BE49-F238E27FC236}">
                  <a16:creationId xmlns:a16="http://schemas.microsoft.com/office/drawing/2014/main" id="{99C2746E-AD19-5293-F899-9A42DFBA6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5" name="Rectangle 182">
              <a:extLst>
                <a:ext uri="{FF2B5EF4-FFF2-40B4-BE49-F238E27FC236}">
                  <a16:creationId xmlns:a16="http://schemas.microsoft.com/office/drawing/2014/main" id="{6A914B2D-D09C-7DB0-C092-20F46DEF7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6" name="Rectangle 183">
              <a:extLst>
                <a:ext uri="{FF2B5EF4-FFF2-40B4-BE49-F238E27FC236}">
                  <a16:creationId xmlns:a16="http://schemas.microsoft.com/office/drawing/2014/main" id="{EBF1B5B6-83BE-DA80-445F-B9E43AA6B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7" name="Rectangle 184">
              <a:extLst>
                <a:ext uri="{FF2B5EF4-FFF2-40B4-BE49-F238E27FC236}">
                  <a16:creationId xmlns:a16="http://schemas.microsoft.com/office/drawing/2014/main" id="{6BC28F6E-4D08-5DA7-E2F4-9F8AE021C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8" name="Rectangle 185">
              <a:extLst>
                <a:ext uri="{FF2B5EF4-FFF2-40B4-BE49-F238E27FC236}">
                  <a16:creationId xmlns:a16="http://schemas.microsoft.com/office/drawing/2014/main" id="{CF48C7D3-583E-1196-3F11-1610F7D14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9" name="Rectangle 186">
              <a:extLst>
                <a:ext uri="{FF2B5EF4-FFF2-40B4-BE49-F238E27FC236}">
                  <a16:creationId xmlns:a16="http://schemas.microsoft.com/office/drawing/2014/main" id="{341032A8-6CE4-9BE1-8D4F-2DF357619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0" name="Rectangle 187">
              <a:extLst>
                <a:ext uri="{FF2B5EF4-FFF2-40B4-BE49-F238E27FC236}">
                  <a16:creationId xmlns:a16="http://schemas.microsoft.com/office/drawing/2014/main" id="{DABB4AF3-96BF-A81C-C065-5BC4F401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1" name="Rectangle 188">
              <a:extLst>
                <a:ext uri="{FF2B5EF4-FFF2-40B4-BE49-F238E27FC236}">
                  <a16:creationId xmlns:a16="http://schemas.microsoft.com/office/drawing/2014/main" id="{837B2C52-D619-E5E6-6D75-75891C667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2" name="Line 189">
              <a:extLst>
                <a:ext uri="{FF2B5EF4-FFF2-40B4-BE49-F238E27FC236}">
                  <a16:creationId xmlns:a16="http://schemas.microsoft.com/office/drawing/2014/main" id="{391ECC57-1FE6-98DC-AB32-675E89E39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3" name="Line 196">
              <a:extLst>
                <a:ext uri="{FF2B5EF4-FFF2-40B4-BE49-F238E27FC236}">
                  <a16:creationId xmlns:a16="http://schemas.microsoft.com/office/drawing/2014/main" id="{E25919F4-126C-19C4-E862-69168C396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4" name="Line 197">
              <a:extLst>
                <a:ext uri="{FF2B5EF4-FFF2-40B4-BE49-F238E27FC236}">
                  <a16:creationId xmlns:a16="http://schemas.microsoft.com/office/drawing/2014/main" id="{0BF023AB-2002-06E3-77E8-03C89474B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5" name="Line 198">
              <a:extLst>
                <a:ext uri="{FF2B5EF4-FFF2-40B4-BE49-F238E27FC236}">
                  <a16:creationId xmlns:a16="http://schemas.microsoft.com/office/drawing/2014/main" id="{CA8CCA8A-7ECC-197D-5650-8ECACBC56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6" name="Line 199">
              <a:extLst>
                <a:ext uri="{FF2B5EF4-FFF2-40B4-BE49-F238E27FC236}">
                  <a16:creationId xmlns:a16="http://schemas.microsoft.com/office/drawing/2014/main" id="{7510A6CB-3ECF-9307-EF50-E00D75AA0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7" name="Line 200">
              <a:extLst>
                <a:ext uri="{FF2B5EF4-FFF2-40B4-BE49-F238E27FC236}">
                  <a16:creationId xmlns:a16="http://schemas.microsoft.com/office/drawing/2014/main" id="{FC96D0BC-05B4-4373-1568-257B01681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8" name="Rectangle 201">
              <a:extLst>
                <a:ext uri="{FF2B5EF4-FFF2-40B4-BE49-F238E27FC236}">
                  <a16:creationId xmlns:a16="http://schemas.microsoft.com/office/drawing/2014/main" id="{4869C689-F1D4-8B84-FB2F-38F3F7767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9" name="Rectangle 202">
              <a:extLst>
                <a:ext uri="{FF2B5EF4-FFF2-40B4-BE49-F238E27FC236}">
                  <a16:creationId xmlns:a16="http://schemas.microsoft.com/office/drawing/2014/main" id="{8600F75E-475C-1F24-7DC0-971FA36A2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62" y="3080293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0" name="Rectangle 203">
              <a:extLst>
                <a:ext uri="{FF2B5EF4-FFF2-40B4-BE49-F238E27FC236}">
                  <a16:creationId xmlns:a16="http://schemas.microsoft.com/office/drawing/2014/main" id="{048AA85D-E1EA-DFBC-BCA2-713344E83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099" y="2732735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1" name="Rectangle 204">
              <a:extLst>
                <a:ext uri="{FF2B5EF4-FFF2-40B4-BE49-F238E27FC236}">
                  <a16:creationId xmlns:a16="http://schemas.microsoft.com/office/drawing/2014/main" id="{EC722460-BB77-DA87-2AD6-E69AC9423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448" y="2384620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30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2" name="Line 205">
              <a:extLst>
                <a:ext uri="{FF2B5EF4-FFF2-40B4-BE49-F238E27FC236}">
                  <a16:creationId xmlns:a16="http://schemas.microsoft.com/office/drawing/2014/main" id="{ACCDF1A7-7870-EE8A-CDFC-1F7FE5FBF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3" name="Freeform 206">
              <a:extLst>
                <a:ext uri="{FF2B5EF4-FFF2-40B4-BE49-F238E27FC236}">
                  <a16:creationId xmlns:a16="http://schemas.microsoft.com/office/drawing/2014/main" id="{2B57C37E-7620-CEA7-04C8-C46C6F9AE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5193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4" name="Rectangle 207">
              <a:extLst>
                <a:ext uri="{FF2B5EF4-FFF2-40B4-BE49-F238E27FC236}">
                  <a16:creationId xmlns:a16="http://schemas.microsoft.com/office/drawing/2014/main" id="{FD17BAB5-EC85-D8FF-E4A7-8FFE79F3B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5" name="Rectangle 208">
              <a:extLst>
                <a:ext uri="{FF2B5EF4-FFF2-40B4-BE49-F238E27FC236}">
                  <a16:creationId xmlns:a16="http://schemas.microsoft.com/office/drawing/2014/main" id="{668683B0-179E-CA28-14A7-03F60CD57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5193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6" name="Rectangle 209">
              <a:extLst>
                <a:ext uri="{FF2B5EF4-FFF2-40B4-BE49-F238E27FC236}">
                  <a16:creationId xmlns:a16="http://schemas.microsoft.com/office/drawing/2014/main" id="{7116B8DA-3912-02FE-A495-36E6E66CF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5193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7" name="Rectangle 37">
              <a:extLst>
                <a:ext uri="{FF2B5EF4-FFF2-40B4-BE49-F238E27FC236}">
                  <a16:creationId xmlns:a16="http://schemas.microsoft.com/office/drawing/2014/main" id="{205BD207-C0F8-8DB8-D52D-8E31246ED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8" name="Rectangle 38">
              <a:extLst>
                <a:ext uri="{FF2B5EF4-FFF2-40B4-BE49-F238E27FC236}">
                  <a16:creationId xmlns:a16="http://schemas.microsoft.com/office/drawing/2014/main" id="{E9392F74-5C3F-C4B3-2B70-6228A7FBF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9" name="Rectangle 39">
              <a:extLst>
                <a:ext uri="{FF2B5EF4-FFF2-40B4-BE49-F238E27FC236}">
                  <a16:creationId xmlns:a16="http://schemas.microsoft.com/office/drawing/2014/main" id="{B9BC66A3-F9CC-9E1E-7D56-AF064DF54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8935" cy="114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0" name="TextBox 789">
              <a:extLst>
                <a:ext uri="{FF2B5EF4-FFF2-40B4-BE49-F238E27FC236}">
                  <a16:creationId xmlns:a16="http://schemas.microsoft.com/office/drawing/2014/main" id="{F3BCF95E-488B-20EA-5F29-F01C1E83815B}"/>
                </a:ext>
              </a:extLst>
            </p:cNvPr>
            <p:cNvSpPr txBox="1"/>
            <p:nvPr/>
          </p:nvSpPr>
          <p:spPr>
            <a:xfrm rot="16200000">
              <a:off x="93392" y="2756405"/>
              <a:ext cx="1454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재방문주기 총합 </a:t>
              </a:r>
              <a:r>
                <a:rPr lang="en-US" altLang="ko-KR" sz="1050" b="1" i="1" dirty="0"/>
                <a:t>(</a:t>
              </a:r>
              <a:r>
                <a:rPr lang="en-US" altLang="ko-KR" sz="1050" b="1" i="1" dirty="0" err="1"/>
                <a:t>hr</a:t>
              </a:r>
              <a:r>
                <a:rPr lang="en-US" altLang="ko-KR" sz="1050" b="1" i="1" dirty="0"/>
                <a:t>)</a:t>
              </a:r>
              <a:endParaRPr lang="ko-KR" altLang="en-US" sz="1050" b="1" i="1" dirty="0"/>
            </a:p>
          </p:txBody>
        </p:sp>
        <p:sp>
          <p:nvSpPr>
            <p:cNvPr id="791" name="TextBox 790">
              <a:extLst>
                <a:ext uri="{FF2B5EF4-FFF2-40B4-BE49-F238E27FC236}">
                  <a16:creationId xmlns:a16="http://schemas.microsoft.com/office/drawing/2014/main" id="{069A15AC-B8E2-0C60-B305-D1CD0F8729AB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2" name="TextBox 791">
              <a:extLst>
                <a:ext uri="{FF2B5EF4-FFF2-40B4-BE49-F238E27FC236}">
                  <a16:creationId xmlns:a16="http://schemas.microsoft.com/office/drawing/2014/main" id="{D7068724-24AF-F6C9-50F9-4968AF5D2805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3" name="TextBox 792">
              <a:extLst>
                <a:ext uri="{FF2B5EF4-FFF2-40B4-BE49-F238E27FC236}">
                  <a16:creationId xmlns:a16="http://schemas.microsoft.com/office/drawing/2014/main" id="{D351A8F9-DF6C-42A4-B306-BB917D47D7EE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4" name="Rectangle 176">
              <a:extLst>
                <a:ext uri="{FF2B5EF4-FFF2-40B4-BE49-F238E27FC236}">
                  <a16:creationId xmlns:a16="http://schemas.microsoft.com/office/drawing/2014/main" id="{52B12A47-8202-FA17-868C-B9960DB3B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5" name="Rectangle 209">
              <a:extLst>
                <a:ext uri="{FF2B5EF4-FFF2-40B4-BE49-F238E27FC236}">
                  <a16:creationId xmlns:a16="http://schemas.microsoft.com/office/drawing/2014/main" id="{59F87EEC-EC64-3F49-3613-C2F5F5B33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5193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6" name="TextBox 795">
              <a:extLst>
                <a:ext uri="{FF2B5EF4-FFF2-40B4-BE49-F238E27FC236}">
                  <a16:creationId xmlns:a16="http://schemas.microsoft.com/office/drawing/2014/main" id="{5F9AF386-B1BE-736C-5EE5-326FC34A5CD4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7" name="Rectangle 39">
              <a:extLst>
                <a:ext uri="{FF2B5EF4-FFF2-40B4-BE49-F238E27FC236}">
                  <a16:creationId xmlns:a16="http://schemas.microsoft.com/office/drawing/2014/main" id="{1DD0688A-74F9-CD53-9561-23C2C0BF3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140:4:3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512514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총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위성 평면 수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평면 당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상대 위도인수 차</a:t>
                          </a:r>
                          <a:r>
                            <a:rPr lang="en-US" altLang="ko-KR" sz="11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35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2512514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252" t="-2174" r="-300971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742" t="-2174" r="-200000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576" t="-2174" r="-100647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576" t="-2174" r="-647" b="-1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35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6286139"/>
                  </p:ext>
                </p:extLst>
              </p:nvPr>
            </p:nvGraphicFramePr>
            <p:xfrm>
              <a:off x="257080" y="2686746"/>
              <a:ext cx="8629840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/>
                            <a:t>상대 위도인수 차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6286139"/>
                  </p:ext>
                </p:extLst>
              </p:nvPr>
            </p:nvGraphicFramePr>
            <p:xfrm>
              <a:off x="257080" y="2686746"/>
              <a:ext cx="8629840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5" t="-2041" r="-445385" b="-3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03" name="Rectangle 188">
            <a:extLst>
              <a:ext uri="{FF2B5EF4-FFF2-40B4-BE49-F238E27FC236}">
                <a16:creationId xmlns:a16="http://schemas.microsoft.com/office/drawing/2014/main" id="{62FD33C1-895F-0392-56A6-66E4FE12D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538" y="4260658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4" name="Rectangle 204">
            <a:extLst>
              <a:ext uri="{FF2B5EF4-FFF2-40B4-BE49-F238E27FC236}">
                <a16:creationId xmlns:a16="http://schemas.microsoft.com/office/drawing/2014/main" id="{02B13D35-22B5-7131-45E9-04F31E54D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078" y="4205799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solidFill>
                  <a:srgbClr val="262626"/>
                </a:solidFill>
              </a:rPr>
              <a:t>2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5" name="Rectangle 204">
            <a:extLst>
              <a:ext uri="{FF2B5EF4-FFF2-40B4-BE49-F238E27FC236}">
                <a16:creationId xmlns:a16="http://schemas.microsoft.com/office/drawing/2014/main" id="{6E529135-7CBE-284C-4486-F7396ED8B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3617" y="4223170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6" name="Rectangle 188">
            <a:extLst>
              <a:ext uri="{FF2B5EF4-FFF2-40B4-BE49-F238E27FC236}">
                <a16:creationId xmlns:a16="http://schemas.microsoft.com/office/drawing/2014/main" id="{653ABF35-3313-F78B-7E95-1958413BD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719" y="4250689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7" name="Rectangle 188">
            <a:extLst>
              <a:ext uri="{FF2B5EF4-FFF2-40B4-BE49-F238E27FC236}">
                <a16:creationId xmlns:a16="http://schemas.microsoft.com/office/drawing/2014/main" id="{1FEB1EFB-0D74-AF66-0029-BE15ACDD9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224" y="4272952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8" name="Rectangle 204">
            <a:extLst>
              <a:ext uri="{FF2B5EF4-FFF2-40B4-BE49-F238E27FC236}">
                <a16:creationId xmlns:a16="http://schemas.microsoft.com/office/drawing/2014/main" id="{B1CC04CD-5B40-A0C9-F110-4B55F181B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1000" y="4225982"/>
            <a:ext cx="115416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solidFill>
                  <a:srgbClr val="262626"/>
                </a:solidFill>
              </a:rPr>
              <a:t>40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945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직사각형 800">
            <a:extLst>
              <a:ext uri="{FF2B5EF4-FFF2-40B4-BE49-F238E27FC236}">
                <a16:creationId xmlns:a16="http://schemas.microsoft.com/office/drawing/2014/main" id="{B28633B6-B100-1C32-958F-4B7E4A4859C9}"/>
              </a:ext>
            </a:extLst>
          </p:cNvPr>
          <p:cNvSpPr/>
          <p:nvPr/>
        </p:nvSpPr>
        <p:spPr bwMode="auto">
          <a:xfrm>
            <a:off x="254398" y="6415833"/>
            <a:ext cx="3425693" cy="3214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sz="1600" dirty="0"/>
                  <a:t>워커</a:t>
                </a:r>
                <a:r>
                  <a:rPr lang="en-US" altLang="ko-KR" sz="1600" dirty="0"/>
                  <a:t>-</a:t>
                </a:r>
                <a:r>
                  <a:rPr lang="ko-KR" altLang="en-US" sz="1600" dirty="0"/>
                  <a:t>델타 설계 파라미터 설정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dirty="0"/>
                  <a:t> 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sz="1600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550649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총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위성 평면 수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평면 당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상대 위도인수 차</a:t>
                          </a:r>
                          <a:r>
                            <a:rPr lang="en-US" altLang="ko-KR" sz="11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28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8550649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252" t="-2174" r="-300971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7742" t="-2174" r="-200000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8576" t="-2174" r="-100647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576" t="-2174" r="-647" b="-1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28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41479"/>
                  </p:ext>
                </p:extLst>
              </p:nvPr>
            </p:nvGraphicFramePr>
            <p:xfrm>
              <a:off x="257080" y="2686746"/>
              <a:ext cx="8629838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533767964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/>
                            <a:t>상대 위도인수 차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741479"/>
                  </p:ext>
                </p:extLst>
              </p:nvPr>
            </p:nvGraphicFramePr>
            <p:xfrm>
              <a:off x="257080" y="2686746"/>
              <a:ext cx="8629838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533767964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85" t="-2041" r="-445385" b="-3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CBDC941-481A-4118-91C5-A98AF9936503}"/>
              </a:ext>
            </a:extLst>
          </p:cNvPr>
          <p:cNvGrpSpPr/>
          <p:nvPr/>
        </p:nvGrpSpPr>
        <p:grpSpPr>
          <a:xfrm>
            <a:off x="582448" y="4272998"/>
            <a:ext cx="2444867" cy="1728130"/>
            <a:chOff x="327172" y="5129870"/>
            <a:chExt cx="2444867" cy="17281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47FBC1-9586-233E-A93B-6ECDA7B6EE4C}"/>
                </a:ext>
              </a:extLst>
            </p:cNvPr>
            <p:cNvSpPr txBox="1"/>
            <p:nvPr/>
          </p:nvSpPr>
          <p:spPr>
            <a:xfrm>
              <a:off x="1478806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0" name="Rectangle 168">
              <a:extLst>
                <a:ext uri="{FF2B5EF4-FFF2-40B4-BE49-F238E27FC236}">
                  <a16:creationId xmlns:a16="http://schemas.microsoft.com/office/drawing/2014/main" id="{D1F49BCE-9EB8-BE0F-BE2D-5427A5818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76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Rectangle 169">
              <a:extLst>
                <a:ext uri="{FF2B5EF4-FFF2-40B4-BE49-F238E27FC236}">
                  <a16:creationId xmlns:a16="http://schemas.microsoft.com/office/drawing/2014/main" id="{627BA155-F34B-171D-0550-E8B29236E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01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Rectangle 170">
              <a:extLst>
                <a:ext uri="{FF2B5EF4-FFF2-40B4-BE49-F238E27FC236}">
                  <a16:creationId xmlns:a16="http://schemas.microsoft.com/office/drawing/2014/main" id="{0BADDFDD-2938-80B3-4238-3C8B83D9F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58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Rectangle 171">
              <a:extLst>
                <a:ext uri="{FF2B5EF4-FFF2-40B4-BE49-F238E27FC236}">
                  <a16:creationId xmlns:a16="http://schemas.microsoft.com/office/drawing/2014/main" id="{0513C865-A23F-0562-435C-FC71C7C46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511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Rectangle 172">
              <a:extLst>
                <a:ext uri="{FF2B5EF4-FFF2-40B4-BE49-F238E27FC236}">
                  <a16:creationId xmlns:a16="http://schemas.microsoft.com/office/drawing/2014/main" id="{3D793192-638C-7BF3-74E9-0DA598317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28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Rectangle 173">
              <a:extLst>
                <a:ext uri="{FF2B5EF4-FFF2-40B4-BE49-F238E27FC236}">
                  <a16:creationId xmlns:a16="http://schemas.microsoft.com/office/drawing/2014/main" id="{585C5144-0037-E79E-0354-7C47B10E7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68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174">
              <a:extLst>
                <a:ext uri="{FF2B5EF4-FFF2-40B4-BE49-F238E27FC236}">
                  <a16:creationId xmlns:a16="http://schemas.microsoft.com/office/drawing/2014/main" id="{061B8749-C6BA-4C38-A646-978D4FB83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18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Rectangle 175">
              <a:extLst>
                <a:ext uri="{FF2B5EF4-FFF2-40B4-BE49-F238E27FC236}">
                  <a16:creationId xmlns:a16="http://schemas.microsoft.com/office/drawing/2014/main" id="{53AB37F0-35F0-890A-D10D-ADECE2CCD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234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Rectangle 176">
              <a:extLst>
                <a:ext uri="{FF2B5EF4-FFF2-40B4-BE49-F238E27FC236}">
                  <a16:creationId xmlns:a16="http://schemas.microsoft.com/office/drawing/2014/main" id="{16856538-E4B6-119C-E91E-EA406E1DC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009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Rectangle 177">
              <a:extLst>
                <a:ext uri="{FF2B5EF4-FFF2-40B4-BE49-F238E27FC236}">
                  <a16:creationId xmlns:a16="http://schemas.microsoft.com/office/drawing/2014/main" id="{C1F6FD6A-9986-4E79-D646-B34FB5A71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Rectangle 178">
              <a:extLst>
                <a:ext uri="{FF2B5EF4-FFF2-40B4-BE49-F238E27FC236}">
                  <a16:creationId xmlns:a16="http://schemas.microsoft.com/office/drawing/2014/main" id="{232369D3-D8FB-A3DE-677E-AB53FC30F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Rectangle 179">
              <a:extLst>
                <a:ext uri="{FF2B5EF4-FFF2-40B4-BE49-F238E27FC236}">
                  <a16:creationId xmlns:a16="http://schemas.microsoft.com/office/drawing/2014/main" id="{B48F90A4-9060-E09A-D156-E5D28571E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Rectangle 180">
              <a:extLst>
                <a:ext uri="{FF2B5EF4-FFF2-40B4-BE49-F238E27FC236}">
                  <a16:creationId xmlns:a16="http://schemas.microsoft.com/office/drawing/2014/main" id="{BB58F625-EC67-07F7-4162-67F291A20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Rectangle 181">
              <a:extLst>
                <a:ext uri="{FF2B5EF4-FFF2-40B4-BE49-F238E27FC236}">
                  <a16:creationId xmlns:a16="http://schemas.microsoft.com/office/drawing/2014/main" id="{E8D7A3D6-62AF-4DCC-94DF-CF01D0968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Rectangle 182">
              <a:extLst>
                <a:ext uri="{FF2B5EF4-FFF2-40B4-BE49-F238E27FC236}">
                  <a16:creationId xmlns:a16="http://schemas.microsoft.com/office/drawing/2014/main" id="{7094E570-8223-6CF4-9A12-B5B8B3819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Rectangle 183">
              <a:extLst>
                <a:ext uri="{FF2B5EF4-FFF2-40B4-BE49-F238E27FC236}">
                  <a16:creationId xmlns:a16="http://schemas.microsoft.com/office/drawing/2014/main" id="{17F3C629-E9D0-5A02-90E1-27BD8DF1A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184">
              <a:extLst>
                <a:ext uri="{FF2B5EF4-FFF2-40B4-BE49-F238E27FC236}">
                  <a16:creationId xmlns:a16="http://schemas.microsoft.com/office/drawing/2014/main" id="{E705C2EB-EDCD-BAED-2C40-7CD1696FA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185">
              <a:extLst>
                <a:ext uri="{FF2B5EF4-FFF2-40B4-BE49-F238E27FC236}">
                  <a16:creationId xmlns:a16="http://schemas.microsoft.com/office/drawing/2014/main" id="{84E6512F-044B-A073-D068-7CE420CE2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Rectangle 186">
              <a:extLst>
                <a:ext uri="{FF2B5EF4-FFF2-40B4-BE49-F238E27FC236}">
                  <a16:creationId xmlns:a16="http://schemas.microsoft.com/office/drawing/2014/main" id="{FFB6D3BD-A9B4-5A2E-835A-89A74C80E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Rectangle 187">
              <a:extLst>
                <a:ext uri="{FF2B5EF4-FFF2-40B4-BE49-F238E27FC236}">
                  <a16:creationId xmlns:a16="http://schemas.microsoft.com/office/drawing/2014/main" id="{727D10EE-596A-6AD5-A764-373BF7A8A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Rectangle 188">
              <a:extLst>
                <a:ext uri="{FF2B5EF4-FFF2-40B4-BE49-F238E27FC236}">
                  <a16:creationId xmlns:a16="http://schemas.microsoft.com/office/drawing/2014/main" id="{BC4D6890-140A-1AE7-341A-1A7465D78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Line 189">
              <a:extLst>
                <a:ext uri="{FF2B5EF4-FFF2-40B4-BE49-F238E27FC236}">
                  <a16:creationId xmlns:a16="http://schemas.microsoft.com/office/drawing/2014/main" id="{6AF5D359-CD8D-08A6-97BC-D830A8856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074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Line 196">
              <a:extLst>
                <a:ext uri="{FF2B5EF4-FFF2-40B4-BE49-F238E27FC236}">
                  <a16:creationId xmlns:a16="http://schemas.microsoft.com/office/drawing/2014/main" id="{E7680A01-9EE8-8405-3390-9B83D23C5C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675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Line 197">
              <a:extLst>
                <a:ext uri="{FF2B5EF4-FFF2-40B4-BE49-F238E27FC236}">
                  <a16:creationId xmlns:a16="http://schemas.microsoft.com/office/drawing/2014/main" id="{56B62A3C-4E62-AFE5-78BC-BB8E62FA5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Line 198">
              <a:extLst>
                <a:ext uri="{FF2B5EF4-FFF2-40B4-BE49-F238E27FC236}">
                  <a16:creationId xmlns:a16="http://schemas.microsoft.com/office/drawing/2014/main" id="{DD0F84CE-E656-4FD0-E4EC-682F945B1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Line 199">
              <a:extLst>
                <a:ext uri="{FF2B5EF4-FFF2-40B4-BE49-F238E27FC236}">
                  <a16:creationId xmlns:a16="http://schemas.microsoft.com/office/drawing/2014/main" id="{EF5E2FD7-A766-3A9E-9C90-6E59B767A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Line 200">
              <a:extLst>
                <a:ext uri="{FF2B5EF4-FFF2-40B4-BE49-F238E27FC236}">
                  <a16:creationId xmlns:a16="http://schemas.microsoft.com/office/drawing/2014/main" id="{99232506-7E07-0FA1-65F3-8FE6FED56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Rectangle 201">
              <a:extLst>
                <a:ext uri="{FF2B5EF4-FFF2-40B4-BE49-F238E27FC236}">
                  <a16:creationId xmlns:a16="http://schemas.microsoft.com/office/drawing/2014/main" id="{8A54D823-31F0-B53C-3BB5-530AB63DA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02">
              <a:extLst>
                <a:ext uri="{FF2B5EF4-FFF2-40B4-BE49-F238E27FC236}">
                  <a16:creationId xmlns:a16="http://schemas.microsoft.com/office/drawing/2014/main" id="{1BF22149-D1E9-D5EB-43B3-5361DEA5C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95" y="612906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03">
              <a:extLst>
                <a:ext uri="{FF2B5EF4-FFF2-40B4-BE49-F238E27FC236}">
                  <a16:creationId xmlns:a16="http://schemas.microsoft.com/office/drawing/2014/main" id="{E95DC8F4-5621-69FC-BE2D-7CF38FE9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577294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04">
              <a:extLst>
                <a:ext uri="{FF2B5EF4-FFF2-40B4-BE49-F238E27FC236}">
                  <a16:creationId xmlns:a16="http://schemas.microsoft.com/office/drawing/2014/main" id="{D4486D5C-F6DF-3B72-8A52-86FF04B2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95" y="5416827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Line 205">
              <a:extLst>
                <a:ext uri="{FF2B5EF4-FFF2-40B4-BE49-F238E27FC236}">
                  <a16:creationId xmlns:a16="http://schemas.microsoft.com/office/drawing/2014/main" id="{37017C98-1A25-626B-3A89-1CDB4E785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834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206">
              <a:extLst>
                <a:ext uri="{FF2B5EF4-FFF2-40B4-BE49-F238E27FC236}">
                  <a16:creationId xmlns:a16="http://schemas.microsoft.com/office/drawing/2014/main" id="{CFBE890A-2D9E-C558-F7E2-F69BCBC81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759" y="5883315"/>
              <a:ext cx="1086322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Rectangle 207">
              <a:extLst>
                <a:ext uri="{FF2B5EF4-FFF2-40B4-BE49-F238E27FC236}">
                  <a16:creationId xmlns:a16="http://schemas.microsoft.com/office/drawing/2014/main" id="{FA287992-E3B9-5705-3875-BE36329D5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584" y="5883315"/>
              <a:ext cx="317352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Rectangle 208">
              <a:extLst>
                <a:ext uri="{FF2B5EF4-FFF2-40B4-BE49-F238E27FC236}">
                  <a16:creationId xmlns:a16="http://schemas.microsoft.com/office/drawing/2014/main" id="{00281C37-BD2D-8B68-F6BE-F204DD653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47" y="5887878"/>
              <a:ext cx="321020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Rectangle 209">
              <a:extLst>
                <a:ext uri="{FF2B5EF4-FFF2-40B4-BE49-F238E27FC236}">
                  <a16:creationId xmlns:a16="http://schemas.microsoft.com/office/drawing/2014/main" id="{50C2A379-1A43-06E5-0B18-880E1E2C4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069" y="5880512"/>
              <a:ext cx="31523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Rectangle 37">
              <a:extLst>
                <a:ext uri="{FF2B5EF4-FFF2-40B4-BE49-F238E27FC236}">
                  <a16:creationId xmlns:a16="http://schemas.microsoft.com/office/drawing/2014/main" id="{E9B2B376-67D3-64DF-CE2E-FE14491C2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79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7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140:5:0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38">
              <a:extLst>
                <a:ext uri="{FF2B5EF4-FFF2-40B4-BE49-F238E27FC236}">
                  <a16:creationId xmlns:a16="http://schemas.microsoft.com/office/drawing/2014/main" id="{8F5490A9-9814-7DFF-82C1-CCF386F10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903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39">
              <a:extLst>
                <a:ext uri="{FF2B5EF4-FFF2-40B4-BE49-F238E27FC236}">
                  <a16:creationId xmlns:a16="http://schemas.microsoft.com/office/drawing/2014/main" id="{30A2B91D-1038-D7F8-640C-53219F52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125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140:5:2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64DA178-9816-41DF-11B2-39AE8BEDA8AA}"/>
                </a:ext>
              </a:extLst>
            </p:cNvPr>
            <p:cNvSpPr txBox="1"/>
            <p:nvPr/>
          </p:nvSpPr>
          <p:spPr>
            <a:xfrm rot="16200000">
              <a:off x="-327495" y="5787784"/>
              <a:ext cx="1563249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평균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2920F50-59DC-B664-8C09-E8E2708EAF5A}"/>
                </a:ext>
              </a:extLst>
            </p:cNvPr>
            <p:cNvSpPr txBox="1"/>
            <p:nvPr/>
          </p:nvSpPr>
          <p:spPr>
            <a:xfrm>
              <a:off x="743237" y="5832469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42A7CE-6C0C-A494-E9E8-A351289D9C7F}"/>
                </a:ext>
              </a:extLst>
            </p:cNvPr>
            <p:cNvSpPr txBox="1"/>
            <p:nvPr/>
          </p:nvSpPr>
          <p:spPr>
            <a:xfrm>
              <a:off x="1126846" y="5842111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79E942-B3F7-566E-E913-84A68738BE05}"/>
                </a:ext>
              </a:extLst>
            </p:cNvPr>
            <p:cNvSpPr txBox="1"/>
            <p:nvPr/>
          </p:nvSpPr>
          <p:spPr>
            <a:xfrm>
              <a:off x="1524068" y="5842111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54" name="Rectangle 176">
              <a:extLst>
                <a:ext uri="{FF2B5EF4-FFF2-40B4-BE49-F238E27FC236}">
                  <a16:creationId xmlns:a16="http://schemas.microsoft.com/office/drawing/2014/main" id="{6268EB22-F0F0-7737-D841-48A686E7D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34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Rectangle 209">
              <a:extLst>
                <a:ext uri="{FF2B5EF4-FFF2-40B4-BE49-F238E27FC236}">
                  <a16:creationId xmlns:a16="http://schemas.microsoft.com/office/drawing/2014/main" id="{2C0ECD35-D3A8-765A-7470-96DF1699E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348" y="5883315"/>
              <a:ext cx="324452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F1E6918-54E3-7DFC-857A-FC9279087D70}"/>
                </a:ext>
              </a:extLst>
            </p:cNvPr>
            <p:cNvSpPr txBox="1"/>
            <p:nvPr/>
          </p:nvSpPr>
          <p:spPr>
            <a:xfrm>
              <a:off x="1909318" y="5849469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57" name="Rectangle 39">
              <a:extLst>
                <a:ext uri="{FF2B5EF4-FFF2-40B4-BE49-F238E27FC236}">
                  <a16:creationId xmlns:a16="http://schemas.microsoft.com/office/drawing/2014/main" id="{C48B9CB7-10D8-C395-6F19-30552634E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199" y="6534964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140:5:3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176">
              <a:extLst>
                <a:ext uri="{FF2B5EF4-FFF2-40B4-BE49-F238E27FC236}">
                  <a16:creationId xmlns:a16="http://schemas.microsoft.com/office/drawing/2014/main" id="{2052B906-1148-B516-1DD1-E405BE921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930" y="513324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209">
              <a:extLst>
                <a:ext uri="{FF2B5EF4-FFF2-40B4-BE49-F238E27FC236}">
                  <a16:creationId xmlns:a16="http://schemas.microsoft.com/office/drawing/2014/main" id="{F4304507-06CC-88D8-825C-DC73280F0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081" y="5883804"/>
              <a:ext cx="324452" cy="641606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608D699-4DF6-A3FC-5A4D-3E7AA52EF69D}"/>
                </a:ext>
              </a:extLst>
            </p:cNvPr>
            <p:cNvSpPr txBox="1"/>
            <p:nvPr/>
          </p:nvSpPr>
          <p:spPr>
            <a:xfrm>
              <a:off x="2312931" y="5840394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1" name="Rectangle 39">
              <a:extLst>
                <a:ext uri="{FF2B5EF4-FFF2-40B4-BE49-F238E27FC236}">
                  <a16:creationId xmlns:a16="http://schemas.microsoft.com/office/drawing/2014/main" id="{6254C577-F645-8F15-B64B-A9715F3F6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5550" y="6542032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140:5:4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A8E3620-F4FE-E493-F9C9-1292E30DA476}"/>
              </a:ext>
            </a:extLst>
          </p:cNvPr>
          <p:cNvGrpSpPr/>
          <p:nvPr/>
        </p:nvGrpSpPr>
        <p:grpSpPr>
          <a:xfrm>
            <a:off x="3268239" y="4276246"/>
            <a:ext cx="2444868" cy="1724882"/>
            <a:chOff x="327171" y="5133118"/>
            <a:chExt cx="2444868" cy="172488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7F79C8E-54E8-3F8F-F4F4-48CF9C1E9D68}"/>
                </a:ext>
              </a:extLst>
            </p:cNvPr>
            <p:cNvSpPr txBox="1"/>
            <p:nvPr/>
          </p:nvSpPr>
          <p:spPr>
            <a:xfrm>
              <a:off x="1478806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28" name="Rectangle 168">
              <a:extLst>
                <a:ext uri="{FF2B5EF4-FFF2-40B4-BE49-F238E27FC236}">
                  <a16:creationId xmlns:a16="http://schemas.microsoft.com/office/drawing/2014/main" id="{9CE744BB-95BD-AEB7-7C5C-8FC24041A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76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9" name="Rectangle 169">
              <a:extLst>
                <a:ext uri="{FF2B5EF4-FFF2-40B4-BE49-F238E27FC236}">
                  <a16:creationId xmlns:a16="http://schemas.microsoft.com/office/drawing/2014/main" id="{29F8DA9E-9B62-EF98-340F-E4A08A908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01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0" name="Rectangle 170">
              <a:extLst>
                <a:ext uri="{FF2B5EF4-FFF2-40B4-BE49-F238E27FC236}">
                  <a16:creationId xmlns:a16="http://schemas.microsoft.com/office/drawing/2014/main" id="{31873533-A212-3FFB-A1B3-19E2232D1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58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1" name="Rectangle 171">
              <a:extLst>
                <a:ext uri="{FF2B5EF4-FFF2-40B4-BE49-F238E27FC236}">
                  <a16:creationId xmlns:a16="http://schemas.microsoft.com/office/drawing/2014/main" id="{18C1ED37-1A8E-24DD-F905-E4CDCFB5C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511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2" name="Rectangle 172">
              <a:extLst>
                <a:ext uri="{FF2B5EF4-FFF2-40B4-BE49-F238E27FC236}">
                  <a16:creationId xmlns:a16="http://schemas.microsoft.com/office/drawing/2014/main" id="{3B83735E-B0BB-AC28-C6AB-960FB3179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28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3" name="Rectangle 173">
              <a:extLst>
                <a:ext uri="{FF2B5EF4-FFF2-40B4-BE49-F238E27FC236}">
                  <a16:creationId xmlns:a16="http://schemas.microsoft.com/office/drawing/2014/main" id="{D84EB79E-2280-14C9-9AB6-0DA3857C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68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4" name="Rectangle 174">
              <a:extLst>
                <a:ext uri="{FF2B5EF4-FFF2-40B4-BE49-F238E27FC236}">
                  <a16:creationId xmlns:a16="http://schemas.microsoft.com/office/drawing/2014/main" id="{1A164146-3D82-256F-CAA2-A4BDEF8B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18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5" name="Rectangle 175">
              <a:extLst>
                <a:ext uri="{FF2B5EF4-FFF2-40B4-BE49-F238E27FC236}">
                  <a16:creationId xmlns:a16="http://schemas.microsoft.com/office/drawing/2014/main" id="{EE55296F-AE3A-126E-D7EB-5D0604579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234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6" name="Rectangle 176">
              <a:extLst>
                <a:ext uri="{FF2B5EF4-FFF2-40B4-BE49-F238E27FC236}">
                  <a16:creationId xmlns:a16="http://schemas.microsoft.com/office/drawing/2014/main" id="{219CC5C9-A1AF-FEE2-87A5-E2D909F0A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009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7" name="Rectangle 177">
              <a:extLst>
                <a:ext uri="{FF2B5EF4-FFF2-40B4-BE49-F238E27FC236}">
                  <a16:creationId xmlns:a16="http://schemas.microsoft.com/office/drawing/2014/main" id="{03246734-9D19-CE12-9CCD-28E6C852D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8" name="Rectangle 178">
              <a:extLst>
                <a:ext uri="{FF2B5EF4-FFF2-40B4-BE49-F238E27FC236}">
                  <a16:creationId xmlns:a16="http://schemas.microsoft.com/office/drawing/2014/main" id="{526980CC-DADC-CCF1-C864-BE81B2ACA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9" name="Rectangle 179">
              <a:extLst>
                <a:ext uri="{FF2B5EF4-FFF2-40B4-BE49-F238E27FC236}">
                  <a16:creationId xmlns:a16="http://schemas.microsoft.com/office/drawing/2014/main" id="{3DB6AD3E-536B-2090-3995-48DEA5158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0" name="Rectangle 180">
              <a:extLst>
                <a:ext uri="{FF2B5EF4-FFF2-40B4-BE49-F238E27FC236}">
                  <a16:creationId xmlns:a16="http://schemas.microsoft.com/office/drawing/2014/main" id="{9BCA79F5-79D8-4E5C-6B39-144A4A63B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1" name="Rectangle 181">
              <a:extLst>
                <a:ext uri="{FF2B5EF4-FFF2-40B4-BE49-F238E27FC236}">
                  <a16:creationId xmlns:a16="http://schemas.microsoft.com/office/drawing/2014/main" id="{31D12892-DF43-3C0F-113E-A191C65AD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Rectangle 182">
              <a:extLst>
                <a:ext uri="{FF2B5EF4-FFF2-40B4-BE49-F238E27FC236}">
                  <a16:creationId xmlns:a16="http://schemas.microsoft.com/office/drawing/2014/main" id="{91ABF185-77B9-EEC7-843E-16021E398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Rectangle 183">
              <a:extLst>
                <a:ext uri="{FF2B5EF4-FFF2-40B4-BE49-F238E27FC236}">
                  <a16:creationId xmlns:a16="http://schemas.microsoft.com/office/drawing/2014/main" id="{F532CB13-D757-C888-7D03-CF6BDCC3E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Rectangle 184">
              <a:extLst>
                <a:ext uri="{FF2B5EF4-FFF2-40B4-BE49-F238E27FC236}">
                  <a16:creationId xmlns:a16="http://schemas.microsoft.com/office/drawing/2014/main" id="{B1E3EBD7-12A2-82A1-95BE-646BD5F4A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Rectangle 185">
              <a:extLst>
                <a:ext uri="{FF2B5EF4-FFF2-40B4-BE49-F238E27FC236}">
                  <a16:creationId xmlns:a16="http://schemas.microsoft.com/office/drawing/2014/main" id="{F400A89F-A37C-8A3C-0914-D114484A8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6" name="Rectangle 186">
              <a:extLst>
                <a:ext uri="{FF2B5EF4-FFF2-40B4-BE49-F238E27FC236}">
                  <a16:creationId xmlns:a16="http://schemas.microsoft.com/office/drawing/2014/main" id="{5F54C3F4-C74D-E32B-6DA7-C23D3199A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7" name="Rectangle 187">
              <a:extLst>
                <a:ext uri="{FF2B5EF4-FFF2-40B4-BE49-F238E27FC236}">
                  <a16:creationId xmlns:a16="http://schemas.microsoft.com/office/drawing/2014/main" id="{AB55A22D-37D2-FA02-0339-247EE8941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8" name="Rectangle 188">
              <a:extLst>
                <a:ext uri="{FF2B5EF4-FFF2-40B4-BE49-F238E27FC236}">
                  <a16:creationId xmlns:a16="http://schemas.microsoft.com/office/drawing/2014/main" id="{81D8FF02-B455-96EC-2674-D5EA9DC8F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9" name="Line 189">
              <a:extLst>
                <a:ext uri="{FF2B5EF4-FFF2-40B4-BE49-F238E27FC236}">
                  <a16:creationId xmlns:a16="http://schemas.microsoft.com/office/drawing/2014/main" id="{6CA7A1BF-93D4-605B-A62A-C85616B03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074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0" name="Line 196">
              <a:extLst>
                <a:ext uri="{FF2B5EF4-FFF2-40B4-BE49-F238E27FC236}">
                  <a16:creationId xmlns:a16="http://schemas.microsoft.com/office/drawing/2014/main" id="{915D6875-8585-1269-CC18-163DAE95B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675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1" name="Line 197">
              <a:extLst>
                <a:ext uri="{FF2B5EF4-FFF2-40B4-BE49-F238E27FC236}">
                  <a16:creationId xmlns:a16="http://schemas.microsoft.com/office/drawing/2014/main" id="{27667D44-D1E5-71CD-F52C-B9ECE128F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2" name="Line 198">
              <a:extLst>
                <a:ext uri="{FF2B5EF4-FFF2-40B4-BE49-F238E27FC236}">
                  <a16:creationId xmlns:a16="http://schemas.microsoft.com/office/drawing/2014/main" id="{0D68D0C4-D255-DDE2-C32C-0DC2D6AE4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3" name="Line 199">
              <a:extLst>
                <a:ext uri="{FF2B5EF4-FFF2-40B4-BE49-F238E27FC236}">
                  <a16:creationId xmlns:a16="http://schemas.microsoft.com/office/drawing/2014/main" id="{3215FD7C-90E9-3269-AE74-DE7C00B00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4" name="Line 200">
              <a:extLst>
                <a:ext uri="{FF2B5EF4-FFF2-40B4-BE49-F238E27FC236}">
                  <a16:creationId xmlns:a16="http://schemas.microsoft.com/office/drawing/2014/main" id="{DC721D55-8C4C-2E05-7616-EDF3E9A42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" name="Rectangle 201">
              <a:extLst>
                <a:ext uri="{FF2B5EF4-FFF2-40B4-BE49-F238E27FC236}">
                  <a16:creationId xmlns:a16="http://schemas.microsoft.com/office/drawing/2014/main" id="{D8BE3AE0-DCD8-4B62-9C4D-7F07CB17E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6" name="Rectangle 202">
              <a:extLst>
                <a:ext uri="{FF2B5EF4-FFF2-40B4-BE49-F238E27FC236}">
                  <a16:creationId xmlns:a16="http://schemas.microsoft.com/office/drawing/2014/main" id="{E2E15A34-5EF1-D80B-A8C1-5B18594C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287" y="6129964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7" name="Rectangle 203">
              <a:extLst>
                <a:ext uri="{FF2B5EF4-FFF2-40B4-BE49-F238E27FC236}">
                  <a16:creationId xmlns:a16="http://schemas.microsoft.com/office/drawing/2014/main" id="{FDE7BE9E-A631-D659-A082-098FB1F7A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5772948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8" name="Rectangle 204">
              <a:extLst>
                <a:ext uri="{FF2B5EF4-FFF2-40B4-BE49-F238E27FC236}">
                  <a16:creationId xmlns:a16="http://schemas.microsoft.com/office/drawing/2014/main" id="{77F65C7C-DB6C-848F-06D0-4F99C2BED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844" y="5416827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9" name="Line 205">
              <a:extLst>
                <a:ext uri="{FF2B5EF4-FFF2-40B4-BE49-F238E27FC236}">
                  <a16:creationId xmlns:a16="http://schemas.microsoft.com/office/drawing/2014/main" id="{0E026B23-1429-1CF7-F80C-B3924B4BB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834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" name="Freeform 206">
              <a:extLst>
                <a:ext uri="{FF2B5EF4-FFF2-40B4-BE49-F238E27FC236}">
                  <a16:creationId xmlns:a16="http://schemas.microsoft.com/office/drawing/2014/main" id="{2DB7359F-B6B4-9E6E-BD4A-EBCE9175D0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759" y="5883315"/>
              <a:ext cx="1086322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" name="Rectangle 207">
              <a:extLst>
                <a:ext uri="{FF2B5EF4-FFF2-40B4-BE49-F238E27FC236}">
                  <a16:creationId xmlns:a16="http://schemas.microsoft.com/office/drawing/2014/main" id="{EDB5867A-D8CB-E40E-96CA-D6A8A1ECA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584" y="5883315"/>
              <a:ext cx="317352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" name="Rectangle 208">
              <a:extLst>
                <a:ext uri="{FF2B5EF4-FFF2-40B4-BE49-F238E27FC236}">
                  <a16:creationId xmlns:a16="http://schemas.microsoft.com/office/drawing/2014/main" id="{1C653B21-A5B6-D36D-682D-6C9664DED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47" y="5887878"/>
              <a:ext cx="321020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" name="Rectangle 209">
              <a:extLst>
                <a:ext uri="{FF2B5EF4-FFF2-40B4-BE49-F238E27FC236}">
                  <a16:creationId xmlns:a16="http://schemas.microsoft.com/office/drawing/2014/main" id="{4F7AD8C0-5218-0F91-6BD3-82ABB4C44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069" y="5880512"/>
              <a:ext cx="31523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" name="Rectangle 37">
              <a:extLst>
                <a:ext uri="{FF2B5EF4-FFF2-40B4-BE49-F238E27FC236}">
                  <a16:creationId xmlns:a16="http://schemas.microsoft.com/office/drawing/2014/main" id="{E534F070-8BCB-A973-1191-45E0276AC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79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7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140:5:0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5" name="Rectangle 38">
              <a:extLst>
                <a:ext uri="{FF2B5EF4-FFF2-40B4-BE49-F238E27FC236}">
                  <a16:creationId xmlns:a16="http://schemas.microsoft.com/office/drawing/2014/main" id="{1AA52F4A-9177-4757-0243-E40B858A5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903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6" name="Rectangle 39">
              <a:extLst>
                <a:ext uri="{FF2B5EF4-FFF2-40B4-BE49-F238E27FC236}">
                  <a16:creationId xmlns:a16="http://schemas.microsoft.com/office/drawing/2014/main" id="{4CBB621A-D597-84FA-9C0A-BE21BDE2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125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140:5:2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72B4199A-DB5E-C889-D1FC-21842A03146B}"/>
                </a:ext>
              </a:extLst>
            </p:cNvPr>
            <p:cNvSpPr txBox="1"/>
            <p:nvPr/>
          </p:nvSpPr>
          <p:spPr>
            <a:xfrm rot="16200000">
              <a:off x="-327495" y="5787784"/>
              <a:ext cx="15632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최대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20F4781-B387-7634-8290-043DEBA3633E}"/>
                </a:ext>
              </a:extLst>
            </p:cNvPr>
            <p:cNvSpPr txBox="1"/>
            <p:nvPr/>
          </p:nvSpPr>
          <p:spPr>
            <a:xfrm>
              <a:off x="743237" y="5832469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9F55C84-A7FF-29E4-4928-7C23030DCAB8}"/>
                </a:ext>
              </a:extLst>
            </p:cNvPr>
            <p:cNvSpPr txBox="1"/>
            <p:nvPr/>
          </p:nvSpPr>
          <p:spPr>
            <a:xfrm>
              <a:off x="1126846" y="5842111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27E40297-BF11-9C1D-A03F-5A23F34AE3E4}"/>
                </a:ext>
              </a:extLst>
            </p:cNvPr>
            <p:cNvSpPr txBox="1"/>
            <p:nvPr/>
          </p:nvSpPr>
          <p:spPr>
            <a:xfrm>
              <a:off x="1524068" y="5842111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171" name="Rectangle 176">
              <a:extLst>
                <a:ext uri="{FF2B5EF4-FFF2-40B4-BE49-F238E27FC236}">
                  <a16:creationId xmlns:a16="http://schemas.microsoft.com/office/drawing/2014/main" id="{D281C5CF-6622-F99A-63F2-8774B0E13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34" y="513939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2" name="Rectangle 209">
              <a:extLst>
                <a:ext uri="{FF2B5EF4-FFF2-40B4-BE49-F238E27FC236}">
                  <a16:creationId xmlns:a16="http://schemas.microsoft.com/office/drawing/2014/main" id="{545E118C-45FD-B944-1C97-5370E7C22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348" y="5883315"/>
              <a:ext cx="324452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4AD26CB-A3F0-D94C-D740-090B76C329BD}"/>
                </a:ext>
              </a:extLst>
            </p:cNvPr>
            <p:cNvSpPr txBox="1"/>
            <p:nvPr/>
          </p:nvSpPr>
          <p:spPr>
            <a:xfrm>
              <a:off x="1909318" y="5849469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174" name="Rectangle 39">
              <a:extLst>
                <a:ext uri="{FF2B5EF4-FFF2-40B4-BE49-F238E27FC236}">
                  <a16:creationId xmlns:a16="http://schemas.microsoft.com/office/drawing/2014/main" id="{98A9F915-FEF0-4D81-85C2-CCD208E2D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199" y="6534964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140:5:3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5" name="Rectangle 176">
              <a:extLst>
                <a:ext uri="{FF2B5EF4-FFF2-40B4-BE49-F238E27FC236}">
                  <a16:creationId xmlns:a16="http://schemas.microsoft.com/office/drawing/2014/main" id="{0F8396D7-B238-93FE-BB5E-4399CB2A0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930" y="513324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6" name="Rectangle 209">
              <a:extLst>
                <a:ext uri="{FF2B5EF4-FFF2-40B4-BE49-F238E27FC236}">
                  <a16:creationId xmlns:a16="http://schemas.microsoft.com/office/drawing/2014/main" id="{30716553-68CD-AD7C-D500-6A79A4D30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081" y="5883804"/>
              <a:ext cx="324452" cy="641606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CBC39F38-CA34-07AB-179E-5777613F3549}"/>
                </a:ext>
              </a:extLst>
            </p:cNvPr>
            <p:cNvSpPr txBox="1"/>
            <p:nvPr/>
          </p:nvSpPr>
          <p:spPr>
            <a:xfrm>
              <a:off x="2312931" y="5840394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178" name="Rectangle 39">
              <a:extLst>
                <a:ext uri="{FF2B5EF4-FFF2-40B4-BE49-F238E27FC236}">
                  <a16:creationId xmlns:a16="http://schemas.microsoft.com/office/drawing/2014/main" id="{322E34D0-8BA2-466B-7CA3-C4B34814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5550" y="6542032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140:5:4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83572B6F-1E65-1F85-7852-B88AA472BF4D}"/>
              </a:ext>
            </a:extLst>
          </p:cNvPr>
          <p:cNvGrpSpPr/>
          <p:nvPr/>
        </p:nvGrpSpPr>
        <p:grpSpPr>
          <a:xfrm>
            <a:off x="5889697" y="4260600"/>
            <a:ext cx="2444867" cy="1723367"/>
            <a:chOff x="327172" y="5134633"/>
            <a:chExt cx="2444867" cy="1723367"/>
          </a:xfrm>
        </p:grpSpPr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7EDA27E7-EF53-279D-B5E3-CDED5A7F182A}"/>
                </a:ext>
              </a:extLst>
            </p:cNvPr>
            <p:cNvSpPr txBox="1"/>
            <p:nvPr/>
          </p:nvSpPr>
          <p:spPr>
            <a:xfrm>
              <a:off x="1478806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81" name="Rectangle 168">
              <a:extLst>
                <a:ext uri="{FF2B5EF4-FFF2-40B4-BE49-F238E27FC236}">
                  <a16:creationId xmlns:a16="http://schemas.microsoft.com/office/drawing/2014/main" id="{A80B30EE-67C0-37DC-F783-7DCB611B6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76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" name="Rectangle 169">
              <a:extLst>
                <a:ext uri="{FF2B5EF4-FFF2-40B4-BE49-F238E27FC236}">
                  <a16:creationId xmlns:a16="http://schemas.microsoft.com/office/drawing/2014/main" id="{AF943943-F978-9000-0D07-9B01A4465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01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3" name="Rectangle 170">
              <a:extLst>
                <a:ext uri="{FF2B5EF4-FFF2-40B4-BE49-F238E27FC236}">
                  <a16:creationId xmlns:a16="http://schemas.microsoft.com/office/drawing/2014/main" id="{B77D1E51-B494-2112-C711-F3F1D4421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58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4" name="Rectangle 171">
              <a:extLst>
                <a:ext uri="{FF2B5EF4-FFF2-40B4-BE49-F238E27FC236}">
                  <a16:creationId xmlns:a16="http://schemas.microsoft.com/office/drawing/2014/main" id="{A0DA56A2-0D53-D8AD-6334-443E37616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511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5" name="Rectangle 172">
              <a:extLst>
                <a:ext uri="{FF2B5EF4-FFF2-40B4-BE49-F238E27FC236}">
                  <a16:creationId xmlns:a16="http://schemas.microsoft.com/office/drawing/2014/main" id="{0DD79F0F-809E-E571-20FE-982F70E49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28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6" name="Rectangle 173">
              <a:extLst>
                <a:ext uri="{FF2B5EF4-FFF2-40B4-BE49-F238E27FC236}">
                  <a16:creationId xmlns:a16="http://schemas.microsoft.com/office/drawing/2014/main" id="{F49FEEF0-4FAE-BC88-7630-757FC990A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68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7" name="Rectangle 174">
              <a:extLst>
                <a:ext uri="{FF2B5EF4-FFF2-40B4-BE49-F238E27FC236}">
                  <a16:creationId xmlns:a16="http://schemas.microsoft.com/office/drawing/2014/main" id="{49F0207D-B682-E0D4-65B2-12898B01F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18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8" name="Rectangle 175">
              <a:extLst>
                <a:ext uri="{FF2B5EF4-FFF2-40B4-BE49-F238E27FC236}">
                  <a16:creationId xmlns:a16="http://schemas.microsoft.com/office/drawing/2014/main" id="{41A3933E-CCF2-10E4-1759-90771035A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234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9" name="Rectangle 176">
              <a:extLst>
                <a:ext uri="{FF2B5EF4-FFF2-40B4-BE49-F238E27FC236}">
                  <a16:creationId xmlns:a16="http://schemas.microsoft.com/office/drawing/2014/main" id="{17295BD9-E663-E6BC-5288-24837EA92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009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0" name="Rectangle 177">
              <a:extLst>
                <a:ext uri="{FF2B5EF4-FFF2-40B4-BE49-F238E27FC236}">
                  <a16:creationId xmlns:a16="http://schemas.microsoft.com/office/drawing/2014/main" id="{D75226CB-AE07-ECBB-600A-E8ECC664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1" name="Rectangle 178">
              <a:extLst>
                <a:ext uri="{FF2B5EF4-FFF2-40B4-BE49-F238E27FC236}">
                  <a16:creationId xmlns:a16="http://schemas.microsoft.com/office/drawing/2014/main" id="{3063D6A2-FD86-639F-0341-B2F72C00C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2" name="Rectangle 179">
              <a:extLst>
                <a:ext uri="{FF2B5EF4-FFF2-40B4-BE49-F238E27FC236}">
                  <a16:creationId xmlns:a16="http://schemas.microsoft.com/office/drawing/2014/main" id="{B88E44CB-AFA8-2137-79B2-9E4C12B5B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3" name="Rectangle 180">
              <a:extLst>
                <a:ext uri="{FF2B5EF4-FFF2-40B4-BE49-F238E27FC236}">
                  <a16:creationId xmlns:a16="http://schemas.microsoft.com/office/drawing/2014/main" id="{1ED9EF46-0BF1-C4C6-5F6A-8DC7B6150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4" name="Rectangle 181">
              <a:extLst>
                <a:ext uri="{FF2B5EF4-FFF2-40B4-BE49-F238E27FC236}">
                  <a16:creationId xmlns:a16="http://schemas.microsoft.com/office/drawing/2014/main" id="{9ADBD6D5-D5DD-E272-6D40-1A93A0C86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5" name="Rectangle 182">
              <a:extLst>
                <a:ext uri="{FF2B5EF4-FFF2-40B4-BE49-F238E27FC236}">
                  <a16:creationId xmlns:a16="http://schemas.microsoft.com/office/drawing/2014/main" id="{93BB3979-8A43-6E6B-AA44-64A53848F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6" name="Rectangle 183">
              <a:extLst>
                <a:ext uri="{FF2B5EF4-FFF2-40B4-BE49-F238E27FC236}">
                  <a16:creationId xmlns:a16="http://schemas.microsoft.com/office/drawing/2014/main" id="{D0080FCF-4E88-0A23-F02B-1E5E2B29A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7" name="Rectangle 184">
              <a:extLst>
                <a:ext uri="{FF2B5EF4-FFF2-40B4-BE49-F238E27FC236}">
                  <a16:creationId xmlns:a16="http://schemas.microsoft.com/office/drawing/2014/main" id="{2EFCC3A2-452F-5537-4035-2B5A99AFD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8" name="Rectangle 185">
              <a:extLst>
                <a:ext uri="{FF2B5EF4-FFF2-40B4-BE49-F238E27FC236}">
                  <a16:creationId xmlns:a16="http://schemas.microsoft.com/office/drawing/2014/main" id="{3EAAD8F6-4CCD-CC86-CE91-E010BF37F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9" name="Rectangle 186">
              <a:extLst>
                <a:ext uri="{FF2B5EF4-FFF2-40B4-BE49-F238E27FC236}">
                  <a16:creationId xmlns:a16="http://schemas.microsoft.com/office/drawing/2014/main" id="{880ABF87-51BC-7E41-FC45-67CBD9D50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0" name="Rectangle 187">
              <a:extLst>
                <a:ext uri="{FF2B5EF4-FFF2-40B4-BE49-F238E27FC236}">
                  <a16:creationId xmlns:a16="http://schemas.microsoft.com/office/drawing/2014/main" id="{3C74C7E1-4331-4298-656A-70E096BB2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1" name="Rectangle 188">
              <a:extLst>
                <a:ext uri="{FF2B5EF4-FFF2-40B4-BE49-F238E27FC236}">
                  <a16:creationId xmlns:a16="http://schemas.microsoft.com/office/drawing/2014/main" id="{353DEDAE-546F-28BE-EC2F-347E6EC52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2" name="Line 189">
              <a:extLst>
                <a:ext uri="{FF2B5EF4-FFF2-40B4-BE49-F238E27FC236}">
                  <a16:creationId xmlns:a16="http://schemas.microsoft.com/office/drawing/2014/main" id="{9D305793-8126-13D2-75CC-1FD6B3B7F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074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3" name="Line 196">
              <a:extLst>
                <a:ext uri="{FF2B5EF4-FFF2-40B4-BE49-F238E27FC236}">
                  <a16:creationId xmlns:a16="http://schemas.microsoft.com/office/drawing/2014/main" id="{628BDD38-2D51-6181-8A06-9DD8264F9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675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4" name="Line 197">
              <a:extLst>
                <a:ext uri="{FF2B5EF4-FFF2-40B4-BE49-F238E27FC236}">
                  <a16:creationId xmlns:a16="http://schemas.microsoft.com/office/drawing/2014/main" id="{DD294B7C-BCDB-B8FC-3D93-6DFE1F313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5" name="Line 198">
              <a:extLst>
                <a:ext uri="{FF2B5EF4-FFF2-40B4-BE49-F238E27FC236}">
                  <a16:creationId xmlns:a16="http://schemas.microsoft.com/office/drawing/2014/main" id="{D27685EE-18BC-BCF9-C681-43886524E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6" name="Line 199">
              <a:extLst>
                <a:ext uri="{FF2B5EF4-FFF2-40B4-BE49-F238E27FC236}">
                  <a16:creationId xmlns:a16="http://schemas.microsoft.com/office/drawing/2014/main" id="{91B4E205-4345-4BA7-FB5B-77C6D7D1F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7" name="Line 200">
              <a:extLst>
                <a:ext uri="{FF2B5EF4-FFF2-40B4-BE49-F238E27FC236}">
                  <a16:creationId xmlns:a16="http://schemas.microsoft.com/office/drawing/2014/main" id="{B4B1BCC3-C85E-CA30-AF2A-5DD988F5E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8" name="Rectangle 201">
              <a:extLst>
                <a:ext uri="{FF2B5EF4-FFF2-40B4-BE49-F238E27FC236}">
                  <a16:creationId xmlns:a16="http://schemas.microsoft.com/office/drawing/2014/main" id="{0DBD3BA7-5A6C-D448-E149-C69C94AA2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9" name="Rectangle 202">
              <a:extLst>
                <a:ext uri="{FF2B5EF4-FFF2-40B4-BE49-F238E27FC236}">
                  <a16:creationId xmlns:a16="http://schemas.microsoft.com/office/drawing/2014/main" id="{9E1F31AA-D319-3996-D33F-B9D93E12D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22" y="6114649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0" name="Rectangle 203">
              <a:extLst>
                <a:ext uri="{FF2B5EF4-FFF2-40B4-BE49-F238E27FC236}">
                  <a16:creationId xmlns:a16="http://schemas.microsoft.com/office/drawing/2014/main" id="{156FF9B3-C2B3-90D6-E3F5-504B5A90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400" y="5772525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1" name="Rectangle 204">
              <a:extLst>
                <a:ext uri="{FF2B5EF4-FFF2-40B4-BE49-F238E27FC236}">
                  <a16:creationId xmlns:a16="http://schemas.microsoft.com/office/drawing/2014/main" id="{E43AB21F-B3F4-612E-F9A3-D645ECAD3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853" y="5401079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2" name="Line 205">
              <a:extLst>
                <a:ext uri="{FF2B5EF4-FFF2-40B4-BE49-F238E27FC236}">
                  <a16:creationId xmlns:a16="http://schemas.microsoft.com/office/drawing/2014/main" id="{0B66A48F-4FD4-BD71-57B3-A3B8DDDF6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834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3" name="Freeform 206">
              <a:extLst>
                <a:ext uri="{FF2B5EF4-FFF2-40B4-BE49-F238E27FC236}">
                  <a16:creationId xmlns:a16="http://schemas.microsoft.com/office/drawing/2014/main" id="{114EDB82-0DB1-24B3-CA0B-2E65C08D9B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759" y="5883315"/>
              <a:ext cx="1086322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4" name="Rectangle 207">
              <a:extLst>
                <a:ext uri="{FF2B5EF4-FFF2-40B4-BE49-F238E27FC236}">
                  <a16:creationId xmlns:a16="http://schemas.microsoft.com/office/drawing/2014/main" id="{BC34AFD8-FC8B-6F5D-8A6F-BDD3E636D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584" y="5883315"/>
              <a:ext cx="317352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5" name="Rectangle 208">
              <a:extLst>
                <a:ext uri="{FF2B5EF4-FFF2-40B4-BE49-F238E27FC236}">
                  <a16:creationId xmlns:a16="http://schemas.microsoft.com/office/drawing/2014/main" id="{DE427069-AE12-6194-D47D-DF90600F1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47" y="5887878"/>
              <a:ext cx="321020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6" name="Rectangle 209">
              <a:extLst>
                <a:ext uri="{FF2B5EF4-FFF2-40B4-BE49-F238E27FC236}">
                  <a16:creationId xmlns:a16="http://schemas.microsoft.com/office/drawing/2014/main" id="{0C6976B2-5F94-152A-8F31-154694ACB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069" y="5880512"/>
              <a:ext cx="31523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7" name="Rectangle 37">
              <a:extLst>
                <a:ext uri="{FF2B5EF4-FFF2-40B4-BE49-F238E27FC236}">
                  <a16:creationId xmlns:a16="http://schemas.microsoft.com/office/drawing/2014/main" id="{0770767E-1829-21BC-FF98-3A042109B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79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7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140:5:0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" name="Rectangle 38">
              <a:extLst>
                <a:ext uri="{FF2B5EF4-FFF2-40B4-BE49-F238E27FC236}">
                  <a16:creationId xmlns:a16="http://schemas.microsoft.com/office/drawing/2014/main" id="{E56B1DFC-F9DD-A1FD-FC12-CA822BDFB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903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9" name="Rectangle 39">
              <a:extLst>
                <a:ext uri="{FF2B5EF4-FFF2-40B4-BE49-F238E27FC236}">
                  <a16:creationId xmlns:a16="http://schemas.microsoft.com/office/drawing/2014/main" id="{F0AC33C9-06F8-5EC1-C9DE-6591C0349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125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140:5:2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0" name="TextBox 669">
              <a:extLst>
                <a:ext uri="{FF2B5EF4-FFF2-40B4-BE49-F238E27FC236}">
                  <a16:creationId xmlns:a16="http://schemas.microsoft.com/office/drawing/2014/main" id="{E87341A3-2A1E-DDD7-89D9-749B9C51094E}"/>
                </a:ext>
              </a:extLst>
            </p:cNvPr>
            <p:cNvSpPr txBox="1"/>
            <p:nvPr/>
          </p:nvSpPr>
          <p:spPr>
            <a:xfrm rot="16200000">
              <a:off x="-297037" y="5787784"/>
              <a:ext cx="15023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재방문주기 총합</a:t>
              </a:r>
              <a:r>
                <a:rPr lang="en-US" altLang="ko-KR" sz="1050" b="1" i="1" dirty="0"/>
                <a:t> (</a:t>
              </a:r>
              <a:r>
                <a:rPr lang="en-US" altLang="ko-KR" sz="1050" b="1" i="1" dirty="0" err="1"/>
                <a:t>hr</a:t>
              </a:r>
              <a:r>
                <a:rPr lang="en-US" altLang="ko-KR" sz="1050" b="1" i="1" dirty="0"/>
                <a:t>)</a:t>
              </a:r>
              <a:endParaRPr lang="ko-KR" altLang="en-US" sz="1050" b="1" i="1" dirty="0"/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A5F24668-96AA-1607-5D50-748CD4354A0C}"/>
                </a:ext>
              </a:extLst>
            </p:cNvPr>
            <p:cNvSpPr txBox="1"/>
            <p:nvPr/>
          </p:nvSpPr>
          <p:spPr>
            <a:xfrm>
              <a:off x="743237" y="5832469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72" name="TextBox 671">
              <a:extLst>
                <a:ext uri="{FF2B5EF4-FFF2-40B4-BE49-F238E27FC236}">
                  <a16:creationId xmlns:a16="http://schemas.microsoft.com/office/drawing/2014/main" id="{1B76C4F4-88A4-D03A-3B4C-9A9DEAB7AD9E}"/>
                </a:ext>
              </a:extLst>
            </p:cNvPr>
            <p:cNvSpPr txBox="1"/>
            <p:nvPr/>
          </p:nvSpPr>
          <p:spPr>
            <a:xfrm>
              <a:off x="1126846" y="5842111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73" name="TextBox 672">
              <a:extLst>
                <a:ext uri="{FF2B5EF4-FFF2-40B4-BE49-F238E27FC236}">
                  <a16:creationId xmlns:a16="http://schemas.microsoft.com/office/drawing/2014/main" id="{1D4E085F-72FD-51BC-5218-F23027F56B00}"/>
                </a:ext>
              </a:extLst>
            </p:cNvPr>
            <p:cNvSpPr txBox="1"/>
            <p:nvPr/>
          </p:nvSpPr>
          <p:spPr>
            <a:xfrm>
              <a:off x="1524068" y="5842111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74" name="Rectangle 176">
              <a:extLst>
                <a:ext uri="{FF2B5EF4-FFF2-40B4-BE49-F238E27FC236}">
                  <a16:creationId xmlns:a16="http://schemas.microsoft.com/office/drawing/2014/main" id="{903199FD-4966-9BEE-4F90-ECCEADEAE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34" y="5134633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5" name="Rectangle 209">
              <a:extLst>
                <a:ext uri="{FF2B5EF4-FFF2-40B4-BE49-F238E27FC236}">
                  <a16:creationId xmlns:a16="http://schemas.microsoft.com/office/drawing/2014/main" id="{8B77F9ED-C8CE-C0A2-F89B-30FB9CC2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348" y="5883315"/>
              <a:ext cx="324452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6" name="TextBox 675">
              <a:extLst>
                <a:ext uri="{FF2B5EF4-FFF2-40B4-BE49-F238E27FC236}">
                  <a16:creationId xmlns:a16="http://schemas.microsoft.com/office/drawing/2014/main" id="{BAAA8CA8-F147-3AA2-C93E-7E50F5BF9530}"/>
                </a:ext>
              </a:extLst>
            </p:cNvPr>
            <p:cNvSpPr txBox="1"/>
            <p:nvPr/>
          </p:nvSpPr>
          <p:spPr>
            <a:xfrm>
              <a:off x="1909318" y="5849469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77" name="Rectangle 39">
              <a:extLst>
                <a:ext uri="{FF2B5EF4-FFF2-40B4-BE49-F238E27FC236}">
                  <a16:creationId xmlns:a16="http://schemas.microsoft.com/office/drawing/2014/main" id="{7432D2AB-7D92-CB05-099B-06CE6A4AD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199" y="6534964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140:5:3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8" name="Rectangle 176">
              <a:extLst>
                <a:ext uri="{FF2B5EF4-FFF2-40B4-BE49-F238E27FC236}">
                  <a16:creationId xmlns:a16="http://schemas.microsoft.com/office/drawing/2014/main" id="{32F106D1-2FE1-95A1-8216-DA4C57BCB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930" y="5138003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9" name="Rectangle 209">
              <a:extLst>
                <a:ext uri="{FF2B5EF4-FFF2-40B4-BE49-F238E27FC236}">
                  <a16:creationId xmlns:a16="http://schemas.microsoft.com/office/drawing/2014/main" id="{A4D7075B-7A48-8284-CC06-0A14CD9A1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081" y="5883804"/>
              <a:ext cx="324452" cy="641606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95AAA56B-1C7E-46B8-C748-3F6D53A0102A}"/>
                </a:ext>
              </a:extLst>
            </p:cNvPr>
            <p:cNvSpPr txBox="1"/>
            <p:nvPr/>
          </p:nvSpPr>
          <p:spPr>
            <a:xfrm>
              <a:off x="2312931" y="5840394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81" name="Rectangle 39">
              <a:extLst>
                <a:ext uri="{FF2B5EF4-FFF2-40B4-BE49-F238E27FC236}">
                  <a16:creationId xmlns:a16="http://schemas.microsoft.com/office/drawing/2014/main" id="{2876279F-7F7C-B7F9-CF84-552D6E200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5550" y="6542032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140:5:4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82" name="Rectangle 188">
            <a:extLst>
              <a:ext uri="{FF2B5EF4-FFF2-40B4-BE49-F238E27FC236}">
                <a16:creationId xmlns:a16="http://schemas.microsoft.com/office/drawing/2014/main" id="{D07CE1A1-8C57-DCF1-A52C-519CB824B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624" y="4278420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3" name="Rectangle 188">
            <a:extLst>
              <a:ext uri="{FF2B5EF4-FFF2-40B4-BE49-F238E27FC236}">
                <a16:creationId xmlns:a16="http://schemas.microsoft.com/office/drawing/2014/main" id="{E174ACCF-CDB2-08A6-78C1-0D5591EDE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464" y="4275243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4" name="Rectangle 188">
            <a:extLst>
              <a:ext uri="{FF2B5EF4-FFF2-40B4-BE49-F238E27FC236}">
                <a16:creationId xmlns:a16="http://schemas.microsoft.com/office/drawing/2014/main" id="{FF94D109-BDFF-98CD-85CC-D79EE4AC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061" y="4262583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5" name="Rectangle 204">
            <a:extLst>
              <a:ext uri="{FF2B5EF4-FFF2-40B4-BE49-F238E27FC236}">
                <a16:creationId xmlns:a16="http://schemas.microsoft.com/office/drawing/2014/main" id="{DA971D29-4E3E-60B4-DB28-410EAF739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031" y="4229099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6" name="Rectangle 204">
            <a:extLst>
              <a:ext uri="{FF2B5EF4-FFF2-40B4-BE49-F238E27FC236}">
                <a16:creationId xmlns:a16="http://schemas.microsoft.com/office/drawing/2014/main" id="{2EAD0DA5-737F-8F3C-4249-CE9751FAB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912" y="4217392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solidFill>
                  <a:srgbClr val="262626"/>
                </a:solidFill>
              </a:rPr>
              <a:t>8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7" name="Rectangle 204">
            <a:extLst>
              <a:ext uri="{FF2B5EF4-FFF2-40B4-BE49-F238E27FC236}">
                <a16:creationId xmlns:a16="http://schemas.microsoft.com/office/drawing/2014/main" id="{C5B32811-9D56-BEC1-BCF7-4D35D81DB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539" y="4227985"/>
            <a:ext cx="115416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40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0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그룹 673">
            <a:extLst>
              <a:ext uri="{FF2B5EF4-FFF2-40B4-BE49-F238E27FC236}">
                <a16:creationId xmlns:a16="http://schemas.microsoft.com/office/drawing/2014/main" id="{6206D658-4CA5-8897-3AC3-319D719DA395}"/>
              </a:ext>
            </a:extLst>
          </p:cNvPr>
          <p:cNvGrpSpPr/>
          <p:nvPr/>
        </p:nvGrpSpPr>
        <p:grpSpPr>
          <a:xfrm>
            <a:off x="5946017" y="5052656"/>
            <a:ext cx="2411675" cy="1786786"/>
            <a:chOff x="397513" y="5071214"/>
            <a:chExt cx="2411675" cy="1786786"/>
          </a:xfrm>
        </p:grpSpPr>
        <p:sp>
          <p:nvSpPr>
            <p:cNvPr id="675" name="Rectangle 167">
              <a:extLst>
                <a:ext uri="{FF2B5EF4-FFF2-40B4-BE49-F238E27FC236}">
                  <a16:creationId xmlns:a16="http://schemas.microsoft.com/office/drawing/2014/main" id="{68825660-5B9B-6DE4-8165-560CB370C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071214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6" name="TextBox 675">
              <a:extLst>
                <a:ext uri="{FF2B5EF4-FFF2-40B4-BE49-F238E27FC236}">
                  <a16:creationId xmlns:a16="http://schemas.microsoft.com/office/drawing/2014/main" id="{F94AEAF9-0F91-B121-1D19-19B8D8C1F16D}"/>
                </a:ext>
              </a:extLst>
            </p:cNvPr>
            <p:cNvSpPr txBox="1"/>
            <p:nvPr/>
          </p:nvSpPr>
          <p:spPr>
            <a:xfrm>
              <a:off x="1549148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677" name="Rectangle 168">
              <a:extLst>
                <a:ext uri="{FF2B5EF4-FFF2-40B4-BE49-F238E27FC236}">
                  <a16:creationId xmlns:a16="http://schemas.microsoft.com/office/drawing/2014/main" id="{35C68948-4A15-E504-289C-039B6A1C3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25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8" name="Rectangle 169">
              <a:extLst>
                <a:ext uri="{FF2B5EF4-FFF2-40B4-BE49-F238E27FC236}">
                  <a16:creationId xmlns:a16="http://schemas.microsoft.com/office/drawing/2014/main" id="{3BA2ED38-25F4-580F-F4FB-B320CE25F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355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9" name="Rectangle 170">
              <a:extLst>
                <a:ext uri="{FF2B5EF4-FFF2-40B4-BE49-F238E27FC236}">
                  <a16:creationId xmlns:a16="http://schemas.microsoft.com/office/drawing/2014/main" id="{FEB25EE7-9EF1-FC70-9C5D-AAC3E0CE8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25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0" name="Rectangle 171">
              <a:extLst>
                <a:ext uri="{FF2B5EF4-FFF2-40B4-BE49-F238E27FC236}">
                  <a16:creationId xmlns:a16="http://schemas.microsoft.com/office/drawing/2014/main" id="{B9675788-4EBB-524B-4697-CD198A36B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17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1" name="Rectangle 172">
              <a:extLst>
                <a:ext uri="{FF2B5EF4-FFF2-40B4-BE49-F238E27FC236}">
                  <a16:creationId xmlns:a16="http://schemas.microsoft.com/office/drawing/2014/main" id="{D794FC78-70ED-408A-B1CA-FD900CF0C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628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2" name="Rectangle 173">
              <a:extLst>
                <a:ext uri="{FF2B5EF4-FFF2-40B4-BE49-F238E27FC236}">
                  <a16:creationId xmlns:a16="http://schemas.microsoft.com/office/drawing/2014/main" id="{19736823-B672-9355-077C-D3DEAC16D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370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3" name="Rectangle 174">
              <a:extLst>
                <a:ext uri="{FF2B5EF4-FFF2-40B4-BE49-F238E27FC236}">
                  <a16:creationId xmlns:a16="http://schemas.microsoft.com/office/drawing/2014/main" id="{8C1EDE4D-33E8-C807-2E90-35BF35AD1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67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4" name="Rectangle 175">
              <a:extLst>
                <a:ext uri="{FF2B5EF4-FFF2-40B4-BE49-F238E27FC236}">
                  <a16:creationId xmlns:a16="http://schemas.microsoft.com/office/drawing/2014/main" id="{23A07AEF-A7AB-B57A-8E82-DAC182BA2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57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5" name="Rectangle 176">
              <a:extLst>
                <a:ext uri="{FF2B5EF4-FFF2-40B4-BE49-F238E27FC236}">
                  <a16:creationId xmlns:a16="http://schemas.microsoft.com/office/drawing/2014/main" id="{FC201E05-EA39-1DE6-A260-8FD77E277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97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6" name="Rectangle 177">
              <a:extLst>
                <a:ext uri="{FF2B5EF4-FFF2-40B4-BE49-F238E27FC236}">
                  <a16:creationId xmlns:a16="http://schemas.microsoft.com/office/drawing/2014/main" id="{345B5C72-0781-1F09-94C1-7AFAFDB7F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7" name="Rectangle 178">
              <a:extLst>
                <a:ext uri="{FF2B5EF4-FFF2-40B4-BE49-F238E27FC236}">
                  <a16:creationId xmlns:a16="http://schemas.microsoft.com/office/drawing/2014/main" id="{B189CD44-EC1C-0370-D88D-55CA836C6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8" name="Rectangle 179">
              <a:extLst>
                <a:ext uri="{FF2B5EF4-FFF2-40B4-BE49-F238E27FC236}">
                  <a16:creationId xmlns:a16="http://schemas.microsoft.com/office/drawing/2014/main" id="{0EC26FF1-2578-FB49-A041-3D957A70C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9" name="Rectangle 180">
              <a:extLst>
                <a:ext uri="{FF2B5EF4-FFF2-40B4-BE49-F238E27FC236}">
                  <a16:creationId xmlns:a16="http://schemas.microsoft.com/office/drawing/2014/main" id="{D7CB880E-C0A7-0F66-3947-2CC7397ED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0" name="Rectangle 181">
              <a:extLst>
                <a:ext uri="{FF2B5EF4-FFF2-40B4-BE49-F238E27FC236}">
                  <a16:creationId xmlns:a16="http://schemas.microsoft.com/office/drawing/2014/main" id="{3D5D8B15-8E00-6719-AD47-E0C353F2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1" name="Rectangle 182">
              <a:extLst>
                <a:ext uri="{FF2B5EF4-FFF2-40B4-BE49-F238E27FC236}">
                  <a16:creationId xmlns:a16="http://schemas.microsoft.com/office/drawing/2014/main" id="{B66B941F-757E-FB09-4BC0-D806BAE47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6" name="Rectangle 183">
              <a:extLst>
                <a:ext uri="{FF2B5EF4-FFF2-40B4-BE49-F238E27FC236}">
                  <a16:creationId xmlns:a16="http://schemas.microsoft.com/office/drawing/2014/main" id="{D3A55A6B-3094-E064-6034-A00F3A65B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7" name="Rectangle 184">
              <a:extLst>
                <a:ext uri="{FF2B5EF4-FFF2-40B4-BE49-F238E27FC236}">
                  <a16:creationId xmlns:a16="http://schemas.microsoft.com/office/drawing/2014/main" id="{8074812D-B523-F427-799C-8E2D5B93A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8" name="Rectangle 185">
              <a:extLst>
                <a:ext uri="{FF2B5EF4-FFF2-40B4-BE49-F238E27FC236}">
                  <a16:creationId xmlns:a16="http://schemas.microsoft.com/office/drawing/2014/main" id="{56608CA9-0D89-E0E1-8ADC-F7D5492EB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9" name="Rectangle 186">
              <a:extLst>
                <a:ext uri="{FF2B5EF4-FFF2-40B4-BE49-F238E27FC236}">
                  <a16:creationId xmlns:a16="http://schemas.microsoft.com/office/drawing/2014/main" id="{138E3862-E4F5-F3D0-CF86-F8A493AB2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0" name="Rectangle 187">
              <a:extLst>
                <a:ext uri="{FF2B5EF4-FFF2-40B4-BE49-F238E27FC236}">
                  <a16:creationId xmlns:a16="http://schemas.microsoft.com/office/drawing/2014/main" id="{7938F13E-FADA-03B5-59BC-76D26259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1" name="Rectangle 188">
              <a:extLst>
                <a:ext uri="{FF2B5EF4-FFF2-40B4-BE49-F238E27FC236}">
                  <a16:creationId xmlns:a16="http://schemas.microsoft.com/office/drawing/2014/main" id="{61C242E9-7632-48B8-CFBF-966C9125A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2" name="Line 189">
              <a:extLst>
                <a:ext uri="{FF2B5EF4-FFF2-40B4-BE49-F238E27FC236}">
                  <a16:creationId xmlns:a16="http://schemas.microsoft.com/office/drawing/2014/main" id="{E4013EEB-4E18-B3B8-0D51-0D09B3898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416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3" name="Line 196">
              <a:extLst>
                <a:ext uri="{FF2B5EF4-FFF2-40B4-BE49-F238E27FC236}">
                  <a16:creationId xmlns:a16="http://schemas.microsoft.com/office/drawing/2014/main" id="{3AF20CA3-AC07-92FB-07C4-82499E5E56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5017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8" name="Line 197">
              <a:extLst>
                <a:ext uri="{FF2B5EF4-FFF2-40B4-BE49-F238E27FC236}">
                  <a16:creationId xmlns:a16="http://schemas.microsoft.com/office/drawing/2014/main" id="{1530D4DB-600B-7B89-5E7B-2EB8434EA7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9" name="Line 198">
              <a:extLst>
                <a:ext uri="{FF2B5EF4-FFF2-40B4-BE49-F238E27FC236}">
                  <a16:creationId xmlns:a16="http://schemas.microsoft.com/office/drawing/2014/main" id="{92B219FD-7AFE-1362-CAF1-7685B70C3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0" name="Line 199">
              <a:extLst>
                <a:ext uri="{FF2B5EF4-FFF2-40B4-BE49-F238E27FC236}">
                  <a16:creationId xmlns:a16="http://schemas.microsoft.com/office/drawing/2014/main" id="{7F04DF76-1AD3-51EC-1610-C668F389C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1" name="Line 200">
              <a:extLst>
                <a:ext uri="{FF2B5EF4-FFF2-40B4-BE49-F238E27FC236}">
                  <a16:creationId xmlns:a16="http://schemas.microsoft.com/office/drawing/2014/main" id="{2C626BB8-5E5D-5F7E-FED8-EE0527462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2" name="Rectangle 201">
              <a:extLst>
                <a:ext uri="{FF2B5EF4-FFF2-40B4-BE49-F238E27FC236}">
                  <a16:creationId xmlns:a16="http://schemas.microsoft.com/office/drawing/2014/main" id="{00420C41-641D-4FC8-C575-C4AF69068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228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3" name="Rectangle 202">
              <a:extLst>
                <a:ext uri="{FF2B5EF4-FFF2-40B4-BE49-F238E27FC236}">
                  <a16:creationId xmlns:a16="http://schemas.microsoft.com/office/drawing/2014/main" id="{BBC26146-3E86-2AEF-2BD7-696C672D7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934" y="6128618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4" name="Rectangle 203">
              <a:extLst>
                <a:ext uri="{FF2B5EF4-FFF2-40B4-BE49-F238E27FC236}">
                  <a16:creationId xmlns:a16="http://schemas.microsoft.com/office/drawing/2014/main" id="{E69D8859-FA64-7718-8D70-7E6914384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95" y="5763995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5" name="Rectangle 204">
              <a:extLst>
                <a:ext uri="{FF2B5EF4-FFF2-40B4-BE49-F238E27FC236}">
                  <a16:creationId xmlns:a16="http://schemas.microsoft.com/office/drawing/2014/main" id="{1B2D09D4-B290-DABF-928D-2D32DA1D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43" y="5385847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30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6" name="Line 205">
              <a:extLst>
                <a:ext uri="{FF2B5EF4-FFF2-40B4-BE49-F238E27FC236}">
                  <a16:creationId xmlns:a16="http://schemas.microsoft.com/office/drawing/2014/main" id="{69701E62-DE2C-2BCC-A477-CB5F11B677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176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7" name="Freeform 206">
              <a:extLst>
                <a:ext uri="{FF2B5EF4-FFF2-40B4-BE49-F238E27FC236}">
                  <a16:creationId xmlns:a16="http://schemas.microsoft.com/office/drawing/2014/main" id="{56A86046-241A-D2B3-66EB-2D2438EA3D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8101" y="5883315"/>
              <a:ext cx="707744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8" name="Rectangle 207">
              <a:extLst>
                <a:ext uri="{FF2B5EF4-FFF2-40B4-BE49-F238E27FC236}">
                  <a16:creationId xmlns:a16="http://schemas.microsoft.com/office/drawing/2014/main" id="{6E5E7EC6-FDC0-999E-770F-96F6053B9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24" y="5883315"/>
              <a:ext cx="205596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9" name="Rectangle 208">
              <a:extLst>
                <a:ext uri="{FF2B5EF4-FFF2-40B4-BE49-F238E27FC236}">
                  <a16:creationId xmlns:a16="http://schemas.microsoft.com/office/drawing/2014/main" id="{C42DF330-47A2-C64F-EA1F-EBDBEA450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673" y="5883804"/>
              <a:ext cx="209146" cy="645680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0" name="Rectangle 209">
              <a:extLst>
                <a:ext uri="{FF2B5EF4-FFF2-40B4-BE49-F238E27FC236}">
                  <a16:creationId xmlns:a16="http://schemas.microsoft.com/office/drawing/2014/main" id="{3A6B62EE-6B22-3B47-287B-A5462B87D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567" y="5880512"/>
              <a:ext cx="205380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1" name="Rectangle 37">
              <a:extLst>
                <a:ext uri="{FF2B5EF4-FFF2-40B4-BE49-F238E27FC236}">
                  <a16:creationId xmlns:a16="http://schemas.microsoft.com/office/drawing/2014/main" id="{96BC15B2-3ABC-7F42-0F5E-F85865DD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859" y="6547247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5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140:7:0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2" name="Rectangle 38">
              <a:extLst>
                <a:ext uri="{FF2B5EF4-FFF2-40B4-BE49-F238E27FC236}">
                  <a16:creationId xmlns:a16="http://schemas.microsoft.com/office/drawing/2014/main" id="{C01F5C04-5278-8B16-AF92-6AF686A5D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233" y="6549664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3" name="Rectangle 39">
              <a:extLst>
                <a:ext uri="{FF2B5EF4-FFF2-40B4-BE49-F238E27FC236}">
                  <a16:creationId xmlns:a16="http://schemas.microsoft.com/office/drawing/2014/main" id="{CB31BD8B-6F9B-544B-B8EA-0FF8E03EC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258" y="654547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140:7:2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4" name="TextBox 783">
              <a:extLst>
                <a:ext uri="{FF2B5EF4-FFF2-40B4-BE49-F238E27FC236}">
                  <a16:creationId xmlns:a16="http://schemas.microsoft.com/office/drawing/2014/main" id="{4A725BC0-D10A-BE69-0B7A-467C394415F8}"/>
                </a:ext>
              </a:extLst>
            </p:cNvPr>
            <p:cNvSpPr txBox="1"/>
            <p:nvPr/>
          </p:nvSpPr>
          <p:spPr>
            <a:xfrm rot="16200000">
              <a:off x="-178606" y="5787784"/>
              <a:ext cx="140615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재방문주기</a:t>
              </a:r>
              <a:r>
                <a:rPr lang="en-US" altLang="ko-KR" sz="1050" b="1" i="1" dirty="0"/>
                <a:t> </a:t>
              </a:r>
              <a:r>
                <a:rPr lang="ko-KR" altLang="en-US" sz="1050" b="1" i="1" dirty="0"/>
                <a:t>총합</a:t>
              </a:r>
              <a:r>
                <a:rPr lang="en-US" altLang="ko-KR" sz="1050" b="1" i="1" dirty="0"/>
                <a:t>(</a:t>
              </a:r>
              <a:r>
                <a:rPr lang="en-US" altLang="ko-KR" sz="1050" b="1" i="1" dirty="0" err="1"/>
                <a:t>hr</a:t>
              </a:r>
              <a:r>
                <a:rPr lang="en-US" altLang="ko-KR" sz="1050" b="1" i="1" dirty="0"/>
                <a:t>)</a:t>
              </a:r>
              <a:endParaRPr lang="ko-KR" altLang="en-US" sz="1050" b="1" i="1" dirty="0"/>
            </a:p>
          </p:txBody>
        </p:sp>
        <p:sp>
          <p:nvSpPr>
            <p:cNvPr id="785" name="TextBox 784">
              <a:extLst>
                <a:ext uri="{FF2B5EF4-FFF2-40B4-BE49-F238E27FC236}">
                  <a16:creationId xmlns:a16="http://schemas.microsoft.com/office/drawing/2014/main" id="{9E3A4AB8-1B06-464A-1297-44EB3C5587CD}"/>
                </a:ext>
              </a:extLst>
            </p:cNvPr>
            <p:cNvSpPr txBox="1"/>
            <p:nvPr/>
          </p:nvSpPr>
          <p:spPr>
            <a:xfrm>
              <a:off x="808817" y="5863427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786" name="TextBox 785">
              <a:extLst>
                <a:ext uri="{FF2B5EF4-FFF2-40B4-BE49-F238E27FC236}">
                  <a16:creationId xmlns:a16="http://schemas.microsoft.com/office/drawing/2014/main" id="{B2739517-DCF6-280C-AE15-A81F44B07250}"/>
                </a:ext>
              </a:extLst>
            </p:cNvPr>
            <p:cNvSpPr txBox="1"/>
            <p:nvPr/>
          </p:nvSpPr>
          <p:spPr>
            <a:xfrm>
              <a:off x="1056911" y="586288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787" name="Rectangle 176">
              <a:extLst>
                <a:ext uri="{FF2B5EF4-FFF2-40B4-BE49-F238E27FC236}">
                  <a16:creationId xmlns:a16="http://schemas.microsoft.com/office/drawing/2014/main" id="{AF8EF512-BA1C-B85D-31BB-9E2A321A6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051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8" name="Rectangle 209">
              <a:extLst>
                <a:ext uri="{FF2B5EF4-FFF2-40B4-BE49-F238E27FC236}">
                  <a16:creationId xmlns:a16="http://schemas.microsoft.com/office/drawing/2014/main" id="{6E04B2DC-47A3-007C-A2C4-7B2CBEC20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643" y="5883315"/>
              <a:ext cx="211382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9" name="Rectangle 39">
              <a:extLst>
                <a:ext uri="{FF2B5EF4-FFF2-40B4-BE49-F238E27FC236}">
                  <a16:creationId xmlns:a16="http://schemas.microsoft.com/office/drawing/2014/main" id="{8212A328-DC32-7C0F-828A-01512388F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904" y="655086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140:7:3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0" name="Rectangle 176">
              <a:extLst>
                <a:ext uri="{FF2B5EF4-FFF2-40B4-BE49-F238E27FC236}">
                  <a16:creationId xmlns:a16="http://schemas.microsoft.com/office/drawing/2014/main" id="{C4FE0C9A-061B-D396-D4DE-DD642E0ED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997" y="51284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1" name="Rectangle 209">
              <a:extLst>
                <a:ext uri="{FF2B5EF4-FFF2-40B4-BE49-F238E27FC236}">
                  <a16:creationId xmlns:a16="http://schemas.microsoft.com/office/drawing/2014/main" id="{C91D120A-ED12-DB4E-1F99-5F69AF9F9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553" y="5883804"/>
              <a:ext cx="211382" cy="641606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2" name="Rectangle 39">
              <a:extLst>
                <a:ext uri="{FF2B5EF4-FFF2-40B4-BE49-F238E27FC236}">
                  <a16:creationId xmlns:a16="http://schemas.microsoft.com/office/drawing/2014/main" id="{9DE75CC8-523E-C7B5-A1E7-DCCFFBFF2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6" y="6549727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140:7:4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3" name="TextBox 792">
              <a:extLst>
                <a:ext uri="{FF2B5EF4-FFF2-40B4-BE49-F238E27FC236}">
                  <a16:creationId xmlns:a16="http://schemas.microsoft.com/office/drawing/2014/main" id="{E295B993-ABC5-2BB0-25FE-21004452945C}"/>
                </a:ext>
              </a:extLst>
            </p:cNvPr>
            <p:cNvSpPr txBox="1"/>
            <p:nvPr/>
          </p:nvSpPr>
          <p:spPr>
            <a:xfrm>
              <a:off x="1315629" y="586067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794" name="TextBox 793">
              <a:extLst>
                <a:ext uri="{FF2B5EF4-FFF2-40B4-BE49-F238E27FC236}">
                  <a16:creationId xmlns:a16="http://schemas.microsoft.com/office/drawing/2014/main" id="{382AF15D-4B98-CFB4-B476-83FD980BA803}"/>
                </a:ext>
              </a:extLst>
            </p:cNvPr>
            <p:cNvSpPr txBox="1"/>
            <p:nvPr/>
          </p:nvSpPr>
          <p:spPr>
            <a:xfrm>
              <a:off x="1572527" y="5858122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795" name="TextBox 794">
              <a:extLst>
                <a:ext uri="{FF2B5EF4-FFF2-40B4-BE49-F238E27FC236}">
                  <a16:creationId xmlns:a16="http://schemas.microsoft.com/office/drawing/2014/main" id="{2535F33E-2E2E-ACCD-BCE2-CB8B774CD6DE}"/>
                </a:ext>
              </a:extLst>
            </p:cNvPr>
            <p:cNvSpPr txBox="1"/>
            <p:nvPr/>
          </p:nvSpPr>
          <p:spPr>
            <a:xfrm>
              <a:off x="1851558" y="5863240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796" name="Rectangle 209">
              <a:extLst>
                <a:ext uri="{FF2B5EF4-FFF2-40B4-BE49-F238E27FC236}">
                  <a16:creationId xmlns:a16="http://schemas.microsoft.com/office/drawing/2014/main" id="{384E7CC2-F733-059F-9182-5217F25B7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648" y="5883431"/>
              <a:ext cx="211382" cy="641606"/>
            </a:xfrm>
            <a:prstGeom prst="rect">
              <a:avLst/>
            </a:prstGeom>
            <a:solidFill>
              <a:srgbClr val="00B0F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7" name="Rectangle 209">
              <a:extLst>
                <a:ext uri="{FF2B5EF4-FFF2-40B4-BE49-F238E27FC236}">
                  <a16:creationId xmlns:a16="http://schemas.microsoft.com/office/drawing/2014/main" id="{DD637ABD-ACE2-1F62-8E71-3FB592B55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645" y="5883346"/>
              <a:ext cx="211382" cy="641606"/>
            </a:xfrm>
            <a:prstGeom prst="rect">
              <a:avLst/>
            </a:prstGeom>
            <a:solidFill>
              <a:srgbClr val="7030A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0" name="Rectangle 39">
              <a:extLst>
                <a:ext uri="{FF2B5EF4-FFF2-40B4-BE49-F238E27FC236}">
                  <a16:creationId xmlns:a16="http://schemas.microsoft.com/office/drawing/2014/main" id="{6C57BBA6-E71B-E612-BA38-1377AAD4C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489" y="654823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140:7:5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2" name="Rectangle 39">
              <a:extLst>
                <a:ext uri="{FF2B5EF4-FFF2-40B4-BE49-F238E27FC236}">
                  <a16:creationId xmlns:a16="http://schemas.microsoft.com/office/drawing/2014/main" id="{2F8D7E2F-7D5E-E7A9-3978-CC4DEBB14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610" y="655062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140:7:6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3" name="TextBox 802">
              <a:extLst>
                <a:ext uri="{FF2B5EF4-FFF2-40B4-BE49-F238E27FC236}">
                  <a16:creationId xmlns:a16="http://schemas.microsoft.com/office/drawing/2014/main" id="{CE4E41B1-AA03-7E86-3FB2-9E4A0E09A1FB}"/>
                </a:ext>
              </a:extLst>
            </p:cNvPr>
            <p:cNvSpPr txBox="1"/>
            <p:nvPr/>
          </p:nvSpPr>
          <p:spPr>
            <a:xfrm>
              <a:off x="2132370" y="5862880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804" name="TextBox 803">
              <a:extLst>
                <a:ext uri="{FF2B5EF4-FFF2-40B4-BE49-F238E27FC236}">
                  <a16:creationId xmlns:a16="http://schemas.microsoft.com/office/drawing/2014/main" id="{1D73115A-D676-0E95-A8DF-E19A6720411E}"/>
                </a:ext>
              </a:extLst>
            </p:cNvPr>
            <p:cNvSpPr txBox="1"/>
            <p:nvPr/>
          </p:nvSpPr>
          <p:spPr>
            <a:xfrm>
              <a:off x="2394608" y="586922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</p:grpSp>
      <p:sp>
        <p:nvSpPr>
          <p:cNvPr id="801" name="직사각형 800">
            <a:extLst>
              <a:ext uri="{FF2B5EF4-FFF2-40B4-BE49-F238E27FC236}">
                <a16:creationId xmlns:a16="http://schemas.microsoft.com/office/drawing/2014/main" id="{B28633B6-B100-1C32-958F-4B7E4A4859C9}"/>
              </a:ext>
            </a:extLst>
          </p:cNvPr>
          <p:cNvSpPr/>
          <p:nvPr/>
        </p:nvSpPr>
        <p:spPr bwMode="auto">
          <a:xfrm>
            <a:off x="254398" y="6415833"/>
            <a:ext cx="3318257" cy="3214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30591"/>
                <a:ext cx="8629838" cy="5376968"/>
              </a:xfrm>
            </p:spPr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sz="1600" dirty="0"/>
                  <a:t>워커</a:t>
                </a:r>
                <a:r>
                  <a:rPr lang="en-US" altLang="ko-KR" sz="1600" dirty="0"/>
                  <a:t>-</a:t>
                </a:r>
                <a:r>
                  <a:rPr lang="ko-KR" altLang="en-US" sz="1600" dirty="0"/>
                  <a:t>델타 설계 파라미터 설정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dirty="0"/>
                  <a:t> 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sz="1600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30591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595670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총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위성 평면 수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평면 당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상대 위도인수 차</a:t>
                          </a:r>
                          <a:r>
                            <a:rPr lang="en-US" altLang="ko-KR" sz="11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0, 1, 2, 3, 4, 5, 6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595670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252" t="-2174" r="-300971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7742" t="-2174" r="-200000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8576" t="-2174" r="-100647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576" t="-2174" r="-647" b="-1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140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0, 1, 2, 3, 4, 5, 6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AB5E5187-4EF3-F7DF-EC04-9BCA25F2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879962"/>
                  </p:ext>
                </p:extLst>
              </p:nvPr>
            </p:nvGraphicFramePr>
            <p:xfrm>
              <a:off x="254046" y="2685589"/>
              <a:ext cx="8629840" cy="2304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/>
                            <a:t>상대 위도인수 차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1792.98 min (29.88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1398.47 min (23.31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796.05 min (13.27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 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267.52 min (4.459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28800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1.77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9.42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12.8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335.38 min (5.59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719.18 min (11.97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1200.2 min (20.0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AB5E5187-4EF3-F7DF-EC04-9BCA25F2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879962"/>
                  </p:ext>
                </p:extLst>
              </p:nvPr>
            </p:nvGraphicFramePr>
            <p:xfrm>
              <a:off x="254046" y="2685589"/>
              <a:ext cx="8629840" cy="2304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85" t="-2128" r="-445769" b="-7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1792.98 min (29.88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1398.47 min (23.31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796.05 min (13.27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 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267.52 min (4.459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28800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1.77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9.42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12.8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335.38 min (5.59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719.18 min (11.97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1200.2 min (20.0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9ADB1966-FDCB-E850-D0B3-A7119FB09111}"/>
              </a:ext>
            </a:extLst>
          </p:cNvPr>
          <p:cNvGrpSpPr/>
          <p:nvPr/>
        </p:nvGrpSpPr>
        <p:grpSpPr>
          <a:xfrm>
            <a:off x="635639" y="5071214"/>
            <a:ext cx="2411674" cy="1786786"/>
            <a:chOff x="397514" y="5071214"/>
            <a:chExt cx="2411674" cy="1786786"/>
          </a:xfrm>
        </p:grpSpPr>
        <p:sp>
          <p:nvSpPr>
            <p:cNvPr id="190" name="Rectangle 167">
              <a:extLst>
                <a:ext uri="{FF2B5EF4-FFF2-40B4-BE49-F238E27FC236}">
                  <a16:creationId xmlns:a16="http://schemas.microsoft.com/office/drawing/2014/main" id="{F9BCB632-1992-2FBB-EDFF-8141B3D5E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071214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043F72-AFE6-C0F7-9C6E-E1AAF4E1365C}"/>
                </a:ext>
              </a:extLst>
            </p:cNvPr>
            <p:cNvSpPr txBox="1"/>
            <p:nvPr/>
          </p:nvSpPr>
          <p:spPr>
            <a:xfrm>
              <a:off x="1549148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91" name="Rectangle 168">
              <a:extLst>
                <a:ext uri="{FF2B5EF4-FFF2-40B4-BE49-F238E27FC236}">
                  <a16:creationId xmlns:a16="http://schemas.microsoft.com/office/drawing/2014/main" id="{E54001B6-3F27-2295-4B3A-A3AF466EF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25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2" name="Rectangle 169">
              <a:extLst>
                <a:ext uri="{FF2B5EF4-FFF2-40B4-BE49-F238E27FC236}">
                  <a16:creationId xmlns:a16="http://schemas.microsoft.com/office/drawing/2014/main" id="{CE72AEDC-DB2F-A9B1-5ADF-BB8DB762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355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3" name="Rectangle 170">
              <a:extLst>
                <a:ext uri="{FF2B5EF4-FFF2-40B4-BE49-F238E27FC236}">
                  <a16:creationId xmlns:a16="http://schemas.microsoft.com/office/drawing/2014/main" id="{C9FD494F-8E50-BBA6-B83A-AA90AE85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25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4" name="Rectangle 171">
              <a:extLst>
                <a:ext uri="{FF2B5EF4-FFF2-40B4-BE49-F238E27FC236}">
                  <a16:creationId xmlns:a16="http://schemas.microsoft.com/office/drawing/2014/main" id="{E4628718-5770-6550-82C3-435D0FEF1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17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5" name="Rectangle 172">
              <a:extLst>
                <a:ext uri="{FF2B5EF4-FFF2-40B4-BE49-F238E27FC236}">
                  <a16:creationId xmlns:a16="http://schemas.microsoft.com/office/drawing/2014/main" id="{DDB045CE-EFA9-AB60-BBD2-50DDDFC1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628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6" name="Rectangle 173">
              <a:extLst>
                <a:ext uri="{FF2B5EF4-FFF2-40B4-BE49-F238E27FC236}">
                  <a16:creationId xmlns:a16="http://schemas.microsoft.com/office/drawing/2014/main" id="{A0723EED-A070-E46D-AB72-6DF064F3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370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7" name="Rectangle 174">
              <a:extLst>
                <a:ext uri="{FF2B5EF4-FFF2-40B4-BE49-F238E27FC236}">
                  <a16:creationId xmlns:a16="http://schemas.microsoft.com/office/drawing/2014/main" id="{64777EB2-C078-B172-05F0-BC35895E7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67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8" name="Rectangle 175">
              <a:extLst>
                <a:ext uri="{FF2B5EF4-FFF2-40B4-BE49-F238E27FC236}">
                  <a16:creationId xmlns:a16="http://schemas.microsoft.com/office/drawing/2014/main" id="{14F836FC-AC48-9971-8284-059C229E2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57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9" name="Rectangle 176">
              <a:extLst>
                <a:ext uri="{FF2B5EF4-FFF2-40B4-BE49-F238E27FC236}">
                  <a16:creationId xmlns:a16="http://schemas.microsoft.com/office/drawing/2014/main" id="{9356BB68-5006-7621-849F-68CE51C02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97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0" name="Rectangle 177">
              <a:extLst>
                <a:ext uri="{FF2B5EF4-FFF2-40B4-BE49-F238E27FC236}">
                  <a16:creationId xmlns:a16="http://schemas.microsoft.com/office/drawing/2014/main" id="{CFE3653B-741A-E1C4-21CD-49666A27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1" name="Rectangle 178">
              <a:extLst>
                <a:ext uri="{FF2B5EF4-FFF2-40B4-BE49-F238E27FC236}">
                  <a16:creationId xmlns:a16="http://schemas.microsoft.com/office/drawing/2014/main" id="{E580758D-EA78-2C79-8290-1BB7C6B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2" name="Rectangle 179">
              <a:extLst>
                <a:ext uri="{FF2B5EF4-FFF2-40B4-BE49-F238E27FC236}">
                  <a16:creationId xmlns:a16="http://schemas.microsoft.com/office/drawing/2014/main" id="{15004149-24AC-7AF9-6D20-685D42ADA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3" name="Rectangle 180">
              <a:extLst>
                <a:ext uri="{FF2B5EF4-FFF2-40B4-BE49-F238E27FC236}">
                  <a16:creationId xmlns:a16="http://schemas.microsoft.com/office/drawing/2014/main" id="{8A1A6B49-BB2C-126D-B042-B199D273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4" name="Rectangle 181">
              <a:extLst>
                <a:ext uri="{FF2B5EF4-FFF2-40B4-BE49-F238E27FC236}">
                  <a16:creationId xmlns:a16="http://schemas.microsoft.com/office/drawing/2014/main" id="{F596E7F4-08B9-7A86-3E91-9028E05A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5" name="Rectangle 182">
              <a:extLst>
                <a:ext uri="{FF2B5EF4-FFF2-40B4-BE49-F238E27FC236}">
                  <a16:creationId xmlns:a16="http://schemas.microsoft.com/office/drawing/2014/main" id="{5B6D2B1D-4760-3218-F664-78B104D23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6" name="Rectangle 183">
              <a:extLst>
                <a:ext uri="{FF2B5EF4-FFF2-40B4-BE49-F238E27FC236}">
                  <a16:creationId xmlns:a16="http://schemas.microsoft.com/office/drawing/2014/main" id="{4CEB883D-2441-7CBB-0752-3CA4448DF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7" name="Rectangle 184">
              <a:extLst>
                <a:ext uri="{FF2B5EF4-FFF2-40B4-BE49-F238E27FC236}">
                  <a16:creationId xmlns:a16="http://schemas.microsoft.com/office/drawing/2014/main" id="{9A9C796A-321F-1114-E59D-CC8EA13D6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8" name="Rectangle 185">
              <a:extLst>
                <a:ext uri="{FF2B5EF4-FFF2-40B4-BE49-F238E27FC236}">
                  <a16:creationId xmlns:a16="http://schemas.microsoft.com/office/drawing/2014/main" id="{85464BCA-C344-BEA0-058D-C6D7CA35E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9" name="Rectangle 186">
              <a:extLst>
                <a:ext uri="{FF2B5EF4-FFF2-40B4-BE49-F238E27FC236}">
                  <a16:creationId xmlns:a16="http://schemas.microsoft.com/office/drawing/2014/main" id="{3035C9A3-A4BE-DE0C-60D5-76A3761FB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0" name="Rectangle 187">
              <a:extLst>
                <a:ext uri="{FF2B5EF4-FFF2-40B4-BE49-F238E27FC236}">
                  <a16:creationId xmlns:a16="http://schemas.microsoft.com/office/drawing/2014/main" id="{AC04E78F-D4F6-42AC-A137-388D5069C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1" name="Rectangle 188">
              <a:extLst>
                <a:ext uri="{FF2B5EF4-FFF2-40B4-BE49-F238E27FC236}">
                  <a16:creationId xmlns:a16="http://schemas.microsoft.com/office/drawing/2014/main" id="{D63CB597-E500-BEDE-D054-B869202A0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2" name="Line 189">
              <a:extLst>
                <a:ext uri="{FF2B5EF4-FFF2-40B4-BE49-F238E27FC236}">
                  <a16:creationId xmlns:a16="http://schemas.microsoft.com/office/drawing/2014/main" id="{1049ABE9-3FF6-578B-38CB-FFD82C8F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416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9" name="Line 196">
              <a:extLst>
                <a:ext uri="{FF2B5EF4-FFF2-40B4-BE49-F238E27FC236}">
                  <a16:creationId xmlns:a16="http://schemas.microsoft.com/office/drawing/2014/main" id="{F5CD457B-C88D-7FF5-7A89-89C5FBE69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5017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0" name="Line 197">
              <a:extLst>
                <a:ext uri="{FF2B5EF4-FFF2-40B4-BE49-F238E27FC236}">
                  <a16:creationId xmlns:a16="http://schemas.microsoft.com/office/drawing/2014/main" id="{8DE2E82F-9D9C-F1C0-CCC2-5F83419E7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1" name="Line 198">
              <a:extLst>
                <a:ext uri="{FF2B5EF4-FFF2-40B4-BE49-F238E27FC236}">
                  <a16:creationId xmlns:a16="http://schemas.microsoft.com/office/drawing/2014/main" id="{806257E4-8BAC-E570-37C2-1026E8AD2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2" name="Line 199">
              <a:extLst>
                <a:ext uri="{FF2B5EF4-FFF2-40B4-BE49-F238E27FC236}">
                  <a16:creationId xmlns:a16="http://schemas.microsoft.com/office/drawing/2014/main" id="{E1237D22-7011-A8C8-07E4-0E55CDE7D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3" name="Line 200">
              <a:extLst>
                <a:ext uri="{FF2B5EF4-FFF2-40B4-BE49-F238E27FC236}">
                  <a16:creationId xmlns:a16="http://schemas.microsoft.com/office/drawing/2014/main" id="{51CCE15B-6717-D2E0-8D9F-AE1CB3A41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4" name="Rectangle 201">
              <a:extLst>
                <a:ext uri="{FF2B5EF4-FFF2-40B4-BE49-F238E27FC236}">
                  <a16:creationId xmlns:a16="http://schemas.microsoft.com/office/drawing/2014/main" id="{452FD5F8-C4C6-3AE9-5519-8E1727705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228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" name="Rectangle 202">
              <a:extLst>
                <a:ext uri="{FF2B5EF4-FFF2-40B4-BE49-F238E27FC236}">
                  <a16:creationId xmlns:a16="http://schemas.microsoft.com/office/drawing/2014/main" id="{F2E9DCD7-2B8F-2D59-D80C-EBC32B3E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237" y="612906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" name="Rectangle 203">
              <a:extLst>
                <a:ext uri="{FF2B5EF4-FFF2-40B4-BE49-F238E27FC236}">
                  <a16:creationId xmlns:a16="http://schemas.microsoft.com/office/drawing/2014/main" id="{ABCFC71C-7896-B8AA-EB9B-9C3D34BEF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228" y="577294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" name="Rectangle 204">
              <a:extLst>
                <a:ext uri="{FF2B5EF4-FFF2-40B4-BE49-F238E27FC236}">
                  <a16:creationId xmlns:a16="http://schemas.microsoft.com/office/drawing/2014/main" id="{0DE82494-5312-8819-8FFE-1091C7B8B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237" y="5416827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" name="Line 205">
              <a:extLst>
                <a:ext uri="{FF2B5EF4-FFF2-40B4-BE49-F238E27FC236}">
                  <a16:creationId xmlns:a16="http://schemas.microsoft.com/office/drawing/2014/main" id="{E0DF41CC-FDDF-557C-7B4F-CFFE4B53B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176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9" name="Freeform 206">
              <a:extLst>
                <a:ext uri="{FF2B5EF4-FFF2-40B4-BE49-F238E27FC236}">
                  <a16:creationId xmlns:a16="http://schemas.microsoft.com/office/drawing/2014/main" id="{BA104C64-D51A-2453-2C33-859431AC8C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8101" y="5883315"/>
              <a:ext cx="707744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0" name="Rectangle 207">
              <a:extLst>
                <a:ext uri="{FF2B5EF4-FFF2-40B4-BE49-F238E27FC236}">
                  <a16:creationId xmlns:a16="http://schemas.microsoft.com/office/drawing/2014/main" id="{F1404FC8-1D51-F72C-1BDD-CE8B6117E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24" y="5883315"/>
              <a:ext cx="205596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1" name="Rectangle 208">
              <a:extLst>
                <a:ext uri="{FF2B5EF4-FFF2-40B4-BE49-F238E27FC236}">
                  <a16:creationId xmlns:a16="http://schemas.microsoft.com/office/drawing/2014/main" id="{1894F462-4683-1CBC-0C37-5F277E98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673" y="5883804"/>
              <a:ext cx="209146" cy="645680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2" name="Rectangle 209">
              <a:extLst>
                <a:ext uri="{FF2B5EF4-FFF2-40B4-BE49-F238E27FC236}">
                  <a16:creationId xmlns:a16="http://schemas.microsoft.com/office/drawing/2014/main" id="{A25BAB01-4D89-2E2C-EEEF-34EF03C7E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567" y="5880512"/>
              <a:ext cx="205380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1" name="Rectangle 37">
              <a:extLst>
                <a:ext uri="{FF2B5EF4-FFF2-40B4-BE49-F238E27FC236}">
                  <a16:creationId xmlns:a16="http://schemas.microsoft.com/office/drawing/2014/main" id="{C46C56F2-B00F-78AB-4D95-4C1512534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859" y="6547247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5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140:7:0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2" name="Rectangle 38">
              <a:extLst>
                <a:ext uri="{FF2B5EF4-FFF2-40B4-BE49-F238E27FC236}">
                  <a16:creationId xmlns:a16="http://schemas.microsoft.com/office/drawing/2014/main" id="{3178E9DB-95B8-D9A4-A1CC-0B7864237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233" y="6549664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3" name="Rectangle 39">
              <a:extLst>
                <a:ext uri="{FF2B5EF4-FFF2-40B4-BE49-F238E27FC236}">
                  <a16:creationId xmlns:a16="http://schemas.microsoft.com/office/drawing/2014/main" id="{A5989012-9AE2-4795-E452-BB996D669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258" y="654547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140:7:2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1BA6C265-FFDA-EB35-3AA1-013C50988EB7}"/>
                </a:ext>
              </a:extLst>
            </p:cNvPr>
            <p:cNvSpPr txBox="1"/>
            <p:nvPr/>
          </p:nvSpPr>
          <p:spPr>
            <a:xfrm rot="16200000">
              <a:off x="-257153" y="5787784"/>
              <a:ext cx="1563249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평균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ECCF41-5DCD-BD85-062C-6054A120CF64}"/>
                </a:ext>
              </a:extLst>
            </p:cNvPr>
            <p:cNvSpPr txBox="1"/>
            <p:nvPr/>
          </p:nvSpPr>
          <p:spPr>
            <a:xfrm>
              <a:off x="808817" y="5863427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323A97-EF0C-CD51-CBED-894827D27063}"/>
                </a:ext>
              </a:extLst>
            </p:cNvPr>
            <p:cNvSpPr txBox="1"/>
            <p:nvPr/>
          </p:nvSpPr>
          <p:spPr>
            <a:xfrm>
              <a:off x="1056911" y="586288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92" name="Rectangle 176">
              <a:extLst>
                <a:ext uri="{FF2B5EF4-FFF2-40B4-BE49-F238E27FC236}">
                  <a16:creationId xmlns:a16="http://schemas.microsoft.com/office/drawing/2014/main" id="{32236DC6-DB63-45A8-5F0C-512CFF72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051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3" name="Rectangle 209">
              <a:extLst>
                <a:ext uri="{FF2B5EF4-FFF2-40B4-BE49-F238E27FC236}">
                  <a16:creationId xmlns:a16="http://schemas.microsoft.com/office/drawing/2014/main" id="{46339F05-5E84-A50C-89EA-23216B166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643" y="5883315"/>
              <a:ext cx="211382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5" name="Rectangle 39">
              <a:extLst>
                <a:ext uri="{FF2B5EF4-FFF2-40B4-BE49-F238E27FC236}">
                  <a16:creationId xmlns:a16="http://schemas.microsoft.com/office/drawing/2014/main" id="{0F998E35-D183-5470-3DED-BBA128A8F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904" y="655086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140:7:3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176">
              <a:extLst>
                <a:ext uri="{FF2B5EF4-FFF2-40B4-BE49-F238E27FC236}">
                  <a16:creationId xmlns:a16="http://schemas.microsoft.com/office/drawing/2014/main" id="{391E8A36-E149-CCED-85D6-0BE401334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997" y="51284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Rectangle 209">
              <a:extLst>
                <a:ext uri="{FF2B5EF4-FFF2-40B4-BE49-F238E27FC236}">
                  <a16:creationId xmlns:a16="http://schemas.microsoft.com/office/drawing/2014/main" id="{0B6994A7-B073-55E7-CF9E-5AB70DF48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553" y="5883804"/>
              <a:ext cx="211382" cy="641606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Rectangle 39">
              <a:extLst>
                <a:ext uri="{FF2B5EF4-FFF2-40B4-BE49-F238E27FC236}">
                  <a16:creationId xmlns:a16="http://schemas.microsoft.com/office/drawing/2014/main" id="{68BC16EA-0D1D-BDFC-6FE9-48B31C84F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6" y="6549727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140:7:4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B3132C-BAF4-2FCD-29B0-C46A06A42891}"/>
                </a:ext>
              </a:extLst>
            </p:cNvPr>
            <p:cNvSpPr txBox="1"/>
            <p:nvPr/>
          </p:nvSpPr>
          <p:spPr>
            <a:xfrm>
              <a:off x="1315629" y="586067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94" name="TextBox 693">
              <a:extLst>
                <a:ext uri="{FF2B5EF4-FFF2-40B4-BE49-F238E27FC236}">
                  <a16:creationId xmlns:a16="http://schemas.microsoft.com/office/drawing/2014/main" id="{6415E064-C7AB-453F-6375-2A2F158D79DB}"/>
                </a:ext>
              </a:extLst>
            </p:cNvPr>
            <p:cNvSpPr txBox="1"/>
            <p:nvPr/>
          </p:nvSpPr>
          <p:spPr>
            <a:xfrm>
              <a:off x="1572527" y="5858122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9182D0F-610D-B447-9E93-DCE77ABF17D7}"/>
                </a:ext>
              </a:extLst>
            </p:cNvPr>
            <p:cNvSpPr txBox="1"/>
            <p:nvPr/>
          </p:nvSpPr>
          <p:spPr>
            <a:xfrm>
              <a:off x="1851558" y="5863240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13" name="Rectangle 209">
              <a:extLst>
                <a:ext uri="{FF2B5EF4-FFF2-40B4-BE49-F238E27FC236}">
                  <a16:creationId xmlns:a16="http://schemas.microsoft.com/office/drawing/2014/main" id="{3E49416D-7326-50F6-2985-D8132021A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648" y="5883431"/>
              <a:ext cx="211382" cy="641606"/>
            </a:xfrm>
            <a:prstGeom prst="rect">
              <a:avLst/>
            </a:prstGeom>
            <a:solidFill>
              <a:srgbClr val="00B0F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Rectangle 209">
              <a:extLst>
                <a:ext uri="{FF2B5EF4-FFF2-40B4-BE49-F238E27FC236}">
                  <a16:creationId xmlns:a16="http://schemas.microsoft.com/office/drawing/2014/main" id="{415C9FAC-D3B1-8640-6B11-793A4B1E1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645" y="5883346"/>
              <a:ext cx="211382" cy="641606"/>
            </a:xfrm>
            <a:prstGeom prst="rect">
              <a:avLst/>
            </a:prstGeom>
            <a:solidFill>
              <a:srgbClr val="7030A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8" name="Rectangle 39">
              <a:extLst>
                <a:ext uri="{FF2B5EF4-FFF2-40B4-BE49-F238E27FC236}">
                  <a16:creationId xmlns:a16="http://schemas.microsoft.com/office/drawing/2014/main" id="{403786C5-0F00-15C0-30C8-885A0C629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489" y="654823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140:7:5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9" name="Rectangle 39">
              <a:extLst>
                <a:ext uri="{FF2B5EF4-FFF2-40B4-BE49-F238E27FC236}">
                  <a16:creationId xmlns:a16="http://schemas.microsoft.com/office/drawing/2014/main" id="{A596B160-A375-7CA4-3AF3-BF0A8D0E8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610" y="655062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140:7:6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F5CBEA4-84B4-B5F6-E02A-92219BBDFA84}"/>
                </a:ext>
              </a:extLst>
            </p:cNvPr>
            <p:cNvSpPr txBox="1"/>
            <p:nvPr/>
          </p:nvSpPr>
          <p:spPr>
            <a:xfrm>
              <a:off x="2132370" y="5862880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D3DB6BD-0A1F-2647-105B-A95502D3C854}"/>
                </a:ext>
              </a:extLst>
            </p:cNvPr>
            <p:cNvSpPr txBox="1"/>
            <p:nvPr/>
          </p:nvSpPr>
          <p:spPr>
            <a:xfrm>
              <a:off x="2394608" y="586922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1BDEF00E-33F5-7671-B816-614E9181FBDF}"/>
              </a:ext>
            </a:extLst>
          </p:cNvPr>
          <p:cNvGrpSpPr/>
          <p:nvPr/>
        </p:nvGrpSpPr>
        <p:grpSpPr>
          <a:xfrm>
            <a:off x="3321908" y="5071214"/>
            <a:ext cx="2411675" cy="1786786"/>
            <a:chOff x="397513" y="5071214"/>
            <a:chExt cx="2411675" cy="1786786"/>
          </a:xfrm>
        </p:grpSpPr>
        <p:sp>
          <p:nvSpPr>
            <p:cNvPr id="217" name="Rectangle 167">
              <a:extLst>
                <a:ext uri="{FF2B5EF4-FFF2-40B4-BE49-F238E27FC236}">
                  <a16:creationId xmlns:a16="http://schemas.microsoft.com/office/drawing/2014/main" id="{6EC9C5D0-AA69-3541-F39D-A9E7B51AB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071214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3870F53-F614-A0C7-65AC-8C0F859A7687}"/>
                </a:ext>
              </a:extLst>
            </p:cNvPr>
            <p:cNvSpPr txBox="1"/>
            <p:nvPr/>
          </p:nvSpPr>
          <p:spPr>
            <a:xfrm>
              <a:off x="1549148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233" name="Rectangle 168">
              <a:extLst>
                <a:ext uri="{FF2B5EF4-FFF2-40B4-BE49-F238E27FC236}">
                  <a16:creationId xmlns:a16="http://schemas.microsoft.com/office/drawing/2014/main" id="{C82CE332-D6BA-C24A-C50C-0431F3087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25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4" name="Rectangle 169">
              <a:extLst>
                <a:ext uri="{FF2B5EF4-FFF2-40B4-BE49-F238E27FC236}">
                  <a16:creationId xmlns:a16="http://schemas.microsoft.com/office/drawing/2014/main" id="{B0CD6CAA-2683-8161-A11B-047AE477E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355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5" name="Rectangle 170">
              <a:extLst>
                <a:ext uri="{FF2B5EF4-FFF2-40B4-BE49-F238E27FC236}">
                  <a16:creationId xmlns:a16="http://schemas.microsoft.com/office/drawing/2014/main" id="{F5D20F21-93D5-917F-B7D9-F2C1920AC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625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6" name="Rectangle 171">
              <a:extLst>
                <a:ext uri="{FF2B5EF4-FFF2-40B4-BE49-F238E27FC236}">
                  <a16:creationId xmlns:a16="http://schemas.microsoft.com/office/drawing/2014/main" id="{6C7C1CC9-7608-4C91-36C2-199D1565E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17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7" name="Rectangle 172">
              <a:extLst>
                <a:ext uri="{FF2B5EF4-FFF2-40B4-BE49-F238E27FC236}">
                  <a16:creationId xmlns:a16="http://schemas.microsoft.com/office/drawing/2014/main" id="{82AA852A-CCFC-60EA-437E-1FF273101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628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8" name="Rectangle 173">
              <a:extLst>
                <a:ext uri="{FF2B5EF4-FFF2-40B4-BE49-F238E27FC236}">
                  <a16:creationId xmlns:a16="http://schemas.microsoft.com/office/drawing/2014/main" id="{132A7C35-6973-A7DF-77E5-1439AB1F6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370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9" name="Rectangle 174">
              <a:extLst>
                <a:ext uri="{FF2B5EF4-FFF2-40B4-BE49-F238E27FC236}">
                  <a16:creationId xmlns:a16="http://schemas.microsoft.com/office/drawing/2014/main" id="{4F12B29D-D1C5-43C9-33AD-E14616259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67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0" name="Rectangle 175">
              <a:extLst>
                <a:ext uri="{FF2B5EF4-FFF2-40B4-BE49-F238E27FC236}">
                  <a16:creationId xmlns:a16="http://schemas.microsoft.com/office/drawing/2014/main" id="{FBA12F5A-C2EA-84B4-D85E-E03F02FEC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57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1" name="Rectangle 176">
              <a:extLst>
                <a:ext uri="{FF2B5EF4-FFF2-40B4-BE49-F238E27FC236}">
                  <a16:creationId xmlns:a16="http://schemas.microsoft.com/office/drawing/2014/main" id="{E99955C8-63FC-8E52-6542-6BFAC8080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97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2" name="Rectangle 177">
              <a:extLst>
                <a:ext uri="{FF2B5EF4-FFF2-40B4-BE49-F238E27FC236}">
                  <a16:creationId xmlns:a16="http://schemas.microsoft.com/office/drawing/2014/main" id="{3291D890-6DAD-3730-977C-244433072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3" name="Rectangle 178">
              <a:extLst>
                <a:ext uri="{FF2B5EF4-FFF2-40B4-BE49-F238E27FC236}">
                  <a16:creationId xmlns:a16="http://schemas.microsoft.com/office/drawing/2014/main" id="{1781EC61-0A24-90D6-84C5-FB26D607A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4" name="Rectangle 179">
              <a:extLst>
                <a:ext uri="{FF2B5EF4-FFF2-40B4-BE49-F238E27FC236}">
                  <a16:creationId xmlns:a16="http://schemas.microsoft.com/office/drawing/2014/main" id="{9FA5FD4A-758E-1CB8-934E-6FC04B276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5" name="Rectangle 180">
              <a:extLst>
                <a:ext uri="{FF2B5EF4-FFF2-40B4-BE49-F238E27FC236}">
                  <a16:creationId xmlns:a16="http://schemas.microsoft.com/office/drawing/2014/main" id="{D9936726-1ACC-4515-220B-ADA08CAF4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6" name="Rectangle 181">
              <a:extLst>
                <a:ext uri="{FF2B5EF4-FFF2-40B4-BE49-F238E27FC236}">
                  <a16:creationId xmlns:a16="http://schemas.microsoft.com/office/drawing/2014/main" id="{728071C5-939D-E38A-72A7-250B97687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7" name="Rectangle 182">
              <a:extLst>
                <a:ext uri="{FF2B5EF4-FFF2-40B4-BE49-F238E27FC236}">
                  <a16:creationId xmlns:a16="http://schemas.microsoft.com/office/drawing/2014/main" id="{D867C5D5-B733-A1BD-9C1C-FDDA6936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8" name="Rectangle 183">
              <a:extLst>
                <a:ext uri="{FF2B5EF4-FFF2-40B4-BE49-F238E27FC236}">
                  <a16:creationId xmlns:a16="http://schemas.microsoft.com/office/drawing/2014/main" id="{18ED3AFB-31CE-5225-9AD0-E928158D8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9" name="Rectangle 184">
              <a:extLst>
                <a:ext uri="{FF2B5EF4-FFF2-40B4-BE49-F238E27FC236}">
                  <a16:creationId xmlns:a16="http://schemas.microsoft.com/office/drawing/2014/main" id="{1E7D7EB8-62A1-B16D-B43F-E2E4004F9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0" name="Rectangle 185">
              <a:extLst>
                <a:ext uri="{FF2B5EF4-FFF2-40B4-BE49-F238E27FC236}">
                  <a16:creationId xmlns:a16="http://schemas.microsoft.com/office/drawing/2014/main" id="{BFE2F5D9-DD26-577A-44C3-D0D999A1E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1" name="Rectangle 186">
              <a:extLst>
                <a:ext uri="{FF2B5EF4-FFF2-40B4-BE49-F238E27FC236}">
                  <a16:creationId xmlns:a16="http://schemas.microsoft.com/office/drawing/2014/main" id="{5EDF1239-99B8-5BFE-2EE4-6EC019543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2" name="Rectangle 187">
              <a:extLst>
                <a:ext uri="{FF2B5EF4-FFF2-40B4-BE49-F238E27FC236}">
                  <a16:creationId xmlns:a16="http://schemas.microsoft.com/office/drawing/2014/main" id="{ABBFC8E7-0E15-FE13-0E90-27ABA5014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3" name="Rectangle 188">
              <a:extLst>
                <a:ext uri="{FF2B5EF4-FFF2-40B4-BE49-F238E27FC236}">
                  <a16:creationId xmlns:a16="http://schemas.microsoft.com/office/drawing/2014/main" id="{54059929-9B87-0EE1-782E-6471993FC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17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4" name="Line 189">
              <a:extLst>
                <a:ext uri="{FF2B5EF4-FFF2-40B4-BE49-F238E27FC236}">
                  <a16:creationId xmlns:a16="http://schemas.microsoft.com/office/drawing/2014/main" id="{CB1AF9D3-FCE6-37B1-F616-29DC28C3F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416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5" name="Line 196">
              <a:extLst>
                <a:ext uri="{FF2B5EF4-FFF2-40B4-BE49-F238E27FC236}">
                  <a16:creationId xmlns:a16="http://schemas.microsoft.com/office/drawing/2014/main" id="{21C70362-6C4E-DCE1-73CF-D4F8D1971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5017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0" name="Line 197">
              <a:extLst>
                <a:ext uri="{FF2B5EF4-FFF2-40B4-BE49-F238E27FC236}">
                  <a16:creationId xmlns:a16="http://schemas.microsoft.com/office/drawing/2014/main" id="{0490A68B-EC35-0C38-194C-AFEEDD4A4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1" name="Line 198">
              <a:extLst>
                <a:ext uri="{FF2B5EF4-FFF2-40B4-BE49-F238E27FC236}">
                  <a16:creationId xmlns:a16="http://schemas.microsoft.com/office/drawing/2014/main" id="{94AB4B35-26CB-8D72-694B-B56BF1E53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2" name="Line 199">
              <a:extLst>
                <a:ext uri="{FF2B5EF4-FFF2-40B4-BE49-F238E27FC236}">
                  <a16:creationId xmlns:a16="http://schemas.microsoft.com/office/drawing/2014/main" id="{E9994AF2-4C8D-78B7-7D66-0F39D503F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3" name="Line 200">
              <a:extLst>
                <a:ext uri="{FF2B5EF4-FFF2-40B4-BE49-F238E27FC236}">
                  <a16:creationId xmlns:a16="http://schemas.microsoft.com/office/drawing/2014/main" id="{1CF0A05F-77E4-163D-AE69-7884B1FC7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017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4" name="Rectangle 201">
              <a:extLst>
                <a:ext uri="{FF2B5EF4-FFF2-40B4-BE49-F238E27FC236}">
                  <a16:creationId xmlns:a16="http://schemas.microsoft.com/office/drawing/2014/main" id="{54894EFA-FF09-BCCF-3228-65E82AFEA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228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5" name="Rectangle 202">
              <a:extLst>
                <a:ext uri="{FF2B5EF4-FFF2-40B4-BE49-F238E27FC236}">
                  <a16:creationId xmlns:a16="http://schemas.microsoft.com/office/drawing/2014/main" id="{CA6FAD4B-13A7-1645-990C-C0030CB5A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46" y="6110060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6" name="Rectangle 203">
              <a:extLst>
                <a:ext uri="{FF2B5EF4-FFF2-40B4-BE49-F238E27FC236}">
                  <a16:creationId xmlns:a16="http://schemas.microsoft.com/office/drawing/2014/main" id="{A1209F08-5554-0B65-6325-DE21A296F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228" y="5772948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7" name="Rectangle 204">
              <a:extLst>
                <a:ext uri="{FF2B5EF4-FFF2-40B4-BE49-F238E27FC236}">
                  <a16:creationId xmlns:a16="http://schemas.microsoft.com/office/drawing/2014/main" id="{D4A0976D-0651-32C8-0E7F-FCC85EABB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405" y="5416827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8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8" name="Line 205">
              <a:extLst>
                <a:ext uri="{FF2B5EF4-FFF2-40B4-BE49-F238E27FC236}">
                  <a16:creationId xmlns:a16="http://schemas.microsoft.com/office/drawing/2014/main" id="{CE890415-818D-B215-428A-D0AE1D3AD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176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9" name="Freeform 206">
              <a:extLst>
                <a:ext uri="{FF2B5EF4-FFF2-40B4-BE49-F238E27FC236}">
                  <a16:creationId xmlns:a16="http://schemas.microsoft.com/office/drawing/2014/main" id="{B034D950-0801-4367-36AE-5E79DBCFFB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8101" y="5883315"/>
              <a:ext cx="707744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0" name="Rectangle 207">
              <a:extLst>
                <a:ext uri="{FF2B5EF4-FFF2-40B4-BE49-F238E27FC236}">
                  <a16:creationId xmlns:a16="http://schemas.microsoft.com/office/drawing/2014/main" id="{EB48DC6D-EA0E-1966-DFF9-57537837C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24" y="5883315"/>
              <a:ext cx="205596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1" name="Rectangle 208">
              <a:extLst>
                <a:ext uri="{FF2B5EF4-FFF2-40B4-BE49-F238E27FC236}">
                  <a16:creationId xmlns:a16="http://schemas.microsoft.com/office/drawing/2014/main" id="{A61E6C74-B6B9-8ECB-3D0F-7C7090937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673" y="5883804"/>
              <a:ext cx="209146" cy="645680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2" name="Rectangle 209">
              <a:extLst>
                <a:ext uri="{FF2B5EF4-FFF2-40B4-BE49-F238E27FC236}">
                  <a16:creationId xmlns:a16="http://schemas.microsoft.com/office/drawing/2014/main" id="{6E01E70C-4E1D-BA15-1350-0FE3B2A83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567" y="5880512"/>
              <a:ext cx="205380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3" name="Rectangle 37">
              <a:extLst>
                <a:ext uri="{FF2B5EF4-FFF2-40B4-BE49-F238E27FC236}">
                  <a16:creationId xmlns:a16="http://schemas.microsoft.com/office/drawing/2014/main" id="{0C8EC01B-EFC6-9058-DABC-F592C249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859" y="6547247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5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140:7:0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4" name="Rectangle 38">
              <a:extLst>
                <a:ext uri="{FF2B5EF4-FFF2-40B4-BE49-F238E27FC236}">
                  <a16:creationId xmlns:a16="http://schemas.microsoft.com/office/drawing/2014/main" id="{8CD99795-8496-A297-A38D-885997424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233" y="6549664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" name="Rectangle 39">
              <a:extLst>
                <a:ext uri="{FF2B5EF4-FFF2-40B4-BE49-F238E27FC236}">
                  <a16:creationId xmlns:a16="http://schemas.microsoft.com/office/drawing/2014/main" id="{0DBB2D50-6076-A700-C85D-229CD402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258" y="654547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140:7:2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01D3DA0B-D701-066B-DB8E-6C5EADD4CFC0}"/>
                </a:ext>
              </a:extLst>
            </p:cNvPr>
            <p:cNvSpPr txBox="1"/>
            <p:nvPr/>
          </p:nvSpPr>
          <p:spPr>
            <a:xfrm rot="16200000">
              <a:off x="-257153" y="5787784"/>
              <a:ext cx="15632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최대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EFB6DDD8-A96A-9617-615C-EE2E364CE9CB}"/>
                </a:ext>
              </a:extLst>
            </p:cNvPr>
            <p:cNvSpPr txBox="1"/>
            <p:nvPr/>
          </p:nvSpPr>
          <p:spPr>
            <a:xfrm>
              <a:off x="808817" y="5863427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76AB7CF1-3644-52F0-7D91-0D2C20ED116F}"/>
                </a:ext>
              </a:extLst>
            </p:cNvPr>
            <p:cNvSpPr txBox="1"/>
            <p:nvPr/>
          </p:nvSpPr>
          <p:spPr>
            <a:xfrm>
              <a:off x="1056911" y="586288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59" name="Rectangle 176">
              <a:extLst>
                <a:ext uri="{FF2B5EF4-FFF2-40B4-BE49-F238E27FC236}">
                  <a16:creationId xmlns:a16="http://schemas.microsoft.com/office/drawing/2014/main" id="{41F10146-61C2-7E92-D0C4-F96109D0F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051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0" name="Rectangle 209">
              <a:extLst>
                <a:ext uri="{FF2B5EF4-FFF2-40B4-BE49-F238E27FC236}">
                  <a16:creationId xmlns:a16="http://schemas.microsoft.com/office/drawing/2014/main" id="{F6DEC674-030D-F1B7-DBE1-FDAFE8377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643" y="5883315"/>
              <a:ext cx="211382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1" name="Rectangle 39">
              <a:extLst>
                <a:ext uri="{FF2B5EF4-FFF2-40B4-BE49-F238E27FC236}">
                  <a16:creationId xmlns:a16="http://schemas.microsoft.com/office/drawing/2014/main" id="{EF921B7A-E974-ECC3-D944-BD8470842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904" y="655086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140:7:3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2" name="Rectangle 176">
              <a:extLst>
                <a:ext uri="{FF2B5EF4-FFF2-40B4-BE49-F238E27FC236}">
                  <a16:creationId xmlns:a16="http://schemas.microsoft.com/office/drawing/2014/main" id="{147AA2BC-25F2-8015-521E-5062C8682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997" y="51284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3" name="Rectangle 209">
              <a:extLst>
                <a:ext uri="{FF2B5EF4-FFF2-40B4-BE49-F238E27FC236}">
                  <a16:creationId xmlns:a16="http://schemas.microsoft.com/office/drawing/2014/main" id="{6E9F1D64-4F6F-AA1D-CBBF-B67BAAA0C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553" y="5883804"/>
              <a:ext cx="211382" cy="641606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4" name="Rectangle 39">
              <a:extLst>
                <a:ext uri="{FF2B5EF4-FFF2-40B4-BE49-F238E27FC236}">
                  <a16:creationId xmlns:a16="http://schemas.microsoft.com/office/drawing/2014/main" id="{0435A636-9BDE-3A5E-2F4E-33CD5D241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6" y="6549727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140:7:4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5" name="TextBox 664">
              <a:extLst>
                <a:ext uri="{FF2B5EF4-FFF2-40B4-BE49-F238E27FC236}">
                  <a16:creationId xmlns:a16="http://schemas.microsoft.com/office/drawing/2014/main" id="{AB466768-FE0F-6B1A-69DB-9B17A0C80806}"/>
                </a:ext>
              </a:extLst>
            </p:cNvPr>
            <p:cNvSpPr txBox="1"/>
            <p:nvPr/>
          </p:nvSpPr>
          <p:spPr>
            <a:xfrm>
              <a:off x="1315629" y="586067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66" name="TextBox 665">
              <a:extLst>
                <a:ext uri="{FF2B5EF4-FFF2-40B4-BE49-F238E27FC236}">
                  <a16:creationId xmlns:a16="http://schemas.microsoft.com/office/drawing/2014/main" id="{6D849CB5-2908-709E-4D89-3C57A8F70710}"/>
                </a:ext>
              </a:extLst>
            </p:cNvPr>
            <p:cNvSpPr txBox="1"/>
            <p:nvPr/>
          </p:nvSpPr>
          <p:spPr>
            <a:xfrm>
              <a:off x="1572527" y="5858122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67" name="TextBox 666">
              <a:extLst>
                <a:ext uri="{FF2B5EF4-FFF2-40B4-BE49-F238E27FC236}">
                  <a16:creationId xmlns:a16="http://schemas.microsoft.com/office/drawing/2014/main" id="{FB394FD2-0BE9-CF98-531C-E32AD5172B64}"/>
                </a:ext>
              </a:extLst>
            </p:cNvPr>
            <p:cNvSpPr txBox="1"/>
            <p:nvPr/>
          </p:nvSpPr>
          <p:spPr>
            <a:xfrm>
              <a:off x="1851558" y="5863240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68" name="Rectangle 209">
              <a:extLst>
                <a:ext uri="{FF2B5EF4-FFF2-40B4-BE49-F238E27FC236}">
                  <a16:creationId xmlns:a16="http://schemas.microsoft.com/office/drawing/2014/main" id="{FF6BA3CF-BADC-C2A9-2F47-AF0698514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648" y="5883431"/>
              <a:ext cx="211382" cy="641606"/>
            </a:xfrm>
            <a:prstGeom prst="rect">
              <a:avLst/>
            </a:prstGeom>
            <a:solidFill>
              <a:srgbClr val="00B0F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9" name="Rectangle 209">
              <a:extLst>
                <a:ext uri="{FF2B5EF4-FFF2-40B4-BE49-F238E27FC236}">
                  <a16:creationId xmlns:a16="http://schemas.microsoft.com/office/drawing/2014/main" id="{1D49A87A-5968-CDDB-BA2A-292990ADD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645" y="5883346"/>
              <a:ext cx="211382" cy="641606"/>
            </a:xfrm>
            <a:prstGeom prst="rect">
              <a:avLst/>
            </a:prstGeom>
            <a:solidFill>
              <a:srgbClr val="7030A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0" name="Rectangle 39">
              <a:extLst>
                <a:ext uri="{FF2B5EF4-FFF2-40B4-BE49-F238E27FC236}">
                  <a16:creationId xmlns:a16="http://schemas.microsoft.com/office/drawing/2014/main" id="{E01DB904-9666-0596-4159-54A436352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7489" y="654823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140:7:5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1" name="Rectangle 39">
              <a:extLst>
                <a:ext uri="{FF2B5EF4-FFF2-40B4-BE49-F238E27FC236}">
                  <a16:creationId xmlns:a16="http://schemas.microsoft.com/office/drawing/2014/main" id="{E370C55F-EE9B-2272-797B-D9D0F9086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610" y="655062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140:7:6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2" name="TextBox 671">
              <a:extLst>
                <a:ext uri="{FF2B5EF4-FFF2-40B4-BE49-F238E27FC236}">
                  <a16:creationId xmlns:a16="http://schemas.microsoft.com/office/drawing/2014/main" id="{25C5B70A-63EA-6987-1956-CC8B01329412}"/>
                </a:ext>
              </a:extLst>
            </p:cNvPr>
            <p:cNvSpPr txBox="1"/>
            <p:nvPr/>
          </p:nvSpPr>
          <p:spPr>
            <a:xfrm>
              <a:off x="2132370" y="5862880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  <p:sp>
          <p:nvSpPr>
            <p:cNvPr id="673" name="TextBox 672">
              <a:extLst>
                <a:ext uri="{FF2B5EF4-FFF2-40B4-BE49-F238E27FC236}">
                  <a16:creationId xmlns:a16="http://schemas.microsoft.com/office/drawing/2014/main" id="{E9F4E9F3-DF02-8B13-67EC-AC806BA741AE}"/>
                </a:ext>
              </a:extLst>
            </p:cNvPr>
            <p:cNvSpPr txBox="1"/>
            <p:nvPr/>
          </p:nvSpPr>
          <p:spPr>
            <a:xfrm>
              <a:off x="2394608" y="5869221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i="1" dirty="0"/>
                <a:t>0.90</a:t>
              </a:r>
              <a:endParaRPr lang="ko-KR" altLang="en-US" sz="700" b="1" i="1" dirty="0"/>
            </a:p>
          </p:txBody>
        </p:sp>
      </p:grpSp>
      <p:sp>
        <p:nvSpPr>
          <p:cNvPr id="805" name="Rectangle 188">
            <a:extLst>
              <a:ext uri="{FF2B5EF4-FFF2-40B4-BE49-F238E27FC236}">
                <a16:creationId xmlns:a16="http://schemas.microsoft.com/office/drawing/2014/main" id="{420B21F7-4DF1-37AC-2219-17A71883A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768" y="5125641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6" name="Rectangle 204">
            <a:extLst>
              <a:ext uri="{FF2B5EF4-FFF2-40B4-BE49-F238E27FC236}">
                <a16:creationId xmlns:a16="http://schemas.microsoft.com/office/drawing/2014/main" id="{BE0FA11A-86D3-1886-9F8A-50F7C390A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519" y="5074389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7" name="Rectangle 204">
            <a:extLst>
              <a:ext uri="{FF2B5EF4-FFF2-40B4-BE49-F238E27FC236}">
                <a16:creationId xmlns:a16="http://schemas.microsoft.com/office/drawing/2014/main" id="{D075C400-75AA-DC6A-F5B0-3D61D2B8E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839" y="5109919"/>
            <a:ext cx="115416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10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8" name="Rectangle 188">
            <a:extLst>
              <a:ext uri="{FF2B5EF4-FFF2-40B4-BE49-F238E27FC236}">
                <a16:creationId xmlns:a16="http://schemas.microsoft.com/office/drawing/2014/main" id="{451FB4D4-61CE-E4CD-0EE3-AB470232F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237" y="5126114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9" name="Rectangle 204">
            <a:extLst>
              <a:ext uri="{FF2B5EF4-FFF2-40B4-BE49-F238E27FC236}">
                <a16:creationId xmlns:a16="http://schemas.microsoft.com/office/drawing/2014/main" id="{A0B28A0A-BA1F-33C5-0EC5-E0573B8B3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2363" y="5094257"/>
            <a:ext cx="115416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solidFill>
                  <a:srgbClr val="262626"/>
                </a:solidFill>
              </a:rPr>
              <a:t>40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10" name="Rectangle 188">
            <a:extLst>
              <a:ext uri="{FF2B5EF4-FFF2-40B4-BE49-F238E27FC236}">
                <a16:creationId xmlns:a16="http://schemas.microsoft.com/office/drawing/2014/main" id="{62F5BAE6-A07E-61FC-6E1E-F3E4436F2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521" y="5108529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84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090B32-95E2-3E22-AE67-B3F9ED29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기준궤도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고도</a:t>
                </a:r>
                <a:r>
                  <a:rPr lang="en-US" altLang="ko-KR" dirty="0"/>
                  <a:t> 1200 km, </a:t>
                </a:r>
                <a:r>
                  <a:rPr lang="ko-KR" altLang="en-US" dirty="0"/>
                  <a:t>궤도경사각</a:t>
                </a:r>
                <a:r>
                  <a:rPr lang="en-US" altLang="ko-KR" dirty="0"/>
                  <a:t> 40 deg</a:t>
                </a:r>
              </a:p>
              <a:p>
                <a:pPr lvl="2"/>
                <a:r>
                  <a:rPr lang="ko-KR" altLang="en-US" dirty="0"/>
                  <a:t>한반도 관측을 위한 최적 궤도경사각</a:t>
                </a:r>
                <a:r>
                  <a:rPr lang="en-US" altLang="ko-KR" dirty="0"/>
                  <a:t> (39~40 deg)</a:t>
                </a:r>
              </a:p>
              <a:p>
                <a:pPr lvl="1"/>
                <a:r>
                  <a:rPr lang="ko-KR" altLang="en-US" b="1" u="sng" dirty="0"/>
                  <a:t>설계 파라미터</a:t>
                </a:r>
                <a:r>
                  <a:rPr lang="en-US" altLang="ko-KR" b="1" u="sng" dirty="0"/>
                  <a:t> </a:t>
                </a:r>
                <a:r>
                  <a:rPr lang="en-US" altLang="ko-KR" b="1" u="sng" dirty="0">
                    <a:sym typeface="Wingdings" panose="05000000000000000000" pitchFamily="2" charset="2"/>
                  </a:rPr>
                  <a:t>(T/P/F)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T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총 위성수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160</a:t>
                </a:r>
              </a:p>
              <a:p>
                <a:pPr lvl="2"/>
                <a:r>
                  <a:rPr lang="en-US" altLang="ko-KR" i="1" dirty="0">
                    <a:sym typeface="Wingdings" panose="05000000000000000000" pitchFamily="2" charset="2"/>
                  </a:rPr>
                  <a:t>P</a:t>
                </a:r>
                <a:r>
                  <a:rPr lang="en-US" altLang="ko-KR" dirty="0">
                    <a:sym typeface="Wingdings" panose="05000000000000000000" pitchFamily="2" charset="2"/>
                  </a:rPr>
                  <a:t> (</a:t>
                </a:r>
                <a:r>
                  <a:rPr lang="ko-KR" altLang="en-US" dirty="0">
                    <a:sym typeface="Wingdings" panose="05000000000000000000" pitchFamily="2" charset="2"/>
                  </a:rPr>
                  <a:t>궤도평면 수</a:t>
                </a:r>
                <a:r>
                  <a:rPr lang="en-US" altLang="ko-KR" dirty="0">
                    <a:sym typeface="Wingdings" panose="05000000000000000000" pitchFamily="2" charset="2"/>
                  </a:rPr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</a:t>
                </a:r>
                <a:r>
                  <a:rPr lang="en-US" altLang="ko-KR" dirty="0">
                    <a:sym typeface="Wingdings" panose="05000000000000000000" pitchFamily="2" charset="2"/>
                  </a:rPr>
                  <a:t> 4, 5, 8</a:t>
                </a:r>
              </a:p>
              <a:p>
                <a:pPr lvl="2"/>
                <a:r>
                  <a:rPr lang="en-US" altLang="ko-KR" i="1" dirty="0"/>
                  <a:t>F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인접위성 간 위상 차</a:t>
                </a:r>
                <a:r>
                  <a:rPr lang="en-US" altLang="ko-KR" dirty="0"/>
                  <a:t>)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► 0 ~ 7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관심지역</a:t>
                </a:r>
                <a:r>
                  <a:rPr lang="en-US" altLang="ko-KR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대전</a:t>
                </a:r>
                <a:r>
                  <a:rPr lang="en-US" altLang="ko-KR" dirty="0"/>
                  <a:t> (</a:t>
                </a:r>
                <a:r>
                  <a:rPr lang="ko-KR" altLang="en-US" dirty="0"/>
                  <a:t>점 타겟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 err="1"/>
                  <a:t>탑재체</a:t>
                </a:r>
                <a:r>
                  <a:rPr lang="ko-KR" altLang="en-US" dirty="0"/>
                  <a:t> 성능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지상 빔 직경</a:t>
                </a:r>
                <a:r>
                  <a:rPr lang="en-US" altLang="ko-KR" dirty="0"/>
                  <a:t>: 1280 km</a:t>
                </a:r>
              </a:p>
              <a:p>
                <a:pPr lvl="2"/>
                <a:r>
                  <a:rPr lang="ko-KR" altLang="en-US" dirty="0"/>
                  <a:t>최대 위성간 거리 </a:t>
                </a:r>
                <a:r>
                  <a:rPr lang="en-US" altLang="ko-KR" dirty="0"/>
                  <a:t>(ISL </a:t>
                </a:r>
                <a:r>
                  <a:rPr lang="ko-KR" altLang="en-US" dirty="0"/>
                  <a:t>통신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/>
                  <a:t> 2000 km</a:t>
                </a:r>
              </a:p>
              <a:p>
                <a:r>
                  <a:rPr lang="ko-KR" altLang="en-US" dirty="0"/>
                  <a:t>수치 시뮬레이션 </a:t>
                </a:r>
                <a:r>
                  <a:rPr lang="en-US" altLang="ko-KR" dirty="0"/>
                  <a:t>(two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body)</a:t>
                </a:r>
              </a:p>
              <a:p>
                <a:pPr lvl="1"/>
                <a:r>
                  <a:rPr lang="en-US" altLang="ko-KR" dirty="0" err="1">
                    <a:sym typeface="Wingdings" panose="05000000000000000000" pitchFamily="2" charset="2"/>
                  </a:rPr>
                  <a:t>FreeFlyer</a:t>
                </a:r>
                <a:r>
                  <a:rPr lang="en-US" altLang="ko-KR" dirty="0">
                    <a:sym typeface="Wingdings" panose="05000000000000000000" pitchFamily="2" charset="2"/>
                  </a:rPr>
                  <a:t>: </a:t>
                </a:r>
                <a:r>
                  <a:rPr lang="ko-KR" altLang="en-US" dirty="0" err="1">
                    <a:sym typeface="Wingdings" panose="05000000000000000000" pitchFamily="2" charset="2"/>
                  </a:rPr>
                  <a:t>위성군</a:t>
                </a:r>
                <a:r>
                  <a:rPr lang="ko-KR" altLang="en-US" dirty="0">
                    <a:sym typeface="Wingdings" panose="05000000000000000000" pitchFamily="2" charset="2"/>
                  </a:rPr>
                  <a:t> 설계 및 궤도전파</a:t>
                </a:r>
                <a:endParaRPr lang="en-US" altLang="ko-KR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altLang="ko-KR" dirty="0">
                    <a:sym typeface="Wingdings" panose="05000000000000000000" pitchFamily="2" charset="2"/>
                  </a:rPr>
                  <a:t>MATLAB: </a:t>
                </a:r>
                <a:r>
                  <a:rPr lang="ko-KR" altLang="en-US" dirty="0">
                    <a:sym typeface="Wingdings" panose="05000000000000000000" pitchFamily="2" charset="2"/>
                  </a:rPr>
                  <a:t>데이터 분석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D92B27-F6CC-755B-AD70-0AFC9D987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24F5EBA2-B414-C56E-41D4-D34CD021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설정</a:t>
            </a: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2F279E0-FDD0-362D-F79C-DE7E3ABC602C}"/>
              </a:ext>
            </a:extLst>
          </p:cNvPr>
          <p:cNvGraphicFramePr>
            <a:graphicFrameLocks noGrp="1"/>
          </p:cNvGraphicFramePr>
          <p:nvPr/>
        </p:nvGraphicFramePr>
        <p:xfrm>
          <a:off x="5410199" y="3978779"/>
          <a:ext cx="3543238" cy="15240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77161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177161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동역학 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1649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대기항력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/>
                        <a:t>태양복사압</a:t>
                      </a:r>
                      <a:endParaRPr lang="ko-KR" alt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체 중력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338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21592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CDC0A6DC-A35C-F7D5-3190-CFD0080A38DA}"/>
              </a:ext>
            </a:extLst>
          </p:cNvPr>
          <p:cNvGrpSpPr/>
          <p:nvPr/>
        </p:nvGrpSpPr>
        <p:grpSpPr>
          <a:xfrm>
            <a:off x="4460338" y="2102441"/>
            <a:ext cx="4476142" cy="1762071"/>
            <a:chOff x="4894571" y="2097143"/>
            <a:chExt cx="4189123" cy="164908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6AE2D95-3616-CBEB-E446-AD81073646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899"/>
            <a:stretch/>
          </p:blipFill>
          <p:spPr>
            <a:xfrm>
              <a:off x="4894571" y="2097143"/>
              <a:ext cx="4121644" cy="134833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AD97F1-317A-5F6F-BEEF-F148A5962F36}"/>
                </a:ext>
              </a:extLst>
            </p:cNvPr>
            <p:cNvSpPr txBox="1"/>
            <p:nvPr/>
          </p:nvSpPr>
          <p:spPr>
            <a:xfrm>
              <a:off x="4978805" y="3544595"/>
              <a:ext cx="4104889" cy="2016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i="1" dirty="0"/>
                <a:t>&lt;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스타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워커</a:t>
              </a:r>
              <a:r>
                <a:rPr lang="en-US" altLang="ko-KR" sz="800" b="1" i="1" dirty="0"/>
                <a:t>-</a:t>
              </a:r>
              <a:r>
                <a:rPr lang="ko-KR" altLang="en-US" sz="800" b="1" i="1" dirty="0"/>
                <a:t>델타</a:t>
              </a:r>
              <a:r>
                <a:rPr lang="en-US" altLang="ko-KR" sz="800" b="1" i="1" dirty="0"/>
                <a:t>, </a:t>
              </a:r>
              <a:r>
                <a:rPr lang="ko-KR" altLang="en-US" sz="800" b="1" i="1" dirty="0"/>
                <a:t>혼합 위성군의 기하적 배치 형상 </a:t>
              </a:r>
              <a:r>
                <a:rPr lang="en-US" altLang="ko-KR" sz="800" b="1" i="1" dirty="0"/>
                <a:t>(I. Leyva-Mayorga et al., 2022) &gt;</a:t>
              </a:r>
              <a:endParaRPr lang="ko-KR" altLang="en-US" sz="800" b="1" i="1" dirty="0"/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CA5294C-E19D-4D3E-8127-E52B7AAF8B85}"/>
              </a:ext>
            </a:extLst>
          </p:cNvPr>
          <p:cNvGraphicFramePr>
            <a:graphicFrameLocks noGrp="1"/>
          </p:cNvGraphicFramePr>
          <p:nvPr/>
        </p:nvGraphicFramePr>
        <p:xfrm>
          <a:off x="336301" y="5773387"/>
          <a:ext cx="8629836" cy="9144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57459">
                  <a:extLst>
                    <a:ext uri="{9D8B030D-6E8A-4147-A177-3AD203B41FA5}">
                      <a16:colId xmlns:a16="http://schemas.microsoft.com/office/drawing/2014/main" val="4127819577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146912604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646114146"/>
                    </a:ext>
                  </a:extLst>
                </a:gridCol>
                <a:gridCol w="2157459">
                  <a:extLst>
                    <a:ext uri="{9D8B030D-6E8A-4147-A177-3AD203B41FA5}">
                      <a16:colId xmlns:a16="http://schemas.microsoft.com/office/drawing/2014/main" val="2784239216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6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전파 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시간간격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2020-01-01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2020-01-04 00:00:00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 days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 sec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2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6">
                <a:extLst>
                  <a:ext uri="{FF2B5EF4-FFF2-40B4-BE49-F238E27FC236}">
                    <a16:creationId xmlns:a16="http://schemas.microsoft.com/office/drawing/2014/main" id="{553B4909-93F2-0157-B4A5-F127714E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216826"/>
                  </p:ext>
                </p:extLst>
              </p:nvPr>
            </p:nvGraphicFramePr>
            <p:xfrm>
              <a:off x="257075" y="3082054"/>
              <a:ext cx="8629843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총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위성 평면 수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평면 당 위성 수 </a:t>
                          </a:r>
                          <a:r>
                            <a:rPr lang="en-US" altLang="ko-KR" sz="14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상대 위도인수 차</a:t>
                          </a:r>
                          <a:r>
                            <a:rPr lang="en-US" altLang="ko-KR" sz="14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400" dirty="0"/>
                            <a:t>)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32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740077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0, 1, 2, 3, 4, 5, 6, 7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09389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6">
                <a:extLst>
                  <a:ext uri="{FF2B5EF4-FFF2-40B4-BE49-F238E27FC236}">
                    <a16:creationId xmlns:a16="http://schemas.microsoft.com/office/drawing/2014/main" id="{553B4909-93F2-0157-B4A5-F127714E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4216826"/>
                  </p:ext>
                </p:extLst>
              </p:nvPr>
            </p:nvGraphicFramePr>
            <p:xfrm>
              <a:off x="257075" y="3082054"/>
              <a:ext cx="8629843" cy="12192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252" t="-2000" r="-300971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7742" t="-2000" r="-200000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8576" t="-2000" r="-100647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8576" t="-2000" r="-647" b="-3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304800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4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40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32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87400773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140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0, 1, 2, 3, 4, 5, 6, 7</a:t>
                          </a:r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09389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재방문 주기 평균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총합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</a:t>
                </a:r>
                <a:r>
                  <a:rPr lang="en-US" altLang="ko-KR" dirty="0">
                    <a:sym typeface="Wingdings" panose="05000000000000000000" pitchFamily="2" charset="2"/>
                  </a:rPr>
                  <a:t>-</a:t>
                </a:r>
                <a:r>
                  <a:rPr lang="ko-KR" altLang="en-US" dirty="0">
                    <a:sym typeface="Wingdings" panose="05000000000000000000" pitchFamily="2" charset="2"/>
                  </a:rPr>
                  <a:t>지상간 통신의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불연속성 존재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ko-KR" sz="1400" b="1" i="1" kern="100" smtClean="0">
                        <a:effectLst/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상대 위도인수 차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조정</a:t>
                </a:r>
                <a:endParaRPr lang="en-US" altLang="ko-KR" dirty="0"/>
              </a:p>
              <a:p>
                <a:pPr lvl="2"/>
                <a:r>
                  <a:rPr lang="ko-KR" altLang="en-US" dirty="0">
                    <a:sym typeface="Wingdings" panose="05000000000000000000" pitchFamily="2" charset="2"/>
                  </a:rPr>
                  <a:t>위성간</a:t>
                </a:r>
                <a:r>
                  <a:rPr lang="ko-KR" altLang="en-US" dirty="0"/>
                  <a:t> 상대거리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:r>
                  <a:rPr lang="ko-KR" altLang="en-US" dirty="0">
                    <a:sym typeface="Wingdings" panose="05000000000000000000" pitchFamily="2" charset="2"/>
                  </a:rPr>
                  <a:t>최대 위성간 통신 거리</a:t>
                </a:r>
                <a:r>
                  <a:rPr lang="en-US" altLang="ko-KR" dirty="0">
                    <a:sym typeface="Wingdings" panose="05000000000000000000" pitchFamily="2" charset="2"/>
                  </a:rPr>
                  <a:t> (2000 km)   </a:t>
                </a:r>
                <a:r>
                  <a:rPr lang="ko-KR" altLang="en-US" dirty="0"/>
                  <a:t>위성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위성간 통신 가능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설계 파라미터 설정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dirty="0"/>
                  <a:t> 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392AED4D-7E6E-732E-4E9C-37FB110DB5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4999038"/>
            <a:ext cx="91440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12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직사각형 800">
            <a:extLst>
              <a:ext uri="{FF2B5EF4-FFF2-40B4-BE49-F238E27FC236}">
                <a16:creationId xmlns:a16="http://schemas.microsoft.com/office/drawing/2014/main" id="{B28633B6-B100-1C32-958F-4B7E4A4859C9}"/>
              </a:ext>
            </a:extLst>
          </p:cNvPr>
          <p:cNvSpPr/>
          <p:nvPr/>
        </p:nvSpPr>
        <p:spPr bwMode="auto">
          <a:xfrm>
            <a:off x="254398" y="6415833"/>
            <a:ext cx="3425693" cy="3214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sz="1600" dirty="0"/>
                  <a:t>워커</a:t>
                </a:r>
                <a:r>
                  <a:rPr lang="en-US" altLang="ko-KR" sz="1600" dirty="0"/>
                  <a:t>-</a:t>
                </a:r>
                <a:r>
                  <a:rPr lang="ko-KR" altLang="en-US" sz="1600" dirty="0"/>
                  <a:t>델타 설계 파라미터 설정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dirty="0"/>
                  <a:t> 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sz="1600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p:grpSp>
        <p:nvGrpSpPr>
          <p:cNvPr id="697" name="그룹 696">
            <a:extLst>
              <a:ext uri="{FF2B5EF4-FFF2-40B4-BE49-F238E27FC236}">
                <a16:creationId xmlns:a16="http://schemas.microsoft.com/office/drawing/2014/main" id="{C7B20DD2-F8FD-85A8-06B6-0C03A5610DAA}"/>
              </a:ext>
            </a:extLst>
          </p:cNvPr>
          <p:cNvGrpSpPr/>
          <p:nvPr/>
        </p:nvGrpSpPr>
        <p:grpSpPr>
          <a:xfrm>
            <a:off x="625123" y="4205758"/>
            <a:ext cx="2411674" cy="1786786"/>
            <a:chOff x="693557" y="2039835"/>
            <a:chExt cx="2411674" cy="178678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043F72-AFE6-C0F7-9C6E-E1AAF4E1365C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90" name="Rectangle 167">
              <a:extLst>
                <a:ext uri="{FF2B5EF4-FFF2-40B4-BE49-F238E27FC236}">
                  <a16:creationId xmlns:a16="http://schemas.microsoft.com/office/drawing/2014/main" id="{F9BCB632-1992-2FBB-EDFF-8141B3D5E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1" name="Rectangle 168">
              <a:extLst>
                <a:ext uri="{FF2B5EF4-FFF2-40B4-BE49-F238E27FC236}">
                  <a16:creationId xmlns:a16="http://schemas.microsoft.com/office/drawing/2014/main" id="{E54001B6-3F27-2295-4B3A-A3AF466EF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2" name="Rectangle 169">
              <a:extLst>
                <a:ext uri="{FF2B5EF4-FFF2-40B4-BE49-F238E27FC236}">
                  <a16:creationId xmlns:a16="http://schemas.microsoft.com/office/drawing/2014/main" id="{CE72AEDC-DB2F-A9B1-5ADF-BB8DB762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3" name="Rectangle 170">
              <a:extLst>
                <a:ext uri="{FF2B5EF4-FFF2-40B4-BE49-F238E27FC236}">
                  <a16:creationId xmlns:a16="http://schemas.microsoft.com/office/drawing/2014/main" id="{C9FD494F-8E50-BBA6-B83A-AA90AE85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4" name="Rectangle 171">
              <a:extLst>
                <a:ext uri="{FF2B5EF4-FFF2-40B4-BE49-F238E27FC236}">
                  <a16:creationId xmlns:a16="http://schemas.microsoft.com/office/drawing/2014/main" id="{E4628718-5770-6550-82C3-435D0FEF1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5" name="Rectangle 172">
              <a:extLst>
                <a:ext uri="{FF2B5EF4-FFF2-40B4-BE49-F238E27FC236}">
                  <a16:creationId xmlns:a16="http://schemas.microsoft.com/office/drawing/2014/main" id="{DDB045CE-EFA9-AB60-BBD2-50DDDFC1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6" name="Rectangle 173">
              <a:extLst>
                <a:ext uri="{FF2B5EF4-FFF2-40B4-BE49-F238E27FC236}">
                  <a16:creationId xmlns:a16="http://schemas.microsoft.com/office/drawing/2014/main" id="{A0723EED-A070-E46D-AB72-6DF064F3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7" name="Rectangle 174">
              <a:extLst>
                <a:ext uri="{FF2B5EF4-FFF2-40B4-BE49-F238E27FC236}">
                  <a16:creationId xmlns:a16="http://schemas.microsoft.com/office/drawing/2014/main" id="{64777EB2-C078-B172-05F0-BC35895E7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8" name="Rectangle 175">
              <a:extLst>
                <a:ext uri="{FF2B5EF4-FFF2-40B4-BE49-F238E27FC236}">
                  <a16:creationId xmlns:a16="http://schemas.microsoft.com/office/drawing/2014/main" id="{14F836FC-AC48-9971-8284-059C229E2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9" name="Rectangle 176">
              <a:extLst>
                <a:ext uri="{FF2B5EF4-FFF2-40B4-BE49-F238E27FC236}">
                  <a16:creationId xmlns:a16="http://schemas.microsoft.com/office/drawing/2014/main" id="{9356BB68-5006-7621-849F-68CE51C02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0" name="Rectangle 177">
              <a:extLst>
                <a:ext uri="{FF2B5EF4-FFF2-40B4-BE49-F238E27FC236}">
                  <a16:creationId xmlns:a16="http://schemas.microsoft.com/office/drawing/2014/main" id="{CFE3653B-741A-E1C4-21CD-49666A27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1" name="Rectangle 178">
              <a:extLst>
                <a:ext uri="{FF2B5EF4-FFF2-40B4-BE49-F238E27FC236}">
                  <a16:creationId xmlns:a16="http://schemas.microsoft.com/office/drawing/2014/main" id="{E580758D-EA78-2C79-8290-1BB7C6B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2" name="Rectangle 179">
              <a:extLst>
                <a:ext uri="{FF2B5EF4-FFF2-40B4-BE49-F238E27FC236}">
                  <a16:creationId xmlns:a16="http://schemas.microsoft.com/office/drawing/2014/main" id="{15004149-24AC-7AF9-6D20-685D42ADA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3" name="Rectangle 180">
              <a:extLst>
                <a:ext uri="{FF2B5EF4-FFF2-40B4-BE49-F238E27FC236}">
                  <a16:creationId xmlns:a16="http://schemas.microsoft.com/office/drawing/2014/main" id="{8A1A6B49-BB2C-126D-B042-B199D273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4" name="Rectangle 181">
              <a:extLst>
                <a:ext uri="{FF2B5EF4-FFF2-40B4-BE49-F238E27FC236}">
                  <a16:creationId xmlns:a16="http://schemas.microsoft.com/office/drawing/2014/main" id="{F596E7F4-08B9-7A86-3E91-9028E05A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5" name="Rectangle 182">
              <a:extLst>
                <a:ext uri="{FF2B5EF4-FFF2-40B4-BE49-F238E27FC236}">
                  <a16:creationId xmlns:a16="http://schemas.microsoft.com/office/drawing/2014/main" id="{5B6D2B1D-4760-3218-F664-78B104D23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6" name="Rectangle 183">
              <a:extLst>
                <a:ext uri="{FF2B5EF4-FFF2-40B4-BE49-F238E27FC236}">
                  <a16:creationId xmlns:a16="http://schemas.microsoft.com/office/drawing/2014/main" id="{4CEB883D-2441-7CBB-0752-3CA4448DF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7" name="Rectangle 184">
              <a:extLst>
                <a:ext uri="{FF2B5EF4-FFF2-40B4-BE49-F238E27FC236}">
                  <a16:creationId xmlns:a16="http://schemas.microsoft.com/office/drawing/2014/main" id="{9A9C796A-321F-1114-E59D-CC8EA13D6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8" name="Rectangle 185">
              <a:extLst>
                <a:ext uri="{FF2B5EF4-FFF2-40B4-BE49-F238E27FC236}">
                  <a16:creationId xmlns:a16="http://schemas.microsoft.com/office/drawing/2014/main" id="{85464BCA-C344-BEA0-058D-C6D7CA35E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9" name="Rectangle 186">
              <a:extLst>
                <a:ext uri="{FF2B5EF4-FFF2-40B4-BE49-F238E27FC236}">
                  <a16:creationId xmlns:a16="http://schemas.microsoft.com/office/drawing/2014/main" id="{3035C9A3-A4BE-DE0C-60D5-76A3761FB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0" name="Rectangle 187">
              <a:extLst>
                <a:ext uri="{FF2B5EF4-FFF2-40B4-BE49-F238E27FC236}">
                  <a16:creationId xmlns:a16="http://schemas.microsoft.com/office/drawing/2014/main" id="{AC04E78F-D4F6-42AC-A137-388D5069C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1" name="Rectangle 188">
              <a:extLst>
                <a:ext uri="{FF2B5EF4-FFF2-40B4-BE49-F238E27FC236}">
                  <a16:creationId xmlns:a16="http://schemas.microsoft.com/office/drawing/2014/main" id="{D63CB597-E500-BEDE-D054-B869202A0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2" name="Line 189">
              <a:extLst>
                <a:ext uri="{FF2B5EF4-FFF2-40B4-BE49-F238E27FC236}">
                  <a16:creationId xmlns:a16="http://schemas.microsoft.com/office/drawing/2014/main" id="{1049ABE9-3FF6-578B-38CB-FFD82C8F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9" name="Line 196">
              <a:extLst>
                <a:ext uri="{FF2B5EF4-FFF2-40B4-BE49-F238E27FC236}">
                  <a16:creationId xmlns:a16="http://schemas.microsoft.com/office/drawing/2014/main" id="{F5CD457B-C88D-7FF5-7A89-89C5FBE69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0" name="Line 197">
              <a:extLst>
                <a:ext uri="{FF2B5EF4-FFF2-40B4-BE49-F238E27FC236}">
                  <a16:creationId xmlns:a16="http://schemas.microsoft.com/office/drawing/2014/main" id="{8DE2E82F-9D9C-F1C0-CCC2-5F83419E7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1" name="Line 198">
              <a:extLst>
                <a:ext uri="{FF2B5EF4-FFF2-40B4-BE49-F238E27FC236}">
                  <a16:creationId xmlns:a16="http://schemas.microsoft.com/office/drawing/2014/main" id="{806257E4-8BAC-E570-37C2-1026E8AD2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2" name="Line 199">
              <a:extLst>
                <a:ext uri="{FF2B5EF4-FFF2-40B4-BE49-F238E27FC236}">
                  <a16:creationId xmlns:a16="http://schemas.microsoft.com/office/drawing/2014/main" id="{E1237D22-7011-A8C8-07E4-0E55CDE7D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3" name="Line 200">
              <a:extLst>
                <a:ext uri="{FF2B5EF4-FFF2-40B4-BE49-F238E27FC236}">
                  <a16:creationId xmlns:a16="http://schemas.microsoft.com/office/drawing/2014/main" id="{51CCE15B-6717-D2E0-8D9F-AE1CB3A41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4" name="Rectangle 201">
              <a:extLst>
                <a:ext uri="{FF2B5EF4-FFF2-40B4-BE49-F238E27FC236}">
                  <a16:creationId xmlns:a16="http://schemas.microsoft.com/office/drawing/2014/main" id="{452FD5F8-C4C6-3AE9-5519-8E1727705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" name="Rectangle 202">
              <a:extLst>
                <a:ext uri="{FF2B5EF4-FFF2-40B4-BE49-F238E27FC236}">
                  <a16:creationId xmlns:a16="http://schemas.microsoft.com/office/drawing/2014/main" id="{F2E9DCD7-2B8F-2D59-D80C-EBC32B3E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3097689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" name="Rectangle 203">
              <a:extLst>
                <a:ext uri="{FF2B5EF4-FFF2-40B4-BE49-F238E27FC236}">
                  <a16:creationId xmlns:a16="http://schemas.microsoft.com/office/drawing/2014/main" id="{ABCFC71C-7896-B8AA-EB9B-9C3D34BEF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2741569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" name="Rectangle 204">
              <a:extLst>
                <a:ext uri="{FF2B5EF4-FFF2-40B4-BE49-F238E27FC236}">
                  <a16:creationId xmlns:a16="http://schemas.microsoft.com/office/drawing/2014/main" id="{0DE82494-5312-8819-8FFE-1091C7B8B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280" y="238544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" name="Line 205">
              <a:extLst>
                <a:ext uri="{FF2B5EF4-FFF2-40B4-BE49-F238E27FC236}">
                  <a16:creationId xmlns:a16="http://schemas.microsoft.com/office/drawing/2014/main" id="{E0DF41CC-FDDF-557C-7B4F-CFFE4B53B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9" name="Freeform 206">
              <a:extLst>
                <a:ext uri="{FF2B5EF4-FFF2-40B4-BE49-F238E27FC236}">
                  <a16:creationId xmlns:a16="http://schemas.microsoft.com/office/drawing/2014/main" id="{BA104C64-D51A-2453-2C33-859431AC8C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4558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0" name="Rectangle 207">
              <a:extLst>
                <a:ext uri="{FF2B5EF4-FFF2-40B4-BE49-F238E27FC236}">
                  <a16:creationId xmlns:a16="http://schemas.microsoft.com/office/drawing/2014/main" id="{F1404FC8-1D51-F72C-1BDD-CE8B6117E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1" name="Rectangle 208">
              <a:extLst>
                <a:ext uri="{FF2B5EF4-FFF2-40B4-BE49-F238E27FC236}">
                  <a16:creationId xmlns:a16="http://schemas.microsoft.com/office/drawing/2014/main" id="{1894F462-4683-1CBC-0C37-5F277E98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4558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2" name="Rectangle 209">
              <a:extLst>
                <a:ext uri="{FF2B5EF4-FFF2-40B4-BE49-F238E27FC236}">
                  <a16:creationId xmlns:a16="http://schemas.microsoft.com/office/drawing/2014/main" id="{A25BAB01-4D89-2E2C-EEEF-34EF03C7E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4558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1" name="Rectangle 37">
              <a:extLst>
                <a:ext uri="{FF2B5EF4-FFF2-40B4-BE49-F238E27FC236}">
                  <a16:creationId xmlns:a16="http://schemas.microsoft.com/office/drawing/2014/main" id="{C46C56F2-B00F-78AB-4D95-4C1512534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2" name="Rectangle 38">
              <a:extLst>
                <a:ext uri="{FF2B5EF4-FFF2-40B4-BE49-F238E27FC236}">
                  <a16:creationId xmlns:a16="http://schemas.microsoft.com/office/drawing/2014/main" id="{3178E9DB-95B8-D9A4-A1CC-0B7864237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3" name="Rectangle 39">
              <a:extLst>
                <a:ext uri="{FF2B5EF4-FFF2-40B4-BE49-F238E27FC236}">
                  <a16:creationId xmlns:a16="http://schemas.microsoft.com/office/drawing/2014/main" id="{A5989012-9AE2-4795-E452-BB996D669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1BA6C265-FFDA-EB35-3AA1-013C50988EB7}"/>
                </a:ext>
              </a:extLst>
            </p:cNvPr>
            <p:cNvSpPr txBox="1"/>
            <p:nvPr/>
          </p:nvSpPr>
          <p:spPr>
            <a:xfrm rot="16200000">
              <a:off x="38890" y="2756405"/>
              <a:ext cx="1563249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평균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ECCF41-5DCD-BD85-062C-6054A120CF64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323A97-EF0C-CD51-CBED-894827D27063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B3132C-BAF4-2FCD-29B0-C46A06A42891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92" name="Rectangle 176">
              <a:extLst>
                <a:ext uri="{FF2B5EF4-FFF2-40B4-BE49-F238E27FC236}">
                  <a16:creationId xmlns:a16="http://schemas.microsoft.com/office/drawing/2014/main" id="{32236DC6-DB63-45A8-5F0C-512CFF72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3" name="Rectangle 209">
              <a:extLst>
                <a:ext uri="{FF2B5EF4-FFF2-40B4-BE49-F238E27FC236}">
                  <a16:creationId xmlns:a16="http://schemas.microsoft.com/office/drawing/2014/main" id="{46339F05-5E84-A50C-89EA-23216B166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4558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4" name="TextBox 693">
              <a:extLst>
                <a:ext uri="{FF2B5EF4-FFF2-40B4-BE49-F238E27FC236}">
                  <a16:creationId xmlns:a16="http://schemas.microsoft.com/office/drawing/2014/main" id="{6415E064-C7AB-453F-6375-2A2F158D79DB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695" name="Rectangle 39">
              <a:extLst>
                <a:ext uri="{FF2B5EF4-FFF2-40B4-BE49-F238E27FC236}">
                  <a16:creationId xmlns:a16="http://schemas.microsoft.com/office/drawing/2014/main" id="{0F998E35-D183-5470-3DED-BBA128A8F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98" name="그룹 697">
            <a:extLst>
              <a:ext uri="{FF2B5EF4-FFF2-40B4-BE49-F238E27FC236}">
                <a16:creationId xmlns:a16="http://schemas.microsoft.com/office/drawing/2014/main" id="{FB13125E-4439-BD89-CC4F-B9B99923B0B1}"/>
              </a:ext>
            </a:extLst>
          </p:cNvPr>
          <p:cNvGrpSpPr/>
          <p:nvPr/>
        </p:nvGrpSpPr>
        <p:grpSpPr>
          <a:xfrm>
            <a:off x="3387233" y="4197846"/>
            <a:ext cx="2411675" cy="1786786"/>
            <a:chOff x="693556" y="2039835"/>
            <a:chExt cx="2411675" cy="1786786"/>
          </a:xfrm>
        </p:grpSpPr>
        <p:sp>
          <p:nvSpPr>
            <p:cNvPr id="699" name="TextBox 698">
              <a:extLst>
                <a:ext uri="{FF2B5EF4-FFF2-40B4-BE49-F238E27FC236}">
                  <a16:creationId xmlns:a16="http://schemas.microsoft.com/office/drawing/2014/main" id="{0018A43D-D3AB-D80D-E68F-555750D76544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00" name="Rectangle 167">
              <a:extLst>
                <a:ext uri="{FF2B5EF4-FFF2-40B4-BE49-F238E27FC236}">
                  <a16:creationId xmlns:a16="http://schemas.microsoft.com/office/drawing/2014/main" id="{C9DD3693-5B4E-B2D0-857D-E766496DF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1" name="Rectangle 168">
              <a:extLst>
                <a:ext uri="{FF2B5EF4-FFF2-40B4-BE49-F238E27FC236}">
                  <a16:creationId xmlns:a16="http://schemas.microsoft.com/office/drawing/2014/main" id="{D17D195F-9DC1-5575-7517-3D45EB8E3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2" name="Rectangle 169">
              <a:extLst>
                <a:ext uri="{FF2B5EF4-FFF2-40B4-BE49-F238E27FC236}">
                  <a16:creationId xmlns:a16="http://schemas.microsoft.com/office/drawing/2014/main" id="{E98CC5B5-E45D-1E32-4FCD-E76583003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3" name="Rectangle 170">
              <a:extLst>
                <a:ext uri="{FF2B5EF4-FFF2-40B4-BE49-F238E27FC236}">
                  <a16:creationId xmlns:a16="http://schemas.microsoft.com/office/drawing/2014/main" id="{C4FE991A-8359-C4C1-F92B-C669F6E8F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4" name="Rectangle 171">
              <a:extLst>
                <a:ext uri="{FF2B5EF4-FFF2-40B4-BE49-F238E27FC236}">
                  <a16:creationId xmlns:a16="http://schemas.microsoft.com/office/drawing/2014/main" id="{549168BF-924C-B8A4-6D3E-D1024D204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5" name="Rectangle 172">
              <a:extLst>
                <a:ext uri="{FF2B5EF4-FFF2-40B4-BE49-F238E27FC236}">
                  <a16:creationId xmlns:a16="http://schemas.microsoft.com/office/drawing/2014/main" id="{DD9297E2-5B1E-D486-5313-DA00775A4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6" name="Rectangle 173">
              <a:extLst>
                <a:ext uri="{FF2B5EF4-FFF2-40B4-BE49-F238E27FC236}">
                  <a16:creationId xmlns:a16="http://schemas.microsoft.com/office/drawing/2014/main" id="{11C6A3F2-56C0-1F9B-B707-AB5E5DB1C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7" name="Rectangle 174">
              <a:extLst>
                <a:ext uri="{FF2B5EF4-FFF2-40B4-BE49-F238E27FC236}">
                  <a16:creationId xmlns:a16="http://schemas.microsoft.com/office/drawing/2014/main" id="{AF634A11-2072-F856-A99D-A66116C0A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8" name="Rectangle 175">
              <a:extLst>
                <a:ext uri="{FF2B5EF4-FFF2-40B4-BE49-F238E27FC236}">
                  <a16:creationId xmlns:a16="http://schemas.microsoft.com/office/drawing/2014/main" id="{7A62D2E2-4385-C8A9-C520-FA0F946A6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9" name="Rectangle 176">
              <a:extLst>
                <a:ext uri="{FF2B5EF4-FFF2-40B4-BE49-F238E27FC236}">
                  <a16:creationId xmlns:a16="http://schemas.microsoft.com/office/drawing/2014/main" id="{EA02447D-33C9-1FC5-9251-BD2EFBDAE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0" name="Rectangle 177">
              <a:extLst>
                <a:ext uri="{FF2B5EF4-FFF2-40B4-BE49-F238E27FC236}">
                  <a16:creationId xmlns:a16="http://schemas.microsoft.com/office/drawing/2014/main" id="{2D384528-05C6-3477-0610-525270C6B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1" name="Rectangle 178">
              <a:extLst>
                <a:ext uri="{FF2B5EF4-FFF2-40B4-BE49-F238E27FC236}">
                  <a16:creationId xmlns:a16="http://schemas.microsoft.com/office/drawing/2014/main" id="{FCB103AE-20ED-BA6E-98C8-B34FDCF9F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2" name="Rectangle 179">
              <a:extLst>
                <a:ext uri="{FF2B5EF4-FFF2-40B4-BE49-F238E27FC236}">
                  <a16:creationId xmlns:a16="http://schemas.microsoft.com/office/drawing/2014/main" id="{B2561CE5-60DD-3351-0F3B-0228C0231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3" name="Rectangle 180">
              <a:extLst>
                <a:ext uri="{FF2B5EF4-FFF2-40B4-BE49-F238E27FC236}">
                  <a16:creationId xmlns:a16="http://schemas.microsoft.com/office/drawing/2014/main" id="{379897BC-8EE3-B228-E5D3-262605328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4" name="Rectangle 181">
              <a:extLst>
                <a:ext uri="{FF2B5EF4-FFF2-40B4-BE49-F238E27FC236}">
                  <a16:creationId xmlns:a16="http://schemas.microsoft.com/office/drawing/2014/main" id="{286DDB14-6EAB-3038-8150-EFECE05F6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5" name="Rectangle 182">
              <a:extLst>
                <a:ext uri="{FF2B5EF4-FFF2-40B4-BE49-F238E27FC236}">
                  <a16:creationId xmlns:a16="http://schemas.microsoft.com/office/drawing/2014/main" id="{C9FD0E3F-0BF8-3AC3-D94C-10973F308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6" name="Rectangle 183">
              <a:extLst>
                <a:ext uri="{FF2B5EF4-FFF2-40B4-BE49-F238E27FC236}">
                  <a16:creationId xmlns:a16="http://schemas.microsoft.com/office/drawing/2014/main" id="{AE8687AA-1A96-836E-3DEE-F3568F28A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7" name="Rectangle 184">
              <a:extLst>
                <a:ext uri="{FF2B5EF4-FFF2-40B4-BE49-F238E27FC236}">
                  <a16:creationId xmlns:a16="http://schemas.microsoft.com/office/drawing/2014/main" id="{EC65CED5-770C-B191-A6CB-216F14CA9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8" name="Rectangle 185">
              <a:extLst>
                <a:ext uri="{FF2B5EF4-FFF2-40B4-BE49-F238E27FC236}">
                  <a16:creationId xmlns:a16="http://schemas.microsoft.com/office/drawing/2014/main" id="{177D6ACB-0B11-1DE6-2620-EEFB6E369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9" name="Rectangle 186">
              <a:extLst>
                <a:ext uri="{FF2B5EF4-FFF2-40B4-BE49-F238E27FC236}">
                  <a16:creationId xmlns:a16="http://schemas.microsoft.com/office/drawing/2014/main" id="{EB0B63EA-9BEC-C511-F333-F4BC2BC56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0" name="Rectangle 187">
              <a:extLst>
                <a:ext uri="{FF2B5EF4-FFF2-40B4-BE49-F238E27FC236}">
                  <a16:creationId xmlns:a16="http://schemas.microsoft.com/office/drawing/2014/main" id="{99CA349D-F0BB-0D7B-C1AD-0742DD3A4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1" name="Rectangle 188">
              <a:extLst>
                <a:ext uri="{FF2B5EF4-FFF2-40B4-BE49-F238E27FC236}">
                  <a16:creationId xmlns:a16="http://schemas.microsoft.com/office/drawing/2014/main" id="{34353DF2-8836-C000-CCF6-316854468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2" name="Line 189">
              <a:extLst>
                <a:ext uri="{FF2B5EF4-FFF2-40B4-BE49-F238E27FC236}">
                  <a16:creationId xmlns:a16="http://schemas.microsoft.com/office/drawing/2014/main" id="{58B8161E-6FFB-5AF9-8B3E-9A9702BE9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3" name="Line 196">
              <a:extLst>
                <a:ext uri="{FF2B5EF4-FFF2-40B4-BE49-F238E27FC236}">
                  <a16:creationId xmlns:a16="http://schemas.microsoft.com/office/drawing/2014/main" id="{78895D58-AF13-3022-1AB9-8395340928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4" name="Line 197">
              <a:extLst>
                <a:ext uri="{FF2B5EF4-FFF2-40B4-BE49-F238E27FC236}">
                  <a16:creationId xmlns:a16="http://schemas.microsoft.com/office/drawing/2014/main" id="{07CEA787-2C6F-D01C-0768-6C112C641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5" name="Line 198">
              <a:extLst>
                <a:ext uri="{FF2B5EF4-FFF2-40B4-BE49-F238E27FC236}">
                  <a16:creationId xmlns:a16="http://schemas.microsoft.com/office/drawing/2014/main" id="{01CF9135-4C44-EC55-DC13-D3C4B676F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6" name="Line 199">
              <a:extLst>
                <a:ext uri="{FF2B5EF4-FFF2-40B4-BE49-F238E27FC236}">
                  <a16:creationId xmlns:a16="http://schemas.microsoft.com/office/drawing/2014/main" id="{8194C1DE-76BC-EE52-E47B-D8DFD146E3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7" name="Line 200">
              <a:extLst>
                <a:ext uri="{FF2B5EF4-FFF2-40B4-BE49-F238E27FC236}">
                  <a16:creationId xmlns:a16="http://schemas.microsoft.com/office/drawing/2014/main" id="{F5B74E07-DD80-9A62-DE02-D72AEE900C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8" name="Rectangle 201">
              <a:extLst>
                <a:ext uri="{FF2B5EF4-FFF2-40B4-BE49-F238E27FC236}">
                  <a16:creationId xmlns:a16="http://schemas.microsoft.com/office/drawing/2014/main" id="{7B9D5624-3B09-AB42-156E-380AFCA25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9" name="Rectangle 202">
              <a:extLst>
                <a:ext uri="{FF2B5EF4-FFF2-40B4-BE49-F238E27FC236}">
                  <a16:creationId xmlns:a16="http://schemas.microsoft.com/office/drawing/2014/main" id="{9BED2C9E-AE7E-9A94-85B8-38E82EBE9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150" y="3087006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0" name="Rectangle 203">
              <a:extLst>
                <a:ext uri="{FF2B5EF4-FFF2-40B4-BE49-F238E27FC236}">
                  <a16:creationId xmlns:a16="http://schemas.microsoft.com/office/drawing/2014/main" id="{9A0E30FF-CC95-8002-39DD-BB0FE30EC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2741569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1" name="Rectangle 204">
              <a:extLst>
                <a:ext uri="{FF2B5EF4-FFF2-40B4-BE49-F238E27FC236}">
                  <a16:creationId xmlns:a16="http://schemas.microsoft.com/office/drawing/2014/main" id="{B2BEC0AA-A89A-94E5-FD03-5131C7E2A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940" y="2366487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2" name="Line 205">
              <a:extLst>
                <a:ext uri="{FF2B5EF4-FFF2-40B4-BE49-F238E27FC236}">
                  <a16:creationId xmlns:a16="http://schemas.microsoft.com/office/drawing/2014/main" id="{AE2043AE-6AF9-2F32-DC6F-FFC1DD953C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3" name="Freeform 206">
              <a:extLst>
                <a:ext uri="{FF2B5EF4-FFF2-40B4-BE49-F238E27FC236}">
                  <a16:creationId xmlns:a16="http://schemas.microsoft.com/office/drawing/2014/main" id="{30F1E9F6-6A05-FF23-CC11-A36FC8EC0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4558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4" name="Rectangle 207">
              <a:extLst>
                <a:ext uri="{FF2B5EF4-FFF2-40B4-BE49-F238E27FC236}">
                  <a16:creationId xmlns:a16="http://schemas.microsoft.com/office/drawing/2014/main" id="{5F57B5F8-3280-3B9F-5EDC-3707AB7A3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5" name="Rectangle 208">
              <a:extLst>
                <a:ext uri="{FF2B5EF4-FFF2-40B4-BE49-F238E27FC236}">
                  <a16:creationId xmlns:a16="http://schemas.microsoft.com/office/drawing/2014/main" id="{4D8CAA54-5205-3B2B-F5B3-6B8B635B4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4558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6" name="Rectangle 209">
              <a:extLst>
                <a:ext uri="{FF2B5EF4-FFF2-40B4-BE49-F238E27FC236}">
                  <a16:creationId xmlns:a16="http://schemas.microsoft.com/office/drawing/2014/main" id="{C044E27A-87DB-4545-AFEB-9EDA0379B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4558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7" name="Rectangle 37">
              <a:extLst>
                <a:ext uri="{FF2B5EF4-FFF2-40B4-BE49-F238E27FC236}">
                  <a16:creationId xmlns:a16="http://schemas.microsoft.com/office/drawing/2014/main" id="{2FDE0742-04A6-2570-4605-831B25753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8" name="Rectangle 38">
              <a:extLst>
                <a:ext uri="{FF2B5EF4-FFF2-40B4-BE49-F238E27FC236}">
                  <a16:creationId xmlns:a16="http://schemas.microsoft.com/office/drawing/2014/main" id="{E3EA8732-5132-AF42-C36F-7A9318A8A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9" name="Rectangle 39">
              <a:extLst>
                <a:ext uri="{FF2B5EF4-FFF2-40B4-BE49-F238E27FC236}">
                  <a16:creationId xmlns:a16="http://schemas.microsoft.com/office/drawing/2014/main" id="{996CD1DE-9D43-0C3F-C0CF-45DBD17A0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8C02B0E1-F11B-B4A6-F0D9-96692E1175C4}"/>
                </a:ext>
              </a:extLst>
            </p:cNvPr>
            <p:cNvSpPr txBox="1"/>
            <p:nvPr/>
          </p:nvSpPr>
          <p:spPr>
            <a:xfrm rot="16200000">
              <a:off x="38890" y="2756405"/>
              <a:ext cx="15632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최대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741" name="TextBox 740">
              <a:extLst>
                <a:ext uri="{FF2B5EF4-FFF2-40B4-BE49-F238E27FC236}">
                  <a16:creationId xmlns:a16="http://schemas.microsoft.com/office/drawing/2014/main" id="{21D66E90-EB82-0E20-4851-0115A4ECD10E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2" name="TextBox 741">
              <a:extLst>
                <a:ext uri="{FF2B5EF4-FFF2-40B4-BE49-F238E27FC236}">
                  <a16:creationId xmlns:a16="http://schemas.microsoft.com/office/drawing/2014/main" id="{B2C18051-BB1E-BD99-504A-C15CDBA44FB6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2FA94D23-CF02-8FA9-5289-42B261E85D0C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4" name="Rectangle 176">
              <a:extLst>
                <a:ext uri="{FF2B5EF4-FFF2-40B4-BE49-F238E27FC236}">
                  <a16:creationId xmlns:a16="http://schemas.microsoft.com/office/drawing/2014/main" id="{F05682D1-2D3B-E1EB-982A-87B6BF1E2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5" name="Rectangle 209">
              <a:extLst>
                <a:ext uri="{FF2B5EF4-FFF2-40B4-BE49-F238E27FC236}">
                  <a16:creationId xmlns:a16="http://schemas.microsoft.com/office/drawing/2014/main" id="{4D15B1C3-3605-9B9B-F49B-46040A7CB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4558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6" name="TextBox 745">
              <a:extLst>
                <a:ext uri="{FF2B5EF4-FFF2-40B4-BE49-F238E27FC236}">
                  <a16:creationId xmlns:a16="http://schemas.microsoft.com/office/drawing/2014/main" id="{45DC8A4B-B460-A545-4F28-4D608C521C64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47" name="Rectangle 39">
              <a:extLst>
                <a:ext uri="{FF2B5EF4-FFF2-40B4-BE49-F238E27FC236}">
                  <a16:creationId xmlns:a16="http://schemas.microsoft.com/office/drawing/2014/main" id="{56093B82-E31F-8EF8-6E03-F5BDCCBE8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748" name="그룹 747">
            <a:extLst>
              <a:ext uri="{FF2B5EF4-FFF2-40B4-BE49-F238E27FC236}">
                <a16:creationId xmlns:a16="http://schemas.microsoft.com/office/drawing/2014/main" id="{25F53042-A8F4-9012-50C3-1A454EF59631}"/>
              </a:ext>
            </a:extLst>
          </p:cNvPr>
          <p:cNvGrpSpPr/>
          <p:nvPr/>
        </p:nvGrpSpPr>
        <p:grpSpPr>
          <a:xfrm>
            <a:off x="6048499" y="4208307"/>
            <a:ext cx="2411675" cy="1786786"/>
            <a:chOff x="693556" y="2039835"/>
            <a:chExt cx="2411675" cy="1786786"/>
          </a:xfrm>
        </p:grpSpPr>
        <p:sp>
          <p:nvSpPr>
            <p:cNvPr id="749" name="TextBox 748">
              <a:extLst>
                <a:ext uri="{FF2B5EF4-FFF2-40B4-BE49-F238E27FC236}">
                  <a16:creationId xmlns:a16="http://schemas.microsoft.com/office/drawing/2014/main" id="{340D65EE-0F90-443D-F8A2-846E5B5EB066}"/>
                </a:ext>
              </a:extLst>
            </p:cNvPr>
            <p:cNvSpPr txBox="1"/>
            <p:nvPr/>
          </p:nvSpPr>
          <p:spPr>
            <a:xfrm>
              <a:off x="1845191" y="3591247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750" name="Rectangle 167">
              <a:extLst>
                <a:ext uri="{FF2B5EF4-FFF2-40B4-BE49-F238E27FC236}">
                  <a16:creationId xmlns:a16="http://schemas.microsoft.com/office/drawing/2014/main" id="{7E72AEB0-A090-5074-7B41-372C722CA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039835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1" name="Rectangle 168">
              <a:extLst>
                <a:ext uri="{FF2B5EF4-FFF2-40B4-BE49-F238E27FC236}">
                  <a16:creationId xmlns:a16="http://schemas.microsoft.com/office/drawing/2014/main" id="{B186ADDA-6667-8FD4-BFD5-680F2978F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523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2" name="Rectangle 169">
              <a:extLst>
                <a:ext uri="{FF2B5EF4-FFF2-40B4-BE49-F238E27FC236}">
                  <a16:creationId xmlns:a16="http://schemas.microsoft.com/office/drawing/2014/main" id="{C3BE09CD-A16E-E7A2-5E4C-6DD0104A0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398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3" name="Rectangle 170">
              <a:extLst>
                <a:ext uri="{FF2B5EF4-FFF2-40B4-BE49-F238E27FC236}">
                  <a16:creationId xmlns:a16="http://schemas.microsoft.com/office/drawing/2014/main" id="{F53514F0-F308-2CBB-E0DA-97B9BA910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98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4" name="Rectangle 171">
              <a:extLst>
                <a:ext uri="{FF2B5EF4-FFF2-40B4-BE49-F238E27FC236}">
                  <a16:creationId xmlns:a16="http://schemas.microsoft.com/office/drawing/2014/main" id="{2869B195-9041-C866-ECA4-E95F82747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5" name="Rectangle 172">
              <a:extLst>
                <a:ext uri="{FF2B5EF4-FFF2-40B4-BE49-F238E27FC236}">
                  <a16:creationId xmlns:a16="http://schemas.microsoft.com/office/drawing/2014/main" id="{CD650D51-8CCC-0EBA-1D4D-9D65B5181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71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6" name="Rectangle 173">
              <a:extLst>
                <a:ext uri="{FF2B5EF4-FFF2-40B4-BE49-F238E27FC236}">
                  <a16:creationId xmlns:a16="http://schemas.microsoft.com/office/drawing/2014/main" id="{3A7A8F75-02E4-A7EE-CB3C-91065206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646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7" name="Rectangle 174">
              <a:extLst>
                <a:ext uri="{FF2B5EF4-FFF2-40B4-BE49-F238E27FC236}">
                  <a16:creationId xmlns:a16="http://schemas.microsoft.com/office/drawing/2014/main" id="{F019979F-BD4D-52BD-9E72-83CED341B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8" name="Rectangle 175">
              <a:extLst>
                <a:ext uri="{FF2B5EF4-FFF2-40B4-BE49-F238E27FC236}">
                  <a16:creationId xmlns:a16="http://schemas.microsoft.com/office/drawing/2014/main" id="{91283A5E-7BCD-34A1-3033-79FD46CB2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619" y="2104377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9" name="Rectangle 176">
              <a:extLst>
                <a:ext uri="{FF2B5EF4-FFF2-40B4-BE49-F238E27FC236}">
                  <a16:creationId xmlns:a16="http://schemas.microsoft.com/office/drawing/2014/main" id="{C7E7F593-240A-C346-EE57-6EB482206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594" y="21043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0" name="Rectangle 177">
              <a:extLst>
                <a:ext uri="{FF2B5EF4-FFF2-40B4-BE49-F238E27FC236}">
                  <a16:creationId xmlns:a16="http://schemas.microsoft.com/office/drawing/2014/main" id="{3FF096BE-D52A-E2EB-834D-1B6997DB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1" name="Rectangle 178">
              <a:extLst>
                <a:ext uri="{FF2B5EF4-FFF2-40B4-BE49-F238E27FC236}">
                  <a16:creationId xmlns:a16="http://schemas.microsoft.com/office/drawing/2014/main" id="{1998CBDF-35C7-9DBB-04BD-DB9851BF0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90599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2" name="Rectangle 179">
              <a:extLst>
                <a:ext uri="{FF2B5EF4-FFF2-40B4-BE49-F238E27FC236}">
                  <a16:creationId xmlns:a16="http://schemas.microsoft.com/office/drawing/2014/main" id="{AF112790-482E-DDAC-F129-99B868916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487656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3" name="Rectangle 180">
              <a:extLst>
                <a:ext uri="{FF2B5EF4-FFF2-40B4-BE49-F238E27FC236}">
                  <a16:creationId xmlns:a16="http://schemas.microsoft.com/office/drawing/2014/main" id="{69F95A62-BFE8-4A02-DFD6-569C63A11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4" name="Rectangle 181">
              <a:extLst>
                <a:ext uri="{FF2B5EF4-FFF2-40B4-BE49-F238E27FC236}">
                  <a16:creationId xmlns:a16="http://schemas.microsoft.com/office/drawing/2014/main" id="{99C2746E-AD19-5293-F899-9A42DFBA6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44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5" name="Rectangle 182">
              <a:extLst>
                <a:ext uri="{FF2B5EF4-FFF2-40B4-BE49-F238E27FC236}">
                  <a16:creationId xmlns:a16="http://schemas.microsoft.com/office/drawing/2014/main" id="{6A914B2D-D09C-7DB0-C092-20F46DEF7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31315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6" name="Rectangle 183">
              <a:extLst>
                <a:ext uri="{FF2B5EF4-FFF2-40B4-BE49-F238E27FC236}">
                  <a16:creationId xmlns:a16="http://schemas.microsoft.com/office/drawing/2014/main" id="{EBF1B5B6-83BE-DA80-445F-B9E43AA6B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7" name="Rectangle 184">
              <a:extLst>
                <a:ext uri="{FF2B5EF4-FFF2-40B4-BE49-F238E27FC236}">
                  <a16:creationId xmlns:a16="http://schemas.microsoft.com/office/drawing/2014/main" id="{6BC28F6E-4D08-5DA7-E2F4-9F8AE021C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835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8" name="Rectangle 185">
              <a:extLst>
                <a:ext uri="{FF2B5EF4-FFF2-40B4-BE49-F238E27FC236}">
                  <a16:creationId xmlns:a16="http://schemas.microsoft.com/office/drawing/2014/main" id="{CF48C7D3-583E-1196-3F11-1610F7D14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77541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9" name="Rectangle 186">
              <a:extLst>
                <a:ext uri="{FF2B5EF4-FFF2-40B4-BE49-F238E27FC236}">
                  <a16:creationId xmlns:a16="http://schemas.microsoft.com/office/drawing/2014/main" id="{341032A8-6CE4-9BE1-8D4F-2DF357619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0" name="Rectangle 187">
              <a:extLst>
                <a:ext uri="{FF2B5EF4-FFF2-40B4-BE49-F238E27FC236}">
                  <a16:creationId xmlns:a16="http://schemas.microsoft.com/office/drawing/2014/main" id="{DABB4AF3-96BF-A81C-C065-5BC4F401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222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1" name="Rectangle 188">
              <a:extLst>
                <a:ext uri="{FF2B5EF4-FFF2-40B4-BE49-F238E27FC236}">
                  <a16:creationId xmlns:a16="http://schemas.microsoft.com/office/drawing/2014/main" id="{837B2C52-D619-E5E6-6D75-75891C667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60" y="24192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2" name="Line 189">
              <a:extLst>
                <a:ext uri="{FF2B5EF4-FFF2-40B4-BE49-F238E27FC236}">
                  <a16:creationId xmlns:a16="http://schemas.microsoft.com/office/drawing/2014/main" id="{391ECC57-1FE6-98DC-AB32-675E89E39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459" y="3495673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3" name="Line 196">
              <a:extLst>
                <a:ext uri="{FF2B5EF4-FFF2-40B4-BE49-F238E27FC236}">
                  <a16:creationId xmlns:a16="http://schemas.microsoft.com/office/drawing/2014/main" id="{E25919F4-126C-19C4-E862-69168C396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060" y="2104377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4" name="Line 197">
              <a:extLst>
                <a:ext uri="{FF2B5EF4-FFF2-40B4-BE49-F238E27FC236}">
                  <a16:creationId xmlns:a16="http://schemas.microsoft.com/office/drawing/2014/main" id="{0BF023AB-2002-06E3-77E8-03C89474B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493542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5" name="Line 198">
              <a:extLst>
                <a:ext uri="{FF2B5EF4-FFF2-40B4-BE49-F238E27FC236}">
                  <a16:creationId xmlns:a16="http://schemas.microsoft.com/office/drawing/2014/main" id="{CA8CCA8A-7ECC-197D-5650-8ECACBC56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31374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6" name="Line 199">
              <a:extLst>
                <a:ext uri="{FF2B5EF4-FFF2-40B4-BE49-F238E27FC236}">
                  <a16:creationId xmlns:a16="http://schemas.microsoft.com/office/drawing/2014/main" id="{7510A6CB-3ECF-9307-EF50-E00D75AA0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78130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7" name="Line 200">
              <a:extLst>
                <a:ext uri="{FF2B5EF4-FFF2-40B4-BE49-F238E27FC236}">
                  <a16:creationId xmlns:a16="http://schemas.microsoft.com/office/drawing/2014/main" id="{FC96D0BC-05B4-4373-1568-257B01681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060" y="24251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8" name="Rectangle 201">
              <a:extLst>
                <a:ext uri="{FF2B5EF4-FFF2-40B4-BE49-F238E27FC236}">
                  <a16:creationId xmlns:a16="http://schemas.microsoft.com/office/drawing/2014/main" id="{4869C689-F1D4-8B84-FB2F-38F3F7767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71" y="345233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9" name="Rectangle 202">
              <a:extLst>
                <a:ext uri="{FF2B5EF4-FFF2-40B4-BE49-F238E27FC236}">
                  <a16:creationId xmlns:a16="http://schemas.microsoft.com/office/drawing/2014/main" id="{8600F75E-475C-1F24-7DC0-971FA36A2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62" y="3080293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0" name="Rectangle 203">
              <a:extLst>
                <a:ext uri="{FF2B5EF4-FFF2-40B4-BE49-F238E27FC236}">
                  <a16:creationId xmlns:a16="http://schemas.microsoft.com/office/drawing/2014/main" id="{048AA85D-E1EA-DFBC-BCA2-713344E83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099" y="2732735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1" name="Rectangle 204">
              <a:extLst>
                <a:ext uri="{FF2B5EF4-FFF2-40B4-BE49-F238E27FC236}">
                  <a16:creationId xmlns:a16="http://schemas.microsoft.com/office/drawing/2014/main" id="{EC722460-BB77-DA87-2AD6-E69AC9423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448" y="2384620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30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2" name="Line 205">
              <a:extLst>
                <a:ext uri="{FF2B5EF4-FFF2-40B4-BE49-F238E27FC236}">
                  <a16:creationId xmlns:a16="http://schemas.microsoft.com/office/drawing/2014/main" id="{ACCDF1A7-7870-EE8A-CDFC-1F7FE5FBF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1219" y="3493291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3" name="Freeform 206">
              <a:extLst>
                <a:ext uri="{FF2B5EF4-FFF2-40B4-BE49-F238E27FC236}">
                  <a16:creationId xmlns:a16="http://schemas.microsoft.com/office/drawing/2014/main" id="{2B57C37E-7620-CEA7-04C8-C46C6F9AE0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7643" y="2845586"/>
              <a:ext cx="1251055" cy="64160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4" name="Rectangle 207">
              <a:extLst>
                <a:ext uri="{FF2B5EF4-FFF2-40B4-BE49-F238E27FC236}">
                  <a16:creationId xmlns:a16="http://schemas.microsoft.com/office/drawing/2014/main" id="{FD17BAB5-EC85-D8FF-E4A7-8FFE79F3B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468" y="2851936"/>
              <a:ext cx="356759" cy="641606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5" name="Rectangle 208">
              <a:extLst>
                <a:ext uri="{FF2B5EF4-FFF2-40B4-BE49-F238E27FC236}">
                  <a16:creationId xmlns:a16="http://schemas.microsoft.com/office/drawing/2014/main" id="{668683B0-179E-CA28-14A7-03F60CD57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816" y="2845586"/>
              <a:ext cx="358358" cy="641606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6" name="Rectangle 209">
              <a:extLst>
                <a:ext uri="{FF2B5EF4-FFF2-40B4-BE49-F238E27FC236}">
                  <a16:creationId xmlns:a16="http://schemas.microsoft.com/office/drawing/2014/main" id="{7116B8DA-3912-02FE-A495-36E6E66CF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764" y="2845586"/>
              <a:ext cx="356759" cy="64160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7" name="Rectangle 37">
              <a:extLst>
                <a:ext uri="{FF2B5EF4-FFF2-40B4-BE49-F238E27FC236}">
                  <a16:creationId xmlns:a16="http://schemas.microsoft.com/office/drawing/2014/main" id="{205BD207-C0F8-8DB8-D52D-8E31246ED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814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160:4:0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8" name="Rectangle 38">
              <a:extLst>
                <a:ext uri="{FF2B5EF4-FFF2-40B4-BE49-F238E27FC236}">
                  <a16:creationId xmlns:a16="http://schemas.microsoft.com/office/drawing/2014/main" id="{E9392F74-5C3F-C4B3-2B70-6228A7FBF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763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160:4:1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9" name="Rectangle 39">
              <a:extLst>
                <a:ext uri="{FF2B5EF4-FFF2-40B4-BE49-F238E27FC236}">
                  <a16:creationId xmlns:a16="http://schemas.microsoft.com/office/drawing/2014/main" id="{B9BC66A3-F9CC-9E1E-7D56-AF064DF54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10" y="3500479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0" name="TextBox 789">
              <a:extLst>
                <a:ext uri="{FF2B5EF4-FFF2-40B4-BE49-F238E27FC236}">
                  <a16:creationId xmlns:a16="http://schemas.microsoft.com/office/drawing/2014/main" id="{F3BCF95E-488B-20EA-5F29-F01C1E83815B}"/>
                </a:ext>
              </a:extLst>
            </p:cNvPr>
            <p:cNvSpPr txBox="1"/>
            <p:nvPr/>
          </p:nvSpPr>
          <p:spPr>
            <a:xfrm rot="16200000">
              <a:off x="93392" y="2756405"/>
              <a:ext cx="1454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재방문주기 총합 </a:t>
              </a:r>
              <a:r>
                <a:rPr lang="en-US" altLang="ko-KR" sz="1050" b="1" i="1" dirty="0"/>
                <a:t>(</a:t>
              </a:r>
              <a:r>
                <a:rPr lang="en-US" altLang="ko-KR" sz="1050" b="1" i="1" dirty="0" err="1"/>
                <a:t>hr</a:t>
              </a:r>
              <a:r>
                <a:rPr lang="en-US" altLang="ko-KR" sz="1050" b="1" i="1" dirty="0"/>
                <a:t>)</a:t>
              </a:r>
              <a:endParaRPr lang="ko-KR" altLang="en-US" sz="1050" b="1" i="1" dirty="0"/>
            </a:p>
          </p:txBody>
        </p:sp>
        <p:sp>
          <p:nvSpPr>
            <p:cNvPr id="791" name="TextBox 790">
              <a:extLst>
                <a:ext uri="{FF2B5EF4-FFF2-40B4-BE49-F238E27FC236}">
                  <a16:creationId xmlns:a16="http://schemas.microsoft.com/office/drawing/2014/main" id="{069A15AC-B8E2-0C60-B305-D1CD0F8729AB}"/>
                </a:ext>
              </a:extLst>
            </p:cNvPr>
            <p:cNvSpPr txBox="1"/>
            <p:nvPr/>
          </p:nvSpPr>
          <p:spPr>
            <a:xfrm>
              <a:off x="1195347" y="2801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2" name="TextBox 791">
              <a:extLst>
                <a:ext uri="{FF2B5EF4-FFF2-40B4-BE49-F238E27FC236}">
                  <a16:creationId xmlns:a16="http://schemas.microsoft.com/office/drawing/2014/main" id="{D7068724-24AF-F6C9-50F9-4968AF5D2805}"/>
                </a:ext>
              </a:extLst>
            </p:cNvPr>
            <p:cNvSpPr txBox="1"/>
            <p:nvPr/>
          </p:nvSpPr>
          <p:spPr>
            <a:xfrm>
              <a:off x="1636106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3" name="TextBox 792">
              <a:extLst>
                <a:ext uri="{FF2B5EF4-FFF2-40B4-BE49-F238E27FC236}">
                  <a16:creationId xmlns:a16="http://schemas.microsoft.com/office/drawing/2014/main" id="{D351A8F9-DF6C-42A4-B306-BB917D47D7EE}"/>
                </a:ext>
              </a:extLst>
            </p:cNvPr>
            <p:cNvSpPr txBox="1"/>
            <p:nvPr/>
          </p:nvSpPr>
          <p:spPr>
            <a:xfrm>
              <a:off x="2087303" y="2810732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4" name="Rectangle 176">
              <a:extLst>
                <a:ext uri="{FF2B5EF4-FFF2-40B4-BE49-F238E27FC236}">
                  <a16:creationId xmlns:a16="http://schemas.microsoft.com/office/drawing/2014/main" id="{52B12A47-8202-FA17-868C-B9960DB3B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844" y="2098491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5" name="Rectangle 209">
              <a:extLst>
                <a:ext uri="{FF2B5EF4-FFF2-40B4-BE49-F238E27FC236}">
                  <a16:creationId xmlns:a16="http://schemas.microsoft.com/office/drawing/2014/main" id="{59F87EEC-EC64-3F49-3613-C2F5F5B33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157" y="2845586"/>
              <a:ext cx="356759" cy="641606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6" name="TextBox 795">
              <a:extLst>
                <a:ext uri="{FF2B5EF4-FFF2-40B4-BE49-F238E27FC236}">
                  <a16:creationId xmlns:a16="http://schemas.microsoft.com/office/drawing/2014/main" id="{5F9AF386-B1BE-736C-5EE5-326FC34A5CD4}"/>
                </a:ext>
              </a:extLst>
            </p:cNvPr>
            <p:cNvSpPr txBox="1"/>
            <p:nvPr/>
          </p:nvSpPr>
          <p:spPr>
            <a:xfrm>
              <a:off x="2517003" y="2818090"/>
              <a:ext cx="459108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0.90</a:t>
              </a:r>
              <a:endParaRPr lang="ko-KR" altLang="en-US" sz="1050" b="1" i="1" dirty="0"/>
            </a:p>
          </p:txBody>
        </p:sp>
        <p:sp>
          <p:nvSpPr>
            <p:cNvPr id="797" name="Rectangle 39">
              <a:extLst>
                <a:ext uri="{FF2B5EF4-FFF2-40B4-BE49-F238E27FC236}">
                  <a16:creationId xmlns:a16="http://schemas.microsoft.com/office/drawing/2014/main" id="{1DD0688A-74F9-CD53-9561-23C2C0BF3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9834" y="3503585"/>
              <a:ext cx="34624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160:4:3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9708067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총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위성 평면 수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평면 당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상대 위도인수 차</a:t>
                          </a:r>
                          <a:r>
                            <a:rPr lang="en-US" altLang="ko-KR" sz="11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40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9708067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252" t="-2174" r="-300971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742" t="-2174" r="-200000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576" t="-2174" r="-100647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8576" t="-2174" r="-647" b="-1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40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4639154"/>
                  </p:ext>
                </p:extLst>
              </p:nvPr>
            </p:nvGraphicFramePr>
            <p:xfrm>
              <a:off x="257080" y="2686746"/>
              <a:ext cx="8629840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/>
                            <a:t>상대 위도인수 차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4639154"/>
                  </p:ext>
                </p:extLst>
              </p:nvPr>
            </p:nvGraphicFramePr>
            <p:xfrm>
              <a:off x="257080" y="2686746"/>
              <a:ext cx="8629840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5" t="-2041" r="-445385" b="-3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(n%)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03" name="Rectangle 188">
            <a:extLst>
              <a:ext uri="{FF2B5EF4-FFF2-40B4-BE49-F238E27FC236}">
                <a16:creationId xmlns:a16="http://schemas.microsoft.com/office/drawing/2014/main" id="{62FD33C1-895F-0392-56A6-66E4FE12D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538" y="4260658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4" name="Rectangle 204">
            <a:extLst>
              <a:ext uri="{FF2B5EF4-FFF2-40B4-BE49-F238E27FC236}">
                <a16:creationId xmlns:a16="http://schemas.microsoft.com/office/drawing/2014/main" id="{02B13D35-22B5-7131-45E9-04F31E54D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078" y="4205799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solidFill>
                  <a:srgbClr val="262626"/>
                </a:solidFill>
              </a:rPr>
              <a:t>2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5" name="Rectangle 204">
            <a:extLst>
              <a:ext uri="{FF2B5EF4-FFF2-40B4-BE49-F238E27FC236}">
                <a16:creationId xmlns:a16="http://schemas.microsoft.com/office/drawing/2014/main" id="{6E529135-7CBE-284C-4486-F7396ED8B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3617" y="4223170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06" name="Rectangle 188">
            <a:extLst>
              <a:ext uri="{FF2B5EF4-FFF2-40B4-BE49-F238E27FC236}">
                <a16:creationId xmlns:a16="http://schemas.microsoft.com/office/drawing/2014/main" id="{653ABF35-3313-F78B-7E95-1958413BD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0719" y="4250689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7" name="Rectangle 188">
            <a:extLst>
              <a:ext uri="{FF2B5EF4-FFF2-40B4-BE49-F238E27FC236}">
                <a16:creationId xmlns:a16="http://schemas.microsoft.com/office/drawing/2014/main" id="{1FEB1EFB-0D74-AF66-0029-BE15ACDD9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224" y="4272952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8" name="Rectangle 204">
            <a:extLst>
              <a:ext uri="{FF2B5EF4-FFF2-40B4-BE49-F238E27FC236}">
                <a16:creationId xmlns:a16="http://schemas.microsoft.com/office/drawing/2014/main" id="{B1CC04CD-5B40-A0C9-F110-4B55F181B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1000" y="4225982"/>
            <a:ext cx="115416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solidFill>
                  <a:srgbClr val="262626"/>
                </a:solidFill>
              </a:rPr>
              <a:t>40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21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Rectangle 188">
            <a:extLst>
              <a:ext uri="{FF2B5EF4-FFF2-40B4-BE49-F238E27FC236}">
                <a16:creationId xmlns:a16="http://schemas.microsoft.com/office/drawing/2014/main" id="{FF94D109-BDFF-98CD-85CC-D79EE4AC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9061" y="4262583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3" name="Rectangle 188">
            <a:extLst>
              <a:ext uri="{FF2B5EF4-FFF2-40B4-BE49-F238E27FC236}">
                <a16:creationId xmlns:a16="http://schemas.microsoft.com/office/drawing/2014/main" id="{E174ACCF-CDB2-08A6-78C1-0D5591EDE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464" y="4275243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1" name="직사각형 800">
            <a:extLst>
              <a:ext uri="{FF2B5EF4-FFF2-40B4-BE49-F238E27FC236}">
                <a16:creationId xmlns:a16="http://schemas.microsoft.com/office/drawing/2014/main" id="{B28633B6-B100-1C32-958F-4B7E4A4859C9}"/>
              </a:ext>
            </a:extLst>
          </p:cNvPr>
          <p:cNvSpPr/>
          <p:nvPr/>
        </p:nvSpPr>
        <p:spPr bwMode="auto">
          <a:xfrm>
            <a:off x="254398" y="6415833"/>
            <a:ext cx="3425693" cy="3214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sz="1600" dirty="0"/>
                  <a:t>워커</a:t>
                </a:r>
                <a:r>
                  <a:rPr lang="en-US" altLang="ko-KR" sz="1600" dirty="0"/>
                  <a:t>-</a:t>
                </a:r>
                <a:r>
                  <a:rPr lang="ko-KR" altLang="en-US" sz="1600" dirty="0"/>
                  <a:t>델타 설계 파라미터 설정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dirty="0"/>
                  <a:t> 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sz="1600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021233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총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위성 평면 수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평면 당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상대 위도인수 차</a:t>
                          </a:r>
                          <a:r>
                            <a:rPr lang="en-US" altLang="ko-KR" sz="11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32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1021233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252" t="-2174" r="-300971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7742" t="-2174" r="-200000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8576" t="-2174" r="-100647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576" t="-2174" r="-647" b="-1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32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238015"/>
                  </p:ext>
                </p:extLst>
              </p:nvPr>
            </p:nvGraphicFramePr>
            <p:xfrm>
              <a:off x="257080" y="2686746"/>
              <a:ext cx="8629838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533767964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/>
                            <a:t>상대 위도인수 차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0.45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0.65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3.62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4.27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7.17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9.33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7.45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(10.35%)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6.75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(9.38%)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5.62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(7.81%)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6.29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(8.74%)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8.14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(11.3%)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02" name="표 801">
                <a:extLst>
                  <a:ext uri="{FF2B5EF4-FFF2-40B4-BE49-F238E27FC236}">
                    <a16:creationId xmlns:a16="http://schemas.microsoft.com/office/drawing/2014/main" id="{2A3116A7-1A50-1B8E-3424-A30CEA6FC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238015"/>
                  </p:ext>
                </p:extLst>
              </p:nvPr>
            </p:nvGraphicFramePr>
            <p:xfrm>
              <a:off x="257080" y="2686746"/>
              <a:ext cx="8629838" cy="1195816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  <a:gridCol w="1408962">
                      <a:extLst>
                        <a:ext uri="{9D8B030D-6E8A-4147-A177-3AD203B41FA5}">
                          <a16:colId xmlns:a16="http://schemas.microsoft.com/office/drawing/2014/main" val="1533767964"/>
                        </a:ext>
                      </a:extLst>
                    </a:gridCol>
                  </a:tblGrid>
                  <a:tr h="298954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85" t="-2041" r="-445385" b="-3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0.45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0.57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0.65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3.62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4.27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7.17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9.33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9895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7.45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(10.35%)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6.75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(9.38%)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5.62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(7.81%)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6.29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(8.74%)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8.14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(11.3%)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7CBDC941-481A-4118-91C5-A98AF9936503}"/>
              </a:ext>
            </a:extLst>
          </p:cNvPr>
          <p:cNvGrpSpPr/>
          <p:nvPr/>
        </p:nvGrpSpPr>
        <p:grpSpPr>
          <a:xfrm>
            <a:off x="582448" y="4272998"/>
            <a:ext cx="2434441" cy="1728130"/>
            <a:chOff x="327172" y="5129870"/>
            <a:chExt cx="2434441" cy="17281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47FBC1-9586-233E-A93B-6ECDA7B6EE4C}"/>
                </a:ext>
              </a:extLst>
            </p:cNvPr>
            <p:cNvSpPr txBox="1"/>
            <p:nvPr/>
          </p:nvSpPr>
          <p:spPr>
            <a:xfrm>
              <a:off x="1478806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0" name="Rectangle 168">
              <a:extLst>
                <a:ext uri="{FF2B5EF4-FFF2-40B4-BE49-F238E27FC236}">
                  <a16:creationId xmlns:a16="http://schemas.microsoft.com/office/drawing/2014/main" id="{D1F49BCE-9EB8-BE0F-BE2D-5427A5818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76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Rectangle 169">
              <a:extLst>
                <a:ext uri="{FF2B5EF4-FFF2-40B4-BE49-F238E27FC236}">
                  <a16:creationId xmlns:a16="http://schemas.microsoft.com/office/drawing/2014/main" id="{627BA155-F34B-171D-0550-E8B29236E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01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" name="Rectangle 170">
              <a:extLst>
                <a:ext uri="{FF2B5EF4-FFF2-40B4-BE49-F238E27FC236}">
                  <a16:creationId xmlns:a16="http://schemas.microsoft.com/office/drawing/2014/main" id="{0BADDFDD-2938-80B3-4238-3C8B83D9F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58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" name="Rectangle 171">
              <a:extLst>
                <a:ext uri="{FF2B5EF4-FFF2-40B4-BE49-F238E27FC236}">
                  <a16:creationId xmlns:a16="http://schemas.microsoft.com/office/drawing/2014/main" id="{0513C865-A23F-0562-435C-FC71C7C46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511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Rectangle 172">
              <a:extLst>
                <a:ext uri="{FF2B5EF4-FFF2-40B4-BE49-F238E27FC236}">
                  <a16:creationId xmlns:a16="http://schemas.microsoft.com/office/drawing/2014/main" id="{3D793192-638C-7BF3-74E9-0DA598317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28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Rectangle 173">
              <a:extLst>
                <a:ext uri="{FF2B5EF4-FFF2-40B4-BE49-F238E27FC236}">
                  <a16:creationId xmlns:a16="http://schemas.microsoft.com/office/drawing/2014/main" id="{585C5144-0037-E79E-0354-7C47B10E7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68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174">
              <a:extLst>
                <a:ext uri="{FF2B5EF4-FFF2-40B4-BE49-F238E27FC236}">
                  <a16:creationId xmlns:a16="http://schemas.microsoft.com/office/drawing/2014/main" id="{061B8749-C6BA-4C38-A646-978D4FB83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18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Rectangle 175">
              <a:extLst>
                <a:ext uri="{FF2B5EF4-FFF2-40B4-BE49-F238E27FC236}">
                  <a16:creationId xmlns:a16="http://schemas.microsoft.com/office/drawing/2014/main" id="{53AB37F0-35F0-890A-D10D-ADECE2CCD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234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Rectangle 176">
              <a:extLst>
                <a:ext uri="{FF2B5EF4-FFF2-40B4-BE49-F238E27FC236}">
                  <a16:creationId xmlns:a16="http://schemas.microsoft.com/office/drawing/2014/main" id="{16856538-E4B6-119C-E91E-EA406E1DC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009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Rectangle 177">
              <a:extLst>
                <a:ext uri="{FF2B5EF4-FFF2-40B4-BE49-F238E27FC236}">
                  <a16:creationId xmlns:a16="http://schemas.microsoft.com/office/drawing/2014/main" id="{C1F6FD6A-9986-4E79-D646-B34FB5A71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" name="Rectangle 178">
              <a:extLst>
                <a:ext uri="{FF2B5EF4-FFF2-40B4-BE49-F238E27FC236}">
                  <a16:creationId xmlns:a16="http://schemas.microsoft.com/office/drawing/2014/main" id="{232369D3-D8FB-A3DE-677E-AB53FC30F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Rectangle 179">
              <a:extLst>
                <a:ext uri="{FF2B5EF4-FFF2-40B4-BE49-F238E27FC236}">
                  <a16:creationId xmlns:a16="http://schemas.microsoft.com/office/drawing/2014/main" id="{B48F90A4-9060-E09A-D156-E5D28571E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" name="Rectangle 180">
              <a:extLst>
                <a:ext uri="{FF2B5EF4-FFF2-40B4-BE49-F238E27FC236}">
                  <a16:creationId xmlns:a16="http://schemas.microsoft.com/office/drawing/2014/main" id="{BB58F625-EC67-07F7-4162-67F291A20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Rectangle 181">
              <a:extLst>
                <a:ext uri="{FF2B5EF4-FFF2-40B4-BE49-F238E27FC236}">
                  <a16:creationId xmlns:a16="http://schemas.microsoft.com/office/drawing/2014/main" id="{E8D7A3D6-62AF-4DCC-94DF-CF01D0968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Rectangle 182">
              <a:extLst>
                <a:ext uri="{FF2B5EF4-FFF2-40B4-BE49-F238E27FC236}">
                  <a16:creationId xmlns:a16="http://schemas.microsoft.com/office/drawing/2014/main" id="{7094E570-8223-6CF4-9A12-B5B8B3819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Rectangle 183">
              <a:extLst>
                <a:ext uri="{FF2B5EF4-FFF2-40B4-BE49-F238E27FC236}">
                  <a16:creationId xmlns:a16="http://schemas.microsoft.com/office/drawing/2014/main" id="{17F3C629-E9D0-5A02-90E1-27BD8DF1A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184">
              <a:extLst>
                <a:ext uri="{FF2B5EF4-FFF2-40B4-BE49-F238E27FC236}">
                  <a16:creationId xmlns:a16="http://schemas.microsoft.com/office/drawing/2014/main" id="{E705C2EB-EDCD-BAED-2C40-7CD1696FA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185">
              <a:extLst>
                <a:ext uri="{FF2B5EF4-FFF2-40B4-BE49-F238E27FC236}">
                  <a16:creationId xmlns:a16="http://schemas.microsoft.com/office/drawing/2014/main" id="{84E6512F-044B-A073-D068-7CE420CE2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Rectangle 186">
              <a:extLst>
                <a:ext uri="{FF2B5EF4-FFF2-40B4-BE49-F238E27FC236}">
                  <a16:creationId xmlns:a16="http://schemas.microsoft.com/office/drawing/2014/main" id="{FFB6D3BD-A9B4-5A2E-835A-89A74C80E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Rectangle 187">
              <a:extLst>
                <a:ext uri="{FF2B5EF4-FFF2-40B4-BE49-F238E27FC236}">
                  <a16:creationId xmlns:a16="http://schemas.microsoft.com/office/drawing/2014/main" id="{727D10EE-596A-6AD5-A764-373BF7A8A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Rectangle 188">
              <a:extLst>
                <a:ext uri="{FF2B5EF4-FFF2-40B4-BE49-F238E27FC236}">
                  <a16:creationId xmlns:a16="http://schemas.microsoft.com/office/drawing/2014/main" id="{BC4D6890-140A-1AE7-341A-1A7465D78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Line 189">
              <a:extLst>
                <a:ext uri="{FF2B5EF4-FFF2-40B4-BE49-F238E27FC236}">
                  <a16:creationId xmlns:a16="http://schemas.microsoft.com/office/drawing/2014/main" id="{6AF5D359-CD8D-08A6-97BC-D830A8856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074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Line 196">
              <a:extLst>
                <a:ext uri="{FF2B5EF4-FFF2-40B4-BE49-F238E27FC236}">
                  <a16:creationId xmlns:a16="http://schemas.microsoft.com/office/drawing/2014/main" id="{E7680A01-9EE8-8405-3390-9B83D23C5C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675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Line 197">
              <a:extLst>
                <a:ext uri="{FF2B5EF4-FFF2-40B4-BE49-F238E27FC236}">
                  <a16:creationId xmlns:a16="http://schemas.microsoft.com/office/drawing/2014/main" id="{56B62A3C-4E62-AFE5-78BC-BB8E62FA5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Line 198">
              <a:extLst>
                <a:ext uri="{FF2B5EF4-FFF2-40B4-BE49-F238E27FC236}">
                  <a16:creationId xmlns:a16="http://schemas.microsoft.com/office/drawing/2014/main" id="{DD0F84CE-E656-4FD0-E4EC-682F945B1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Line 199">
              <a:extLst>
                <a:ext uri="{FF2B5EF4-FFF2-40B4-BE49-F238E27FC236}">
                  <a16:creationId xmlns:a16="http://schemas.microsoft.com/office/drawing/2014/main" id="{EF5E2FD7-A766-3A9E-9C90-6E59B767A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Line 200">
              <a:extLst>
                <a:ext uri="{FF2B5EF4-FFF2-40B4-BE49-F238E27FC236}">
                  <a16:creationId xmlns:a16="http://schemas.microsoft.com/office/drawing/2014/main" id="{99232506-7E07-0FA1-65F3-8FE6FED56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Rectangle 201">
              <a:extLst>
                <a:ext uri="{FF2B5EF4-FFF2-40B4-BE49-F238E27FC236}">
                  <a16:creationId xmlns:a16="http://schemas.microsoft.com/office/drawing/2014/main" id="{8A54D823-31F0-B53C-3BB5-530AB63DA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02">
              <a:extLst>
                <a:ext uri="{FF2B5EF4-FFF2-40B4-BE49-F238E27FC236}">
                  <a16:creationId xmlns:a16="http://schemas.microsoft.com/office/drawing/2014/main" id="{1BF22149-D1E9-D5EB-43B3-5361DEA5C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95" y="612906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03">
              <a:extLst>
                <a:ext uri="{FF2B5EF4-FFF2-40B4-BE49-F238E27FC236}">
                  <a16:creationId xmlns:a16="http://schemas.microsoft.com/office/drawing/2014/main" id="{E95DC8F4-5621-69FC-BE2D-7CF38FE9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577294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04">
              <a:extLst>
                <a:ext uri="{FF2B5EF4-FFF2-40B4-BE49-F238E27FC236}">
                  <a16:creationId xmlns:a16="http://schemas.microsoft.com/office/drawing/2014/main" id="{D4486D5C-F6DF-3B72-8A52-86FF04B2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95" y="5416827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Line 205">
              <a:extLst>
                <a:ext uri="{FF2B5EF4-FFF2-40B4-BE49-F238E27FC236}">
                  <a16:creationId xmlns:a16="http://schemas.microsoft.com/office/drawing/2014/main" id="{37017C98-1A25-626B-3A89-1CDB4E785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834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" name="Freeform 206">
              <a:extLst>
                <a:ext uri="{FF2B5EF4-FFF2-40B4-BE49-F238E27FC236}">
                  <a16:creationId xmlns:a16="http://schemas.microsoft.com/office/drawing/2014/main" id="{CFBE890A-2D9E-C558-F7E2-F69BCBC81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759" y="6210005"/>
              <a:ext cx="1086322" cy="308566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" name="Rectangle 207">
              <a:extLst>
                <a:ext uri="{FF2B5EF4-FFF2-40B4-BE49-F238E27FC236}">
                  <a16:creationId xmlns:a16="http://schemas.microsoft.com/office/drawing/2014/main" id="{FA287992-E3B9-5705-3875-BE36329D5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965" y="6216903"/>
              <a:ext cx="310723" cy="308017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" name="Rectangle 208">
              <a:extLst>
                <a:ext uri="{FF2B5EF4-FFF2-40B4-BE49-F238E27FC236}">
                  <a16:creationId xmlns:a16="http://schemas.microsoft.com/office/drawing/2014/main" id="{00281C37-BD2D-8B68-F6BE-F204DD653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47" y="6119570"/>
              <a:ext cx="321020" cy="403563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6" name="Rectangle 209">
              <a:extLst>
                <a:ext uri="{FF2B5EF4-FFF2-40B4-BE49-F238E27FC236}">
                  <a16:creationId xmlns:a16="http://schemas.microsoft.com/office/drawing/2014/main" id="{50C2A379-1A43-06E5-0B18-880E1E2C4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069" y="6194049"/>
              <a:ext cx="315239" cy="328070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" name="Rectangle 37">
              <a:extLst>
                <a:ext uri="{FF2B5EF4-FFF2-40B4-BE49-F238E27FC236}">
                  <a16:creationId xmlns:a16="http://schemas.microsoft.com/office/drawing/2014/main" id="{E9B2B376-67D3-64DF-CE2E-FE14491C2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79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7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160:5:0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38">
              <a:extLst>
                <a:ext uri="{FF2B5EF4-FFF2-40B4-BE49-F238E27FC236}">
                  <a16:creationId xmlns:a16="http://schemas.microsoft.com/office/drawing/2014/main" id="{8F5490A9-9814-7DFF-82C1-CCF386F10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903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39">
              <a:extLst>
                <a:ext uri="{FF2B5EF4-FFF2-40B4-BE49-F238E27FC236}">
                  <a16:creationId xmlns:a16="http://schemas.microsoft.com/office/drawing/2014/main" id="{30A2B91D-1038-D7F8-640C-53219F520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125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160:5:2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64DA178-9816-41DF-11B2-39AE8BEDA8AA}"/>
                </a:ext>
              </a:extLst>
            </p:cNvPr>
            <p:cNvSpPr txBox="1"/>
            <p:nvPr/>
          </p:nvSpPr>
          <p:spPr>
            <a:xfrm rot="16200000">
              <a:off x="-327495" y="5787784"/>
              <a:ext cx="1563249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평균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2920F50-59DC-B664-8C09-E8E2708EAF5A}"/>
                </a:ext>
              </a:extLst>
            </p:cNvPr>
            <p:cNvSpPr txBox="1"/>
            <p:nvPr/>
          </p:nvSpPr>
          <p:spPr>
            <a:xfrm>
              <a:off x="739822" y="6159043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0.45</a:t>
              </a:r>
              <a:endParaRPr lang="ko-KR" altLang="en-US" sz="1050" b="1" i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42A7CE-6C0C-A494-E9E8-A351289D9C7F}"/>
                </a:ext>
              </a:extLst>
            </p:cNvPr>
            <p:cNvSpPr txBox="1"/>
            <p:nvPr/>
          </p:nvSpPr>
          <p:spPr>
            <a:xfrm>
              <a:off x="1129603" y="6064395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0.52</a:t>
              </a:r>
              <a:endParaRPr lang="ko-KR" altLang="en-US" sz="1050" b="1" i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79E942-B3F7-566E-E913-84A68738BE05}"/>
                </a:ext>
              </a:extLst>
            </p:cNvPr>
            <p:cNvSpPr txBox="1"/>
            <p:nvPr/>
          </p:nvSpPr>
          <p:spPr>
            <a:xfrm>
              <a:off x="1515485" y="6146991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0.48</a:t>
              </a:r>
              <a:endParaRPr lang="ko-KR" altLang="en-US" sz="1050" b="1" i="1" dirty="0"/>
            </a:p>
          </p:txBody>
        </p:sp>
        <p:sp>
          <p:nvSpPr>
            <p:cNvPr id="54" name="Rectangle 176">
              <a:extLst>
                <a:ext uri="{FF2B5EF4-FFF2-40B4-BE49-F238E27FC236}">
                  <a16:creationId xmlns:a16="http://schemas.microsoft.com/office/drawing/2014/main" id="{6268EB22-F0F0-7737-D841-48A686E7D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34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" name="Rectangle 209">
              <a:extLst>
                <a:ext uri="{FF2B5EF4-FFF2-40B4-BE49-F238E27FC236}">
                  <a16:creationId xmlns:a16="http://schemas.microsoft.com/office/drawing/2014/main" id="{2C0ECD35-D3A8-765A-7470-96DF1699E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348" y="6075767"/>
              <a:ext cx="324452" cy="442803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F1E6918-54E3-7DFC-857A-FC9279087D70}"/>
                </a:ext>
              </a:extLst>
            </p:cNvPr>
            <p:cNvSpPr txBox="1"/>
            <p:nvPr/>
          </p:nvSpPr>
          <p:spPr>
            <a:xfrm>
              <a:off x="1916764" y="6027386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0.57</a:t>
              </a:r>
              <a:endParaRPr lang="ko-KR" altLang="en-US" sz="1050" b="1" i="1" dirty="0"/>
            </a:p>
          </p:txBody>
        </p:sp>
        <p:sp>
          <p:nvSpPr>
            <p:cNvPr id="57" name="Rectangle 39">
              <a:extLst>
                <a:ext uri="{FF2B5EF4-FFF2-40B4-BE49-F238E27FC236}">
                  <a16:creationId xmlns:a16="http://schemas.microsoft.com/office/drawing/2014/main" id="{C48B9CB7-10D8-C395-6F19-30552634E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199" y="6534964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160:5:3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176">
              <a:extLst>
                <a:ext uri="{FF2B5EF4-FFF2-40B4-BE49-F238E27FC236}">
                  <a16:creationId xmlns:a16="http://schemas.microsoft.com/office/drawing/2014/main" id="{2052B906-1148-B516-1DD1-E405BE921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930" y="513324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" name="Rectangle 209">
              <a:extLst>
                <a:ext uri="{FF2B5EF4-FFF2-40B4-BE49-F238E27FC236}">
                  <a16:creationId xmlns:a16="http://schemas.microsoft.com/office/drawing/2014/main" id="{F4304507-06CC-88D8-825C-DC73280F0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081" y="6005548"/>
              <a:ext cx="324452" cy="513512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608D699-4DF6-A3FC-5A4D-3E7AA52EF69D}"/>
                </a:ext>
              </a:extLst>
            </p:cNvPr>
            <p:cNvSpPr txBox="1"/>
            <p:nvPr/>
          </p:nvSpPr>
          <p:spPr>
            <a:xfrm>
              <a:off x="2306039" y="5948840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0.65</a:t>
              </a:r>
              <a:endParaRPr lang="ko-KR" altLang="en-US" sz="1050" b="1" i="1" dirty="0"/>
            </a:p>
          </p:txBody>
        </p:sp>
        <p:sp>
          <p:nvSpPr>
            <p:cNvPr id="61" name="Rectangle 39">
              <a:extLst>
                <a:ext uri="{FF2B5EF4-FFF2-40B4-BE49-F238E27FC236}">
                  <a16:creationId xmlns:a16="http://schemas.microsoft.com/office/drawing/2014/main" id="{6254C577-F645-8F15-B64B-A9715F3F6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1900" y="6535682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160:5:4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A8E3620-F4FE-E493-F9C9-1292E30DA476}"/>
              </a:ext>
            </a:extLst>
          </p:cNvPr>
          <p:cNvGrpSpPr/>
          <p:nvPr/>
        </p:nvGrpSpPr>
        <p:grpSpPr>
          <a:xfrm>
            <a:off x="3268239" y="4006966"/>
            <a:ext cx="2436635" cy="1994162"/>
            <a:chOff x="327171" y="4863838"/>
            <a:chExt cx="2436635" cy="199416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7F79C8E-54E8-3F8F-F4F4-48CF9C1E9D68}"/>
                </a:ext>
              </a:extLst>
            </p:cNvPr>
            <p:cNvSpPr txBox="1"/>
            <p:nvPr/>
          </p:nvSpPr>
          <p:spPr>
            <a:xfrm>
              <a:off x="1478806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28" name="Rectangle 168">
              <a:extLst>
                <a:ext uri="{FF2B5EF4-FFF2-40B4-BE49-F238E27FC236}">
                  <a16:creationId xmlns:a16="http://schemas.microsoft.com/office/drawing/2014/main" id="{9CE744BB-95BD-AEB7-7C5C-8FC24041A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76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9" name="Rectangle 169">
              <a:extLst>
                <a:ext uri="{FF2B5EF4-FFF2-40B4-BE49-F238E27FC236}">
                  <a16:creationId xmlns:a16="http://schemas.microsoft.com/office/drawing/2014/main" id="{29F8DA9E-9B62-EF98-340F-E4A08A908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01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0" name="Rectangle 170">
              <a:extLst>
                <a:ext uri="{FF2B5EF4-FFF2-40B4-BE49-F238E27FC236}">
                  <a16:creationId xmlns:a16="http://schemas.microsoft.com/office/drawing/2014/main" id="{31873533-A212-3FFB-A1B3-19E2232D1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58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1" name="Rectangle 171">
              <a:extLst>
                <a:ext uri="{FF2B5EF4-FFF2-40B4-BE49-F238E27FC236}">
                  <a16:creationId xmlns:a16="http://schemas.microsoft.com/office/drawing/2014/main" id="{18C1ED37-1A8E-24DD-F905-E4CDCFB5C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511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2" name="Rectangle 172">
              <a:extLst>
                <a:ext uri="{FF2B5EF4-FFF2-40B4-BE49-F238E27FC236}">
                  <a16:creationId xmlns:a16="http://schemas.microsoft.com/office/drawing/2014/main" id="{3B83735E-B0BB-AC28-C6AB-960FB3179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28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3" name="Rectangle 173">
              <a:extLst>
                <a:ext uri="{FF2B5EF4-FFF2-40B4-BE49-F238E27FC236}">
                  <a16:creationId xmlns:a16="http://schemas.microsoft.com/office/drawing/2014/main" id="{D84EB79E-2280-14C9-9AB6-0DA3857C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68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4" name="Rectangle 174">
              <a:extLst>
                <a:ext uri="{FF2B5EF4-FFF2-40B4-BE49-F238E27FC236}">
                  <a16:creationId xmlns:a16="http://schemas.microsoft.com/office/drawing/2014/main" id="{1A164146-3D82-256F-CAA2-A4BDEF8B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18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5" name="Rectangle 175">
              <a:extLst>
                <a:ext uri="{FF2B5EF4-FFF2-40B4-BE49-F238E27FC236}">
                  <a16:creationId xmlns:a16="http://schemas.microsoft.com/office/drawing/2014/main" id="{EE55296F-AE3A-126E-D7EB-5D0604579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234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6" name="Rectangle 176">
              <a:extLst>
                <a:ext uri="{FF2B5EF4-FFF2-40B4-BE49-F238E27FC236}">
                  <a16:creationId xmlns:a16="http://schemas.microsoft.com/office/drawing/2014/main" id="{219CC5C9-A1AF-FEE2-87A5-E2D909F0A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009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7" name="Rectangle 177">
              <a:extLst>
                <a:ext uri="{FF2B5EF4-FFF2-40B4-BE49-F238E27FC236}">
                  <a16:creationId xmlns:a16="http://schemas.microsoft.com/office/drawing/2014/main" id="{03246734-9D19-CE12-9CCD-28E6C852D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8" name="Rectangle 178">
              <a:extLst>
                <a:ext uri="{FF2B5EF4-FFF2-40B4-BE49-F238E27FC236}">
                  <a16:creationId xmlns:a16="http://schemas.microsoft.com/office/drawing/2014/main" id="{526980CC-DADC-CCF1-C864-BE81B2ACA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9" name="Rectangle 179">
              <a:extLst>
                <a:ext uri="{FF2B5EF4-FFF2-40B4-BE49-F238E27FC236}">
                  <a16:creationId xmlns:a16="http://schemas.microsoft.com/office/drawing/2014/main" id="{3DB6AD3E-536B-2090-3995-48DEA5158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0" name="Rectangle 180">
              <a:extLst>
                <a:ext uri="{FF2B5EF4-FFF2-40B4-BE49-F238E27FC236}">
                  <a16:creationId xmlns:a16="http://schemas.microsoft.com/office/drawing/2014/main" id="{9BCA79F5-79D8-4E5C-6B39-144A4A63B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1" name="Rectangle 181">
              <a:extLst>
                <a:ext uri="{FF2B5EF4-FFF2-40B4-BE49-F238E27FC236}">
                  <a16:creationId xmlns:a16="http://schemas.microsoft.com/office/drawing/2014/main" id="{31D12892-DF43-3C0F-113E-A191C65AD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Rectangle 182">
              <a:extLst>
                <a:ext uri="{FF2B5EF4-FFF2-40B4-BE49-F238E27FC236}">
                  <a16:creationId xmlns:a16="http://schemas.microsoft.com/office/drawing/2014/main" id="{91ABF185-77B9-EEC7-843E-16021E398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Rectangle 183">
              <a:extLst>
                <a:ext uri="{FF2B5EF4-FFF2-40B4-BE49-F238E27FC236}">
                  <a16:creationId xmlns:a16="http://schemas.microsoft.com/office/drawing/2014/main" id="{F532CB13-D757-C888-7D03-CF6BDCC3E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Rectangle 184">
              <a:extLst>
                <a:ext uri="{FF2B5EF4-FFF2-40B4-BE49-F238E27FC236}">
                  <a16:creationId xmlns:a16="http://schemas.microsoft.com/office/drawing/2014/main" id="{B1E3EBD7-12A2-82A1-95BE-646BD5F4A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Rectangle 185">
              <a:extLst>
                <a:ext uri="{FF2B5EF4-FFF2-40B4-BE49-F238E27FC236}">
                  <a16:creationId xmlns:a16="http://schemas.microsoft.com/office/drawing/2014/main" id="{F400A89F-A37C-8A3C-0914-D114484A8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6" name="Rectangle 186">
              <a:extLst>
                <a:ext uri="{FF2B5EF4-FFF2-40B4-BE49-F238E27FC236}">
                  <a16:creationId xmlns:a16="http://schemas.microsoft.com/office/drawing/2014/main" id="{5F54C3F4-C74D-E32B-6DA7-C23D3199A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7" name="Rectangle 187">
              <a:extLst>
                <a:ext uri="{FF2B5EF4-FFF2-40B4-BE49-F238E27FC236}">
                  <a16:creationId xmlns:a16="http://schemas.microsoft.com/office/drawing/2014/main" id="{AB55A22D-37D2-FA02-0339-247EE8941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8" name="Rectangle 188">
              <a:extLst>
                <a:ext uri="{FF2B5EF4-FFF2-40B4-BE49-F238E27FC236}">
                  <a16:creationId xmlns:a16="http://schemas.microsoft.com/office/drawing/2014/main" id="{81D8FF02-B455-96EC-2674-D5EA9DC8F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9" name="Line 189">
              <a:extLst>
                <a:ext uri="{FF2B5EF4-FFF2-40B4-BE49-F238E27FC236}">
                  <a16:creationId xmlns:a16="http://schemas.microsoft.com/office/drawing/2014/main" id="{6CA7A1BF-93D4-605B-A62A-C85616B03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074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0" name="Line 196">
              <a:extLst>
                <a:ext uri="{FF2B5EF4-FFF2-40B4-BE49-F238E27FC236}">
                  <a16:creationId xmlns:a16="http://schemas.microsoft.com/office/drawing/2014/main" id="{915D6875-8585-1269-CC18-163DAE95B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675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1" name="Line 197">
              <a:extLst>
                <a:ext uri="{FF2B5EF4-FFF2-40B4-BE49-F238E27FC236}">
                  <a16:creationId xmlns:a16="http://schemas.microsoft.com/office/drawing/2014/main" id="{27667D44-D1E5-71CD-F52C-B9ECE128F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2" name="Line 198">
              <a:extLst>
                <a:ext uri="{FF2B5EF4-FFF2-40B4-BE49-F238E27FC236}">
                  <a16:creationId xmlns:a16="http://schemas.microsoft.com/office/drawing/2014/main" id="{0D68D0C4-D255-DDE2-C32C-0DC2D6AE4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3" name="Line 199">
              <a:extLst>
                <a:ext uri="{FF2B5EF4-FFF2-40B4-BE49-F238E27FC236}">
                  <a16:creationId xmlns:a16="http://schemas.microsoft.com/office/drawing/2014/main" id="{3215FD7C-90E9-3269-AE74-DE7C00B00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4" name="Line 200">
              <a:extLst>
                <a:ext uri="{FF2B5EF4-FFF2-40B4-BE49-F238E27FC236}">
                  <a16:creationId xmlns:a16="http://schemas.microsoft.com/office/drawing/2014/main" id="{DC721D55-8C4C-2E05-7616-EDF3E9A426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5" name="Rectangle 201">
              <a:extLst>
                <a:ext uri="{FF2B5EF4-FFF2-40B4-BE49-F238E27FC236}">
                  <a16:creationId xmlns:a16="http://schemas.microsoft.com/office/drawing/2014/main" id="{D8BE3AE0-DCD8-4B62-9C4D-7F07CB17E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6" name="Rectangle 202">
              <a:extLst>
                <a:ext uri="{FF2B5EF4-FFF2-40B4-BE49-F238E27FC236}">
                  <a16:creationId xmlns:a16="http://schemas.microsoft.com/office/drawing/2014/main" id="{E2E15A34-5EF1-D80B-A8C1-5B18594C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287" y="6129964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7" name="Rectangle 203">
              <a:extLst>
                <a:ext uri="{FF2B5EF4-FFF2-40B4-BE49-F238E27FC236}">
                  <a16:creationId xmlns:a16="http://schemas.microsoft.com/office/drawing/2014/main" id="{FDE7BE9E-A631-D659-A082-098FB1F7A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5772948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8" name="Rectangle 204">
              <a:extLst>
                <a:ext uri="{FF2B5EF4-FFF2-40B4-BE49-F238E27FC236}">
                  <a16:creationId xmlns:a16="http://schemas.microsoft.com/office/drawing/2014/main" id="{77F65C7C-DB6C-848F-06D0-4F99C2BED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844" y="5416827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9" name="Line 205">
              <a:extLst>
                <a:ext uri="{FF2B5EF4-FFF2-40B4-BE49-F238E27FC236}">
                  <a16:creationId xmlns:a16="http://schemas.microsoft.com/office/drawing/2014/main" id="{0E026B23-1429-1CF7-F80C-B3924B4BB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834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0" name="Freeform 206">
              <a:extLst>
                <a:ext uri="{FF2B5EF4-FFF2-40B4-BE49-F238E27FC236}">
                  <a16:creationId xmlns:a16="http://schemas.microsoft.com/office/drawing/2014/main" id="{2DB7359F-B6B4-9E6E-BD4A-EBCE9175D0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759" y="6273301"/>
              <a:ext cx="1086322" cy="245269"/>
            </a:xfrm>
            <a:custGeom>
              <a:avLst/>
              <a:gdLst>
                <a:gd name="T0" fmla="*/ 223 w 782"/>
                <a:gd name="T1" fmla="*/ 436 h 436"/>
                <a:gd name="T2" fmla="*/ 223 w 782"/>
                <a:gd name="T3" fmla="*/ 0 h 436"/>
                <a:gd name="T4" fmla="*/ 0 w 782"/>
                <a:gd name="T5" fmla="*/ 0 h 436"/>
                <a:gd name="T6" fmla="*/ 0 w 782"/>
                <a:gd name="T7" fmla="*/ 436 h 436"/>
                <a:gd name="T8" fmla="*/ 223 w 782"/>
                <a:gd name="T9" fmla="*/ 436 h 436"/>
                <a:gd name="T10" fmla="*/ 503 w 782"/>
                <a:gd name="T11" fmla="*/ 436 h 436"/>
                <a:gd name="T12" fmla="*/ 503 w 782"/>
                <a:gd name="T13" fmla="*/ 0 h 436"/>
                <a:gd name="T14" fmla="*/ 279 w 782"/>
                <a:gd name="T15" fmla="*/ 0 h 436"/>
                <a:gd name="T16" fmla="*/ 279 w 782"/>
                <a:gd name="T17" fmla="*/ 436 h 436"/>
                <a:gd name="T18" fmla="*/ 503 w 782"/>
                <a:gd name="T19" fmla="*/ 436 h 436"/>
                <a:gd name="T20" fmla="*/ 782 w 782"/>
                <a:gd name="T21" fmla="*/ 436 h 436"/>
                <a:gd name="T22" fmla="*/ 782 w 782"/>
                <a:gd name="T23" fmla="*/ 0 h 436"/>
                <a:gd name="T24" fmla="*/ 559 w 782"/>
                <a:gd name="T25" fmla="*/ 0 h 436"/>
                <a:gd name="T26" fmla="*/ 559 w 782"/>
                <a:gd name="T27" fmla="*/ 436 h 436"/>
                <a:gd name="T28" fmla="*/ 782 w 782"/>
                <a:gd name="T29" fmla="*/ 436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82" h="436">
                  <a:moveTo>
                    <a:pt x="223" y="436"/>
                  </a:moveTo>
                  <a:lnTo>
                    <a:pt x="223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223" y="436"/>
                  </a:lnTo>
                  <a:close/>
                  <a:moveTo>
                    <a:pt x="503" y="436"/>
                  </a:moveTo>
                  <a:lnTo>
                    <a:pt x="503" y="0"/>
                  </a:lnTo>
                  <a:lnTo>
                    <a:pt x="279" y="0"/>
                  </a:lnTo>
                  <a:lnTo>
                    <a:pt x="279" y="436"/>
                  </a:lnTo>
                  <a:lnTo>
                    <a:pt x="503" y="436"/>
                  </a:lnTo>
                  <a:close/>
                  <a:moveTo>
                    <a:pt x="782" y="436"/>
                  </a:moveTo>
                  <a:lnTo>
                    <a:pt x="782" y="0"/>
                  </a:lnTo>
                  <a:lnTo>
                    <a:pt x="559" y="0"/>
                  </a:lnTo>
                  <a:lnTo>
                    <a:pt x="559" y="436"/>
                  </a:lnTo>
                  <a:lnTo>
                    <a:pt x="782" y="436"/>
                  </a:lnTo>
                  <a:close/>
                </a:path>
              </a:pathLst>
            </a:custGeom>
            <a:solidFill>
              <a:srgbClr val="0072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" name="Rectangle 207">
              <a:extLst>
                <a:ext uri="{FF2B5EF4-FFF2-40B4-BE49-F238E27FC236}">
                  <a16:creationId xmlns:a16="http://schemas.microsoft.com/office/drawing/2014/main" id="{EDB5867A-D8CB-E40E-96CA-D6A8A1ECA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964" y="6273301"/>
              <a:ext cx="308622" cy="251620"/>
            </a:xfrm>
            <a:prstGeom prst="rect">
              <a:avLst/>
            </a:pr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" name="Rectangle 208">
              <a:extLst>
                <a:ext uri="{FF2B5EF4-FFF2-40B4-BE49-F238E27FC236}">
                  <a16:creationId xmlns:a16="http://schemas.microsoft.com/office/drawing/2014/main" id="{1C653B21-A5B6-D36D-682D-6C9664DED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47" y="5948840"/>
              <a:ext cx="321020" cy="574294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" name="Rectangle 209">
              <a:extLst>
                <a:ext uri="{FF2B5EF4-FFF2-40B4-BE49-F238E27FC236}">
                  <a16:creationId xmlns:a16="http://schemas.microsoft.com/office/drawing/2014/main" id="{4F7AD8C0-5218-0F91-6BD3-82ABB4C44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069" y="5676511"/>
              <a:ext cx="315239" cy="845607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" name="Rectangle 37">
              <a:extLst>
                <a:ext uri="{FF2B5EF4-FFF2-40B4-BE49-F238E27FC236}">
                  <a16:creationId xmlns:a16="http://schemas.microsoft.com/office/drawing/2014/main" id="{E534F070-8BCB-A973-1191-45E0276AC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79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7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160:5:0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5" name="Rectangle 38">
              <a:extLst>
                <a:ext uri="{FF2B5EF4-FFF2-40B4-BE49-F238E27FC236}">
                  <a16:creationId xmlns:a16="http://schemas.microsoft.com/office/drawing/2014/main" id="{1AA52F4A-9177-4757-0243-E40B858A5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903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6" name="Rectangle 39">
              <a:extLst>
                <a:ext uri="{FF2B5EF4-FFF2-40B4-BE49-F238E27FC236}">
                  <a16:creationId xmlns:a16="http://schemas.microsoft.com/office/drawing/2014/main" id="{4CBB621A-D597-84FA-9C0A-BE21BDE2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125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160:5:2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72B4199A-DB5E-C889-D1FC-21842A03146B}"/>
                </a:ext>
              </a:extLst>
            </p:cNvPr>
            <p:cNvSpPr txBox="1"/>
            <p:nvPr/>
          </p:nvSpPr>
          <p:spPr>
            <a:xfrm rot="16200000">
              <a:off x="-327495" y="5787784"/>
              <a:ext cx="15632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최대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420F4781-B387-7634-8290-043DEBA3633E}"/>
                </a:ext>
              </a:extLst>
            </p:cNvPr>
            <p:cNvSpPr txBox="1"/>
            <p:nvPr/>
          </p:nvSpPr>
          <p:spPr>
            <a:xfrm>
              <a:off x="733369" y="6223340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1.67</a:t>
              </a:r>
              <a:endParaRPr lang="ko-KR" altLang="en-US" sz="1050" b="1" i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9F55C84-A7FF-29E4-4928-7C23030DCAB8}"/>
                </a:ext>
              </a:extLst>
            </p:cNvPr>
            <p:cNvSpPr txBox="1"/>
            <p:nvPr/>
          </p:nvSpPr>
          <p:spPr>
            <a:xfrm>
              <a:off x="1141274" y="5904288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3.62</a:t>
              </a:r>
              <a:endParaRPr lang="ko-KR" altLang="en-US" sz="1050" b="1" i="1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27E40297-BF11-9C1D-A03F-5A23F34AE3E4}"/>
                </a:ext>
              </a:extLst>
            </p:cNvPr>
            <p:cNvSpPr txBox="1"/>
            <p:nvPr/>
          </p:nvSpPr>
          <p:spPr>
            <a:xfrm>
              <a:off x="1528219" y="5642143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4.27</a:t>
              </a:r>
              <a:endParaRPr lang="ko-KR" altLang="en-US" sz="1050" b="1" i="1" dirty="0"/>
            </a:p>
          </p:txBody>
        </p:sp>
        <p:sp>
          <p:nvSpPr>
            <p:cNvPr id="171" name="Rectangle 176">
              <a:extLst>
                <a:ext uri="{FF2B5EF4-FFF2-40B4-BE49-F238E27FC236}">
                  <a16:creationId xmlns:a16="http://schemas.microsoft.com/office/drawing/2014/main" id="{D281C5CF-6622-F99A-63F2-8774B0E13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34" y="513939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2" name="Rectangle 209">
              <a:extLst>
                <a:ext uri="{FF2B5EF4-FFF2-40B4-BE49-F238E27FC236}">
                  <a16:creationId xmlns:a16="http://schemas.microsoft.com/office/drawing/2014/main" id="{545E118C-45FD-B944-1C97-5370E7C22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348" y="5266947"/>
              <a:ext cx="324452" cy="1251624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4AD26CB-A3F0-D94C-D740-090B76C329BD}"/>
                </a:ext>
              </a:extLst>
            </p:cNvPr>
            <p:cNvSpPr txBox="1"/>
            <p:nvPr/>
          </p:nvSpPr>
          <p:spPr>
            <a:xfrm>
              <a:off x="1913245" y="5238225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7.17</a:t>
              </a:r>
              <a:endParaRPr lang="ko-KR" altLang="en-US" sz="1050" b="1" i="1" dirty="0"/>
            </a:p>
          </p:txBody>
        </p:sp>
        <p:sp>
          <p:nvSpPr>
            <p:cNvPr id="174" name="Rectangle 39">
              <a:extLst>
                <a:ext uri="{FF2B5EF4-FFF2-40B4-BE49-F238E27FC236}">
                  <a16:creationId xmlns:a16="http://schemas.microsoft.com/office/drawing/2014/main" id="{98A9F915-FEF0-4D81-85C2-CCD208E2D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199" y="6534964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160:5:3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5" name="Rectangle 176">
              <a:extLst>
                <a:ext uri="{FF2B5EF4-FFF2-40B4-BE49-F238E27FC236}">
                  <a16:creationId xmlns:a16="http://schemas.microsoft.com/office/drawing/2014/main" id="{0F8396D7-B238-93FE-BB5E-4399CB2A0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930" y="513324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CBC39F38-CA34-07AB-179E-5777613F3549}"/>
                </a:ext>
              </a:extLst>
            </p:cNvPr>
            <p:cNvSpPr txBox="1"/>
            <p:nvPr/>
          </p:nvSpPr>
          <p:spPr>
            <a:xfrm>
              <a:off x="2308232" y="4863838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9.33</a:t>
              </a:r>
              <a:endParaRPr lang="ko-KR" altLang="en-US" sz="1050" b="1" i="1" dirty="0"/>
            </a:p>
          </p:txBody>
        </p:sp>
        <p:sp>
          <p:nvSpPr>
            <p:cNvPr id="178" name="Rectangle 39">
              <a:extLst>
                <a:ext uri="{FF2B5EF4-FFF2-40B4-BE49-F238E27FC236}">
                  <a16:creationId xmlns:a16="http://schemas.microsoft.com/office/drawing/2014/main" id="{322E34D0-8BA2-466B-7CA3-C4B348148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600" y="6537269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160:5:4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6" name="Rectangle 209">
              <a:extLst>
                <a:ext uri="{FF2B5EF4-FFF2-40B4-BE49-F238E27FC236}">
                  <a16:creationId xmlns:a16="http://schemas.microsoft.com/office/drawing/2014/main" id="{30716553-68CD-AD7C-D500-6A79A4D30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081" y="4909351"/>
              <a:ext cx="324452" cy="1609709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83572B6F-1E65-1F85-7852-B88AA472BF4D}"/>
              </a:ext>
            </a:extLst>
          </p:cNvPr>
          <p:cNvGrpSpPr/>
          <p:nvPr/>
        </p:nvGrpSpPr>
        <p:grpSpPr>
          <a:xfrm>
            <a:off x="5889697" y="4178107"/>
            <a:ext cx="2447784" cy="1805860"/>
            <a:chOff x="327172" y="5052140"/>
            <a:chExt cx="2447784" cy="1805860"/>
          </a:xfrm>
        </p:grpSpPr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7EDA27E7-EF53-279D-B5E3-CDED5A7F182A}"/>
                </a:ext>
              </a:extLst>
            </p:cNvPr>
            <p:cNvSpPr txBox="1"/>
            <p:nvPr/>
          </p:nvSpPr>
          <p:spPr>
            <a:xfrm>
              <a:off x="1478806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81" name="Rectangle 168">
              <a:extLst>
                <a:ext uri="{FF2B5EF4-FFF2-40B4-BE49-F238E27FC236}">
                  <a16:creationId xmlns:a16="http://schemas.microsoft.com/office/drawing/2014/main" id="{A80B30EE-67C0-37DC-F783-7DCB611B6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76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" name="Rectangle 169">
              <a:extLst>
                <a:ext uri="{FF2B5EF4-FFF2-40B4-BE49-F238E27FC236}">
                  <a16:creationId xmlns:a16="http://schemas.microsoft.com/office/drawing/2014/main" id="{AF943943-F978-9000-0D07-9B01A4465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01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3" name="Rectangle 170">
              <a:extLst>
                <a:ext uri="{FF2B5EF4-FFF2-40B4-BE49-F238E27FC236}">
                  <a16:creationId xmlns:a16="http://schemas.microsoft.com/office/drawing/2014/main" id="{B77D1E51-B494-2112-C711-F3F1D4421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588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4" name="Rectangle 171">
              <a:extLst>
                <a:ext uri="{FF2B5EF4-FFF2-40B4-BE49-F238E27FC236}">
                  <a16:creationId xmlns:a16="http://schemas.microsoft.com/office/drawing/2014/main" id="{A0DA56A2-0D53-D8AD-6334-443E37616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511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5" name="Rectangle 172">
              <a:extLst>
                <a:ext uri="{FF2B5EF4-FFF2-40B4-BE49-F238E27FC236}">
                  <a16:creationId xmlns:a16="http://schemas.microsoft.com/office/drawing/2014/main" id="{0DD79F0F-809E-E571-20FE-982F70E49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286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6" name="Rectangle 173">
              <a:extLst>
                <a:ext uri="{FF2B5EF4-FFF2-40B4-BE49-F238E27FC236}">
                  <a16:creationId xmlns:a16="http://schemas.microsoft.com/office/drawing/2014/main" id="{F49FEEF0-4FAE-BC88-7630-757FC990A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686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7" name="Rectangle 174">
              <a:extLst>
                <a:ext uri="{FF2B5EF4-FFF2-40B4-BE49-F238E27FC236}">
                  <a16:creationId xmlns:a16="http://schemas.microsoft.com/office/drawing/2014/main" id="{49F0207D-B682-E0D4-65B2-12898B01F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18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8" name="Rectangle 175">
              <a:extLst>
                <a:ext uri="{FF2B5EF4-FFF2-40B4-BE49-F238E27FC236}">
                  <a16:creationId xmlns:a16="http://schemas.microsoft.com/office/drawing/2014/main" id="{41A3933E-CCF2-10E4-1759-90771035A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234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9" name="Rectangle 176">
              <a:extLst>
                <a:ext uri="{FF2B5EF4-FFF2-40B4-BE49-F238E27FC236}">
                  <a16:creationId xmlns:a16="http://schemas.microsoft.com/office/drawing/2014/main" id="{17295BD9-E663-E6BC-5288-24837EA92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009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0" name="Rectangle 177">
              <a:extLst>
                <a:ext uri="{FF2B5EF4-FFF2-40B4-BE49-F238E27FC236}">
                  <a16:creationId xmlns:a16="http://schemas.microsoft.com/office/drawing/2014/main" id="{D75226CB-AE07-ECBB-600A-E8ECC664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1" name="Rectangle 178">
              <a:extLst>
                <a:ext uri="{FF2B5EF4-FFF2-40B4-BE49-F238E27FC236}">
                  <a16:creationId xmlns:a16="http://schemas.microsoft.com/office/drawing/2014/main" id="{3063D6A2-FD86-639F-0341-B2F72C00C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2" name="Rectangle 179">
              <a:extLst>
                <a:ext uri="{FF2B5EF4-FFF2-40B4-BE49-F238E27FC236}">
                  <a16:creationId xmlns:a16="http://schemas.microsoft.com/office/drawing/2014/main" id="{B88E44CB-AFA8-2137-79B2-9E4C12B5B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3" name="Rectangle 180">
              <a:extLst>
                <a:ext uri="{FF2B5EF4-FFF2-40B4-BE49-F238E27FC236}">
                  <a16:creationId xmlns:a16="http://schemas.microsoft.com/office/drawing/2014/main" id="{1ED9EF46-0BF1-C4C6-5F6A-8DC7B6150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4" name="Rectangle 181">
              <a:extLst>
                <a:ext uri="{FF2B5EF4-FFF2-40B4-BE49-F238E27FC236}">
                  <a16:creationId xmlns:a16="http://schemas.microsoft.com/office/drawing/2014/main" id="{9ADBD6D5-D5DD-E272-6D40-1A93A0C86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5" name="Rectangle 182">
              <a:extLst>
                <a:ext uri="{FF2B5EF4-FFF2-40B4-BE49-F238E27FC236}">
                  <a16:creationId xmlns:a16="http://schemas.microsoft.com/office/drawing/2014/main" id="{93BB3979-8A43-6E6B-AA44-64A53848F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6" name="Rectangle 183">
              <a:extLst>
                <a:ext uri="{FF2B5EF4-FFF2-40B4-BE49-F238E27FC236}">
                  <a16:creationId xmlns:a16="http://schemas.microsoft.com/office/drawing/2014/main" id="{D0080FCF-4E88-0A23-F02B-1E5E2B29A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7" name="Rectangle 184">
              <a:extLst>
                <a:ext uri="{FF2B5EF4-FFF2-40B4-BE49-F238E27FC236}">
                  <a16:creationId xmlns:a16="http://schemas.microsoft.com/office/drawing/2014/main" id="{2EFCC3A2-452F-5537-4035-2B5A99AFD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8" name="Rectangle 185">
              <a:extLst>
                <a:ext uri="{FF2B5EF4-FFF2-40B4-BE49-F238E27FC236}">
                  <a16:creationId xmlns:a16="http://schemas.microsoft.com/office/drawing/2014/main" id="{3EAAD8F6-4CCD-CC86-CE91-E010BF37F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9" name="Rectangle 186">
              <a:extLst>
                <a:ext uri="{FF2B5EF4-FFF2-40B4-BE49-F238E27FC236}">
                  <a16:creationId xmlns:a16="http://schemas.microsoft.com/office/drawing/2014/main" id="{880ABF87-51BC-7E41-FC45-67CBD9D50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0" name="Rectangle 187">
              <a:extLst>
                <a:ext uri="{FF2B5EF4-FFF2-40B4-BE49-F238E27FC236}">
                  <a16:creationId xmlns:a16="http://schemas.microsoft.com/office/drawing/2014/main" id="{3C74C7E1-4331-4298-656A-70E096BB2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1" name="Rectangle 188">
              <a:extLst>
                <a:ext uri="{FF2B5EF4-FFF2-40B4-BE49-F238E27FC236}">
                  <a16:creationId xmlns:a16="http://schemas.microsoft.com/office/drawing/2014/main" id="{353DEDAE-546F-28BE-EC2F-347E6EC52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675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2" name="Line 189">
              <a:extLst>
                <a:ext uri="{FF2B5EF4-FFF2-40B4-BE49-F238E27FC236}">
                  <a16:creationId xmlns:a16="http://schemas.microsoft.com/office/drawing/2014/main" id="{9D305793-8126-13D2-75CC-1FD6B3B7F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074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3" name="Line 196">
              <a:extLst>
                <a:ext uri="{FF2B5EF4-FFF2-40B4-BE49-F238E27FC236}">
                  <a16:creationId xmlns:a16="http://schemas.microsoft.com/office/drawing/2014/main" id="{628BDD38-2D51-6181-8A06-9DD8264F9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675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4" name="Line 197">
              <a:extLst>
                <a:ext uri="{FF2B5EF4-FFF2-40B4-BE49-F238E27FC236}">
                  <a16:creationId xmlns:a16="http://schemas.microsoft.com/office/drawing/2014/main" id="{DD294B7C-BCDB-B8FC-3D93-6DFE1F313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5" name="Line 198">
              <a:extLst>
                <a:ext uri="{FF2B5EF4-FFF2-40B4-BE49-F238E27FC236}">
                  <a16:creationId xmlns:a16="http://schemas.microsoft.com/office/drawing/2014/main" id="{D27685EE-18BC-BCF9-C681-43886524E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6" name="Line 199">
              <a:extLst>
                <a:ext uri="{FF2B5EF4-FFF2-40B4-BE49-F238E27FC236}">
                  <a16:creationId xmlns:a16="http://schemas.microsoft.com/office/drawing/2014/main" id="{91B4E205-4345-4BA7-FB5B-77C6D7D1F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7" name="Line 200">
              <a:extLst>
                <a:ext uri="{FF2B5EF4-FFF2-40B4-BE49-F238E27FC236}">
                  <a16:creationId xmlns:a16="http://schemas.microsoft.com/office/drawing/2014/main" id="{B4B1BCC3-C85E-CA30-AF2A-5DD988F5E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675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8" name="Rectangle 201">
              <a:extLst>
                <a:ext uri="{FF2B5EF4-FFF2-40B4-BE49-F238E27FC236}">
                  <a16:creationId xmlns:a16="http://schemas.microsoft.com/office/drawing/2014/main" id="{0DBD3BA7-5A6C-D448-E149-C69C94AA2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886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9" name="Rectangle 202">
              <a:extLst>
                <a:ext uri="{FF2B5EF4-FFF2-40B4-BE49-F238E27FC236}">
                  <a16:creationId xmlns:a16="http://schemas.microsoft.com/office/drawing/2014/main" id="{9E1F31AA-D319-3996-D33F-B9D93E12D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840" y="6114597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solidFill>
                    <a:srgbClr val="262626"/>
                  </a:solidFill>
                </a:rPr>
                <a:t>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0" name="Rectangle 203">
              <a:extLst>
                <a:ext uri="{FF2B5EF4-FFF2-40B4-BE49-F238E27FC236}">
                  <a16:creationId xmlns:a16="http://schemas.microsoft.com/office/drawing/2014/main" id="{156FF9B3-C2B3-90D6-E3F5-504B5A90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378" y="5767589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1" name="Rectangle 204">
              <a:extLst>
                <a:ext uri="{FF2B5EF4-FFF2-40B4-BE49-F238E27FC236}">
                  <a16:creationId xmlns:a16="http://schemas.microsoft.com/office/drawing/2014/main" id="{E43AB21F-B3F4-612E-F9A3-D645ECAD3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166" y="5398521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6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2" name="Line 205">
              <a:extLst>
                <a:ext uri="{FF2B5EF4-FFF2-40B4-BE49-F238E27FC236}">
                  <a16:creationId xmlns:a16="http://schemas.microsoft.com/office/drawing/2014/main" id="{0B66A48F-4FD4-BD71-57B3-A3B8DDDF6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834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5" name="Rectangle 208">
              <a:extLst>
                <a:ext uri="{FF2B5EF4-FFF2-40B4-BE49-F238E27FC236}">
                  <a16:creationId xmlns:a16="http://schemas.microsoft.com/office/drawing/2014/main" id="{DE427069-AE12-6194-D47D-DF90600F1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447" y="5318306"/>
              <a:ext cx="321020" cy="1198478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6" name="Rectangle 209">
              <a:extLst>
                <a:ext uri="{FF2B5EF4-FFF2-40B4-BE49-F238E27FC236}">
                  <a16:creationId xmlns:a16="http://schemas.microsoft.com/office/drawing/2014/main" id="{0C6976B2-5F94-152A-8F31-154694ACB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5069" y="5594813"/>
              <a:ext cx="315239" cy="927305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7" name="Rectangle 37">
              <a:extLst>
                <a:ext uri="{FF2B5EF4-FFF2-40B4-BE49-F238E27FC236}">
                  <a16:creationId xmlns:a16="http://schemas.microsoft.com/office/drawing/2014/main" id="{0770767E-1829-21BC-FF98-3A042109B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79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7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160:5:0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" name="Rectangle 38">
              <a:extLst>
                <a:ext uri="{FF2B5EF4-FFF2-40B4-BE49-F238E27FC236}">
                  <a16:creationId xmlns:a16="http://schemas.microsoft.com/office/drawing/2014/main" id="{E56B1DFC-F9DD-A1FD-FC12-CA822BDFB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903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9" name="Rectangle 39">
              <a:extLst>
                <a:ext uri="{FF2B5EF4-FFF2-40B4-BE49-F238E27FC236}">
                  <a16:creationId xmlns:a16="http://schemas.microsoft.com/office/drawing/2014/main" id="{F0AC33C9-06F8-5EC1-C9DE-6591C0349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125" y="6531858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160:5:2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0" name="TextBox 669">
              <a:extLst>
                <a:ext uri="{FF2B5EF4-FFF2-40B4-BE49-F238E27FC236}">
                  <a16:creationId xmlns:a16="http://schemas.microsoft.com/office/drawing/2014/main" id="{E87341A3-2A1E-DDD7-89D9-749B9C51094E}"/>
                </a:ext>
              </a:extLst>
            </p:cNvPr>
            <p:cNvSpPr txBox="1"/>
            <p:nvPr/>
          </p:nvSpPr>
          <p:spPr>
            <a:xfrm rot="16200000">
              <a:off x="-297037" y="5787784"/>
              <a:ext cx="15023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재방문주기 총합</a:t>
              </a:r>
              <a:r>
                <a:rPr lang="en-US" altLang="ko-KR" sz="1050" b="1" i="1" dirty="0"/>
                <a:t> (</a:t>
              </a:r>
              <a:r>
                <a:rPr lang="en-US" altLang="ko-KR" sz="1050" b="1" i="1" dirty="0" err="1"/>
                <a:t>hr</a:t>
              </a:r>
              <a:r>
                <a:rPr lang="en-US" altLang="ko-KR" sz="1050" b="1" i="1" dirty="0"/>
                <a:t>)</a:t>
              </a:r>
              <a:endParaRPr lang="ko-KR" altLang="en-US" sz="1050" b="1" i="1" dirty="0"/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A5F24668-96AA-1607-5D50-748CD4354A0C}"/>
                </a:ext>
              </a:extLst>
            </p:cNvPr>
            <p:cNvSpPr txBox="1"/>
            <p:nvPr/>
          </p:nvSpPr>
          <p:spPr>
            <a:xfrm>
              <a:off x="743237" y="5832469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7.45</a:t>
              </a:r>
              <a:endParaRPr lang="ko-KR" altLang="en-US" sz="1050" b="1" i="1" dirty="0"/>
            </a:p>
          </p:txBody>
        </p:sp>
        <p:sp>
          <p:nvSpPr>
            <p:cNvPr id="672" name="TextBox 671">
              <a:extLst>
                <a:ext uri="{FF2B5EF4-FFF2-40B4-BE49-F238E27FC236}">
                  <a16:creationId xmlns:a16="http://schemas.microsoft.com/office/drawing/2014/main" id="{1B76C4F4-88A4-D03A-3B4C-9A9DEAB7AD9E}"/>
                </a:ext>
              </a:extLst>
            </p:cNvPr>
            <p:cNvSpPr txBox="1"/>
            <p:nvPr/>
          </p:nvSpPr>
          <p:spPr>
            <a:xfrm>
              <a:off x="1126682" y="5288970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6.75</a:t>
              </a:r>
              <a:endParaRPr lang="ko-KR" altLang="en-US" sz="1050" b="1" i="1" dirty="0"/>
            </a:p>
          </p:txBody>
        </p:sp>
        <p:sp>
          <p:nvSpPr>
            <p:cNvPr id="673" name="TextBox 672">
              <a:extLst>
                <a:ext uri="{FF2B5EF4-FFF2-40B4-BE49-F238E27FC236}">
                  <a16:creationId xmlns:a16="http://schemas.microsoft.com/office/drawing/2014/main" id="{1D4E085F-72FD-51BC-5218-F23027F56B00}"/>
                </a:ext>
              </a:extLst>
            </p:cNvPr>
            <p:cNvSpPr txBox="1"/>
            <p:nvPr/>
          </p:nvSpPr>
          <p:spPr>
            <a:xfrm>
              <a:off x="1524270" y="5557099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5.62</a:t>
              </a:r>
              <a:endParaRPr lang="ko-KR" altLang="en-US" sz="1050" b="1" i="1" dirty="0"/>
            </a:p>
          </p:txBody>
        </p:sp>
        <p:sp>
          <p:nvSpPr>
            <p:cNvPr id="674" name="Rectangle 176">
              <a:extLst>
                <a:ext uri="{FF2B5EF4-FFF2-40B4-BE49-F238E27FC236}">
                  <a16:creationId xmlns:a16="http://schemas.microsoft.com/office/drawing/2014/main" id="{903199FD-4966-9BEE-4F90-ECCEADEAE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8334" y="5134633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5" name="Rectangle 209">
              <a:extLst>
                <a:ext uri="{FF2B5EF4-FFF2-40B4-BE49-F238E27FC236}">
                  <a16:creationId xmlns:a16="http://schemas.microsoft.com/office/drawing/2014/main" id="{8B77F9ED-C8CE-C0A2-F89B-30FB9CC2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348" y="5376183"/>
              <a:ext cx="324452" cy="1142388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6" name="TextBox 675">
              <a:extLst>
                <a:ext uri="{FF2B5EF4-FFF2-40B4-BE49-F238E27FC236}">
                  <a16:creationId xmlns:a16="http://schemas.microsoft.com/office/drawing/2014/main" id="{BAAA8CA8-F147-3AA2-C93E-7E50F5BF9530}"/>
                </a:ext>
              </a:extLst>
            </p:cNvPr>
            <p:cNvSpPr txBox="1"/>
            <p:nvPr/>
          </p:nvSpPr>
          <p:spPr>
            <a:xfrm>
              <a:off x="1914470" y="5336121"/>
              <a:ext cx="45557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b="1" i="1" dirty="0"/>
                <a:t>6.29</a:t>
              </a:r>
              <a:endParaRPr lang="ko-KR" altLang="en-US" sz="1050" b="1" i="1" dirty="0"/>
            </a:p>
          </p:txBody>
        </p:sp>
        <p:sp>
          <p:nvSpPr>
            <p:cNvPr id="677" name="Rectangle 39">
              <a:extLst>
                <a:ext uri="{FF2B5EF4-FFF2-40B4-BE49-F238E27FC236}">
                  <a16:creationId xmlns:a16="http://schemas.microsoft.com/office/drawing/2014/main" id="{7432D2AB-7D92-CB05-099B-06CE6A4AD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549" y="6534964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160:5:3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8" name="Rectangle 176">
              <a:extLst>
                <a:ext uri="{FF2B5EF4-FFF2-40B4-BE49-F238E27FC236}">
                  <a16:creationId xmlns:a16="http://schemas.microsoft.com/office/drawing/2014/main" id="{32F106D1-2FE1-95A1-8216-DA4C57BCB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930" y="5138003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9" name="Rectangle 209">
              <a:extLst>
                <a:ext uri="{FF2B5EF4-FFF2-40B4-BE49-F238E27FC236}">
                  <a16:creationId xmlns:a16="http://schemas.microsoft.com/office/drawing/2014/main" id="{A4D7075B-7A48-8284-CC06-0A14CD9A1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081" y="5100943"/>
              <a:ext cx="324452" cy="1418117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95AAA56B-1C7E-46B8-C748-3F6D53A0102A}"/>
                </a:ext>
              </a:extLst>
            </p:cNvPr>
            <p:cNvSpPr txBox="1"/>
            <p:nvPr/>
          </p:nvSpPr>
          <p:spPr>
            <a:xfrm>
              <a:off x="2319382" y="5052140"/>
              <a:ext cx="4555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8.14</a:t>
              </a:r>
              <a:endParaRPr lang="ko-KR" altLang="en-US" sz="1050" b="1" i="1" dirty="0"/>
            </a:p>
          </p:txBody>
        </p:sp>
        <p:sp>
          <p:nvSpPr>
            <p:cNvPr id="681" name="Rectangle 39">
              <a:extLst>
                <a:ext uri="{FF2B5EF4-FFF2-40B4-BE49-F238E27FC236}">
                  <a16:creationId xmlns:a16="http://schemas.microsoft.com/office/drawing/2014/main" id="{2876279F-7F7C-B7F9-CF84-552D6E200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1900" y="6529332"/>
              <a:ext cx="299762" cy="107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700" dirty="0">
                  <a:solidFill>
                    <a:srgbClr val="262626"/>
                  </a:solidFill>
                </a:rPr>
                <a:t>160:5:4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82" name="Rectangle 188">
            <a:extLst>
              <a:ext uri="{FF2B5EF4-FFF2-40B4-BE49-F238E27FC236}">
                <a16:creationId xmlns:a16="http://schemas.microsoft.com/office/drawing/2014/main" id="{D07CE1A1-8C57-DCF1-A52C-519CB824B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624" y="4278420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5" name="Rectangle 204">
            <a:extLst>
              <a:ext uri="{FF2B5EF4-FFF2-40B4-BE49-F238E27FC236}">
                <a16:creationId xmlns:a16="http://schemas.microsoft.com/office/drawing/2014/main" id="{DA971D29-4E3E-60B4-DB28-410EAF739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031" y="4229099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2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6" name="Rectangle 204">
            <a:extLst>
              <a:ext uri="{FF2B5EF4-FFF2-40B4-BE49-F238E27FC236}">
                <a16:creationId xmlns:a16="http://schemas.microsoft.com/office/drawing/2014/main" id="{2EAD0DA5-737F-8F3C-4249-CE9751FAB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912" y="4217392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solidFill>
                  <a:srgbClr val="262626"/>
                </a:solidFill>
              </a:rPr>
              <a:t>8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7" name="Rectangle 204">
            <a:extLst>
              <a:ext uri="{FF2B5EF4-FFF2-40B4-BE49-F238E27FC236}">
                <a16:creationId xmlns:a16="http://schemas.microsoft.com/office/drawing/2014/main" id="{C5B32811-9D56-BEC1-BCF7-4D35D81DB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947" y="4227985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9EA8F73-0714-5B4C-7238-205CACF9E326}"/>
              </a:ext>
            </a:extLst>
          </p:cNvPr>
          <p:cNvSpPr txBox="1"/>
          <p:nvPr/>
        </p:nvSpPr>
        <p:spPr>
          <a:xfrm>
            <a:off x="5273987" y="4019935"/>
            <a:ext cx="4555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i="1" dirty="0"/>
              <a:t>9.33</a:t>
            </a:r>
            <a:endParaRPr lang="ko-KR" altLang="en-US" sz="1050" b="1" i="1" dirty="0"/>
          </a:p>
        </p:txBody>
      </p:sp>
      <p:sp>
        <p:nvSpPr>
          <p:cNvPr id="191" name="Rectangle 208">
            <a:extLst>
              <a:ext uri="{FF2B5EF4-FFF2-40B4-BE49-F238E27FC236}">
                <a16:creationId xmlns:a16="http://schemas.microsoft.com/office/drawing/2014/main" id="{B13A94FA-E9FD-F74B-8988-28E766150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115" y="4351097"/>
            <a:ext cx="321020" cy="1294972"/>
          </a:xfrm>
          <a:prstGeom prst="rect">
            <a:avLst/>
          </a:prstGeom>
          <a:solidFill>
            <a:srgbClr val="0070C0"/>
          </a:solidFill>
          <a:ln w="476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88" name="TextBox 687">
            <a:extLst>
              <a:ext uri="{FF2B5EF4-FFF2-40B4-BE49-F238E27FC236}">
                <a16:creationId xmlns:a16="http://schemas.microsoft.com/office/drawing/2014/main" id="{329FB1BB-B2B6-8920-F389-B8D27748DE88}"/>
              </a:ext>
            </a:extLst>
          </p:cNvPr>
          <p:cNvSpPr txBox="1"/>
          <p:nvPr/>
        </p:nvSpPr>
        <p:spPr>
          <a:xfrm>
            <a:off x="6332635" y="4311765"/>
            <a:ext cx="4555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i="1" dirty="0"/>
              <a:t>7.45</a:t>
            </a:r>
            <a:endParaRPr lang="ko-KR" altLang="en-US" sz="1050" b="1" i="1" dirty="0"/>
          </a:p>
        </p:txBody>
      </p:sp>
    </p:spTree>
    <p:extLst>
      <p:ext uri="{BB962C8B-B14F-4D97-AF65-F5344CB8AC3E}">
        <p14:creationId xmlns:p14="http://schemas.microsoft.com/office/powerpoint/2010/main" val="3823890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직사각형 800">
            <a:extLst>
              <a:ext uri="{FF2B5EF4-FFF2-40B4-BE49-F238E27FC236}">
                <a16:creationId xmlns:a16="http://schemas.microsoft.com/office/drawing/2014/main" id="{B28633B6-B100-1C32-958F-4B7E4A4859C9}"/>
              </a:ext>
            </a:extLst>
          </p:cNvPr>
          <p:cNvSpPr/>
          <p:nvPr/>
        </p:nvSpPr>
        <p:spPr bwMode="auto">
          <a:xfrm>
            <a:off x="254398" y="6415833"/>
            <a:ext cx="3318257" cy="3214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0DD9C0-DD24-B471-4429-5F9EE07B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30591"/>
                <a:ext cx="8629838" cy="5376968"/>
              </a:xfrm>
            </p:spPr>
            <p:txBody>
              <a:bodyPr/>
              <a:lstStyle/>
              <a:p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위성군의 커버리지 성능 분석</a:t>
                </a:r>
                <a:endParaRPr lang="en-US" altLang="ko-KR" dirty="0"/>
              </a:p>
              <a:p>
                <a:pPr lvl="1"/>
                <a:r>
                  <a:rPr lang="ko-KR" altLang="en-US" sz="1600" dirty="0"/>
                  <a:t>워커</a:t>
                </a:r>
                <a:r>
                  <a:rPr lang="en-US" altLang="ko-KR" sz="1600" dirty="0"/>
                  <a:t>-</a:t>
                </a:r>
                <a:r>
                  <a:rPr lang="ko-KR" altLang="en-US" sz="1600" dirty="0"/>
                  <a:t>델타 설계 파라미터 설정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1600" dirty="0"/>
                  <a:t> 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/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lvl="1"/>
                <a:endParaRPr lang="en-US" altLang="ko-KR" dirty="0"/>
              </a:p>
              <a:p>
                <a:pPr marL="216000" lvl="1" indent="0">
                  <a:buNone/>
                </a:pPr>
                <a:endParaRPr lang="en-US" altLang="ko-KR" dirty="0"/>
              </a:p>
              <a:p>
                <a:pPr lvl="1"/>
                <a:r>
                  <a:rPr lang="ko-KR" altLang="en-US" sz="1600" dirty="0"/>
                  <a:t>시뮬레이션 결과</a:t>
                </a: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0E9C4A-7699-57D3-082F-17BC41952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30591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E5EFF92-3009-8CBE-C346-E4522628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결과 </a:t>
            </a:r>
            <a:r>
              <a:rPr lang="en-US" altLang="ko-KR" dirty="0"/>
              <a:t>[1/3]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625585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총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위성 평면 수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평면 당 위성 수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상대 위도인수 차</a:t>
                          </a:r>
                          <a:r>
                            <a:rPr lang="en-US" altLang="ko-KR" sz="1100" dirty="0"/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0, 1, 2, 3, 4, 5, 6, 7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9" name="표 6">
                <a:extLst>
                  <a:ext uri="{FF2B5EF4-FFF2-40B4-BE49-F238E27FC236}">
                    <a16:creationId xmlns:a16="http://schemas.microsoft.com/office/drawing/2014/main" id="{1B257142-6943-BB51-DE5B-7C152501FC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625585"/>
                  </p:ext>
                </p:extLst>
              </p:nvPr>
            </p:nvGraphicFramePr>
            <p:xfrm>
              <a:off x="257075" y="1696531"/>
              <a:ext cx="8629843" cy="54980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092391">
                      <a:extLst>
                        <a:ext uri="{9D8B030D-6E8A-4147-A177-3AD203B41FA5}">
                          <a16:colId xmlns:a16="http://schemas.microsoft.com/office/drawing/2014/main" val="4223204722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447754351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216750550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323098599"/>
                        </a:ext>
                      </a:extLst>
                    </a:gridCol>
                    <a:gridCol w="1884363">
                      <a:extLst>
                        <a:ext uri="{9D8B030D-6E8A-4147-A177-3AD203B41FA5}">
                          <a16:colId xmlns:a16="http://schemas.microsoft.com/office/drawing/2014/main" val="3893787312"/>
                        </a:ext>
                      </a:extLst>
                    </a:gridCol>
                  </a:tblGrid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파라미터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252" t="-2174" r="-300971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7742" t="-2174" r="-200000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8576" t="-2174" r="-100647" b="-1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8576" t="-2174" r="-647" b="-11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29427"/>
                      </a:ext>
                    </a:extLst>
                  </a:tr>
                  <a:tr h="27490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값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rgbClr val="0070C0"/>
                              </a:solidFill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0, 1, 2, 3, 4, 5, 6, 7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70255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AB5E5187-4EF3-F7DF-EC04-9BCA25F2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171051"/>
                  </p:ext>
                </p:extLst>
              </p:nvPr>
            </p:nvGraphicFramePr>
            <p:xfrm>
              <a:off x="254046" y="2672889"/>
              <a:ext cx="8629840" cy="2304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/>
                            <a:t>상대 위도인수 차 </a:t>
                          </a:r>
                          <a:r>
                            <a:rPr lang="en-US" altLang="ko-KR" sz="110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100" b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oMath>
                          </a14:m>
                          <a:r>
                            <a:rPr lang="en-US" altLang="ko-KR" sz="1100" dirty="0"/>
                            <a:t>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(41.5%)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(32.38%)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(18.43%)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4.46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(6.19%)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28800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1.77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5.73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9.42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12.8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4.06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(5.63%)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5.59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(18.43%)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11.97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(16.63%)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20.0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(27.7%)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AB5E5187-4EF3-F7DF-EC04-9BCA25F2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171051"/>
                  </p:ext>
                </p:extLst>
              </p:nvPr>
            </p:nvGraphicFramePr>
            <p:xfrm>
              <a:off x="254046" y="2672889"/>
              <a:ext cx="8629840" cy="230400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585028">
                      <a:extLst>
                        <a:ext uri="{9D8B030D-6E8A-4147-A177-3AD203B41FA5}">
                          <a16:colId xmlns:a16="http://schemas.microsoft.com/office/drawing/2014/main" val="1921146225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298861209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1062237616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825568142"/>
                        </a:ext>
                      </a:extLst>
                    </a:gridCol>
                    <a:gridCol w="1761203">
                      <a:extLst>
                        <a:ext uri="{9D8B030D-6E8A-4147-A177-3AD203B41FA5}">
                          <a16:colId xmlns:a16="http://schemas.microsoft.com/office/drawing/2014/main" val="3780287059"/>
                        </a:ext>
                      </a:extLst>
                    </a:gridCol>
                  </a:tblGrid>
                  <a:tr h="2880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85" t="-2128" r="-445769" b="-7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3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2421506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평균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2.41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1.86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0.48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12015457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최대 재방문 주기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4.63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4.38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2.92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61666329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/>
                            <a:t>재방문주기 총합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29.88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(41.5%)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23.31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(32.38%)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13.27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(18.43%)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4.46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(6.19%)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899560"/>
                      </a:ext>
                    </a:extLst>
                  </a:tr>
                  <a:tr h="288000">
                    <a:tc rowSpan="4">
                      <a:txBody>
                        <a:bodyPr/>
                        <a:lstStyle/>
                        <a:p>
                          <a:pPr algn="ctr" latinLnBrk="1"/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>
                              <a:solidFill>
                                <a:schemeClr val="bg1"/>
                              </a:solidFill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970662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0.67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1.08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1.77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21038649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5.73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9.42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12.8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16.47 min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4811096"/>
                      </a:ext>
                    </a:extLst>
                  </a:tr>
                  <a:tr h="288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4.06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(5.63%)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5.59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(18.43%)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11.97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(16.63%)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20.0 </a:t>
                          </a:r>
                          <a:r>
                            <a:rPr lang="en-US" altLang="ko-KR" sz="1100" dirty="0" err="1"/>
                            <a:t>hr</a:t>
                          </a:r>
                          <a:r>
                            <a:rPr lang="en-US" altLang="ko-KR" sz="1100" dirty="0"/>
                            <a:t> (27.7%)</a:t>
                          </a:r>
                          <a:endParaRPr lang="ko-KR" altLang="en-US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260973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10" name="Rectangle 188">
            <a:extLst>
              <a:ext uri="{FF2B5EF4-FFF2-40B4-BE49-F238E27FC236}">
                <a16:creationId xmlns:a16="http://schemas.microsoft.com/office/drawing/2014/main" id="{62F5BAE6-A07E-61FC-6E1E-F3E4436F2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521" y="5108529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826" name="그룹 825">
            <a:extLst>
              <a:ext uri="{FF2B5EF4-FFF2-40B4-BE49-F238E27FC236}">
                <a16:creationId xmlns:a16="http://schemas.microsoft.com/office/drawing/2014/main" id="{B2DF5624-FD9C-6BBE-5ABA-692A98594F66}"/>
              </a:ext>
            </a:extLst>
          </p:cNvPr>
          <p:cNvGrpSpPr/>
          <p:nvPr/>
        </p:nvGrpSpPr>
        <p:grpSpPr>
          <a:xfrm>
            <a:off x="635639" y="4861134"/>
            <a:ext cx="2428755" cy="1996866"/>
            <a:chOff x="635639" y="4861134"/>
            <a:chExt cx="2428755" cy="199686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043F72-AFE6-C0F7-9C6E-E1AAF4E1365C}"/>
                </a:ext>
              </a:extLst>
            </p:cNvPr>
            <p:cNvSpPr txBox="1"/>
            <p:nvPr/>
          </p:nvSpPr>
          <p:spPr>
            <a:xfrm>
              <a:off x="1787273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191" name="Rectangle 168">
              <a:extLst>
                <a:ext uri="{FF2B5EF4-FFF2-40B4-BE49-F238E27FC236}">
                  <a16:creationId xmlns:a16="http://schemas.microsoft.com/office/drawing/2014/main" id="{E54001B6-3F27-2295-4B3A-A3AF466EF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7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2" name="Rectangle 169">
              <a:extLst>
                <a:ext uri="{FF2B5EF4-FFF2-40B4-BE49-F238E27FC236}">
                  <a16:creationId xmlns:a16="http://schemas.microsoft.com/office/drawing/2014/main" id="{CE72AEDC-DB2F-A9B1-5ADF-BB8DB762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480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3" name="Rectangle 170">
              <a:extLst>
                <a:ext uri="{FF2B5EF4-FFF2-40B4-BE49-F238E27FC236}">
                  <a16:creationId xmlns:a16="http://schemas.microsoft.com/office/drawing/2014/main" id="{C9FD494F-8E50-BBA6-B83A-AA90AE85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09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4" name="Rectangle 171">
              <a:extLst>
                <a:ext uri="{FF2B5EF4-FFF2-40B4-BE49-F238E27FC236}">
                  <a16:creationId xmlns:a16="http://schemas.microsoft.com/office/drawing/2014/main" id="{E4628718-5770-6550-82C3-435D0FEF1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48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5" name="Rectangle 172">
              <a:extLst>
                <a:ext uri="{FF2B5EF4-FFF2-40B4-BE49-F238E27FC236}">
                  <a16:creationId xmlns:a16="http://schemas.microsoft.com/office/drawing/2014/main" id="{DDB045CE-EFA9-AB60-BBD2-50DDDFC1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475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6" name="Rectangle 173">
              <a:extLst>
                <a:ext uri="{FF2B5EF4-FFF2-40B4-BE49-F238E27FC236}">
                  <a16:creationId xmlns:a16="http://schemas.microsoft.com/office/drawing/2014/main" id="{A0723EED-A070-E46D-AB72-6DF064F3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970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7" name="Rectangle 174">
              <a:extLst>
                <a:ext uri="{FF2B5EF4-FFF2-40B4-BE49-F238E27FC236}">
                  <a16:creationId xmlns:a16="http://schemas.microsoft.com/office/drawing/2014/main" id="{64777EB2-C078-B172-05F0-BC35895E7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500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8" name="Rectangle 175">
              <a:extLst>
                <a:ext uri="{FF2B5EF4-FFF2-40B4-BE49-F238E27FC236}">
                  <a16:creationId xmlns:a16="http://schemas.microsoft.com/office/drawing/2014/main" id="{14F836FC-AC48-9971-8284-059C229E2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701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9" name="Rectangle 176">
              <a:extLst>
                <a:ext uri="{FF2B5EF4-FFF2-40B4-BE49-F238E27FC236}">
                  <a16:creationId xmlns:a16="http://schemas.microsoft.com/office/drawing/2014/main" id="{9356BB68-5006-7621-849F-68CE51C02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942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0" name="Rectangle 177">
              <a:extLst>
                <a:ext uri="{FF2B5EF4-FFF2-40B4-BE49-F238E27FC236}">
                  <a16:creationId xmlns:a16="http://schemas.microsoft.com/office/drawing/2014/main" id="{CFE3653B-741A-E1C4-21CD-49666A27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1" name="Rectangle 178">
              <a:extLst>
                <a:ext uri="{FF2B5EF4-FFF2-40B4-BE49-F238E27FC236}">
                  <a16:creationId xmlns:a16="http://schemas.microsoft.com/office/drawing/2014/main" id="{E580758D-EA78-2C79-8290-1BB7C6B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2" name="Rectangle 179">
              <a:extLst>
                <a:ext uri="{FF2B5EF4-FFF2-40B4-BE49-F238E27FC236}">
                  <a16:creationId xmlns:a16="http://schemas.microsoft.com/office/drawing/2014/main" id="{15004149-24AC-7AF9-6D20-685D42ADA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3" name="Rectangle 180">
              <a:extLst>
                <a:ext uri="{FF2B5EF4-FFF2-40B4-BE49-F238E27FC236}">
                  <a16:creationId xmlns:a16="http://schemas.microsoft.com/office/drawing/2014/main" id="{8A1A6B49-BB2C-126D-B042-B199D273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4" name="Rectangle 181">
              <a:extLst>
                <a:ext uri="{FF2B5EF4-FFF2-40B4-BE49-F238E27FC236}">
                  <a16:creationId xmlns:a16="http://schemas.microsoft.com/office/drawing/2014/main" id="{F596E7F4-08B9-7A86-3E91-9028E05A4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5" name="Rectangle 182">
              <a:extLst>
                <a:ext uri="{FF2B5EF4-FFF2-40B4-BE49-F238E27FC236}">
                  <a16:creationId xmlns:a16="http://schemas.microsoft.com/office/drawing/2014/main" id="{5B6D2B1D-4760-3218-F664-78B104D23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6" name="Rectangle 183">
              <a:extLst>
                <a:ext uri="{FF2B5EF4-FFF2-40B4-BE49-F238E27FC236}">
                  <a16:creationId xmlns:a16="http://schemas.microsoft.com/office/drawing/2014/main" id="{4CEB883D-2441-7CBB-0752-3CA4448DF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7" name="Rectangle 184">
              <a:extLst>
                <a:ext uri="{FF2B5EF4-FFF2-40B4-BE49-F238E27FC236}">
                  <a16:creationId xmlns:a16="http://schemas.microsoft.com/office/drawing/2014/main" id="{9A9C796A-321F-1114-E59D-CC8EA13D6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8" name="Rectangle 185">
              <a:extLst>
                <a:ext uri="{FF2B5EF4-FFF2-40B4-BE49-F238E27FC236}">
                  <a16:creationId xmlns:a16="http://schemas.microsoft.com/office/drawing/2014/main" id="{85464BCA-C344-BEA0-058D-C6D7CA35E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9" name="Rectangle 186">
              <a:extLst>
                <a:ext uri="{FF2B5EF4-FFF2-40B4-BE49-F238E27FC236}">
                  <a16:creationId xmlns:a16="http://schemas.microsoft.com/office/drawing/2014/main" id="{3035C9A3-A4BE-DE0C-60D5-76A3761FB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0" name="Rectangle 187">
              <a:extLst>
                <a:ext uri="{FF2B5EF4-FFF2-40B4-BE49-F238E27FC236}">
                  <a16:creationId xmlns:a16="http://schemas.microsoft.com/office/drawing/2014/main" id="{AC04E78F-D4F6-42AC-A137-388D5069C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1" name="Rectangle 188">
              <a:extLst>
                <a:ext uri="{FF2B5EF4-FFF2-40B4-BE49-F238E27FC236}">
                  <a16:creationId xmlns:a16="http://schemas.microsoft.com/office/drawing/2014/main" id="{D63CB597-E500-BEDE-D054-B869202A0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2" name="Line 189">
              <a:extLst>
                <a:ext uri="{FF2B5EF4-FFF2-40B4-BE49-F238E27FC236}">
                  <a16:creationId xmlns:a16="http://schemas.microsoft.com/office/drawing/2014/main" id="{1049ABE9-3FF6-578B-38CB-FFD82C8F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541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9" name="Line 196">
              <a:extLst>
                <a:ext uri="{FF2B5EF4-FFF2-40B4-BE49-F238E27FC236}">
                  <a16:creationId xmlns:a16="http://schemas.microsoft.com/office/drawing/2014/main" id="{F5CD457B-C88D-7FF5-7A89-89C5FBE698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3142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0" name="Line 197">
              <a:extLst>
                <a:ext uri="{FF2B5EF4-FFF2-40B4-BE49-F238E27FC236}">
                  <a16:creationId xmlns:a16="http://schemas.microsoft.com/office/drawing/2014/main" id="{8DE2E82F-9D9C-F1C0-CCC2-5F83419E7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1" name="Line 198">
              <a:extLst>
                <a:ext uri="{FF2B5EF4-FFF2-40B4-BE49-F238E27FC236}">
                  <a16:creationId xmlns:a16="http://schemas.microsoft.com/office/drawing/2014/main" id="{806257E4-8BAC-E570-37C2-1026E8AD2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2" name="Line 199">
              <a:extLst>
                <a:ext uri="{FF2B5EF4-FFF2-40B4-BE49-F238E27FC236}">
                  <a16:creationId xmlns:a16="http://schemas.microsoft.com/office/drawing/2014/main" id="{E1237D22-7011-A8C8-07E4-0E55CDE7D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3" name="Line 200">
              <a:extLst>
                <a:ext uri="{FF2B5EF4-FFF2-40B4-BE49-F238E27FC236}">
                  <a16:creationId xmlns:a16="http://schemas.microsoft.com/office/drawing/2014/main" id="{51CCE15B-6717-D2E0-8D9F-AE1CB3A41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4" name="Rectangle 201">
              <a:extLst>
                <a:ext uri="{FF2B5EF4-FFF2-40B4-BE49-F238E27FC236}">
                  <a16:creationId xmlns:a16="http://schemas.microsoft.com/office/drawing/2014/main" id="{452FD5F8-C4C6-3AE9-5519-8E1727705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53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5" name="Rectangle 202">
              <a:extLst>
                <a:ext uri="{FF2B5EF4-FFF2-40B4-BE49-F238E27FC236}">
                  <a16:creationId xmlns:a16="http://schemas.microsoft.com/office/drawing/2014/main" id="{F2E9DCD7-2B8F-2D59-D80C-EBC32B3E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362" y="6129068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6" name="Rectangle 203">
              <a:extLst>
                <a:ext uri="{FF2B5EF4-FFF2-40B4-BE49-F238E27FC236}">
                  <a16:creationId xmlns:a16="http://schemas.microsoft.com/office/drawing/2014/main" id="{ABCFC71C-7896-B8AA-EB9B-9C3D34BEF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53" y="5772948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7" name="Rectangle 204">
              <a:extLst>
                <a:ext uri="{FF2B5EF4-FFF2-40B4-BE49-F238E27FC236}">
                  <a16:creationId xmlns:a16="http://schemas.microsoft.com/office/drawing/2014/main" id="{0DE82494-5312-8819-8FFE-1091C7B8B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362" y="5416827"/>
              <a:ext cx="180780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8" name="Line 205">
              <a:extLst>
                <a:ext uri="{FF2B5EF4-FFF2-40B4-BE49-F238E27FC236}">
                  <a16:creationId xmlns:a16="http://schemas.microsoft.com/office/drawing/2014/main" id="{E0DF41CC-FDDF-557C-7B4F-CFFE4B53B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301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1" name="Rectangle 208">
              <a:extLst>
                <a:ext uri="{FF2B5EF4-FFF2-40B4-BE49-F238E27FC236}">
                  <a16:creationId xmlns:a16="http://schemas.microsoft.com/office/drawing/2014/main" id="{1894F462-4683-1CBC-0C37-5F277E98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926" y="5192429"/>
              <a:ext cx="180587" cy="1333880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32" name="Rectangle 209">
              <a:extLst>
                <a:ext uri="{FF2B5EF4-FFF2-40B4-BE49-F238E27FC236}">
                  <a16:creationId xmlns:a16="http://schemas.microsoft.com/office/drawing/2014/main" id="{A25BAB01-4D89-2E2C-EEEF-34EF03C7E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893" y="5740148"/>
              <a:ext cx="177336" cy="785145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1" name="Rectangle 37">
              <a:extLst>
                <a:ext uri="{FF2B5EF4-FFF2-40B4-BE49-F238E27FC236}">
                  <a16:creationId xmlns:a16="http://schemas.microsoft.com/office/drawing/2014/main" id="{C46C56F2-B00F-78AB-4D95-4C1512534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171" y="654248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5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160:8:0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2" name="Rectangle 38">
              <a:extLst>
                <a:ext uri="{FF2B5EF4-FFF2-40B4-BE49-F238E27FC236}">
                  <a16:creationId xmlns:a16="http://schemas.microsoft.com/office/drawing/2014/main" id="{3178E9DB-95B8-D9A4-A1CC-0B7864237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783" y="654252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3" name="Rectangle 39">
              <a:extLst>
                <a:ext uri="{FF2B5EF4-FFF2-40B4-BE49-F238E27FC236}">
                  <a16:creationId xmlns:a16="http://schemas.microsoft.com/office/drawing/2014/main" id="{A5989012-9AE2-4795-E452-BB996D669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851" y="654547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160:8:2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1BA6C265-FFDA-EB35-3AA1-013C50988EB7}"/>
                </a:ext>
              </a:extLst>
            </p:cNvPr>
            <p:cNvSpPr txBox="1"/>
            <p:nvPr/>
          </p:nvSpPr>
          <p:spPr>
            <a:xfrm rot="16200000">
              <a:off x="-19028" y="5787784"/>
              <a:ext cx="1563249" cy="253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평균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323A97-EF0C-CD51-CBED-894827D27063}"/>
                </a:ext>
              </a:extLst>
            </p:cNvPr>
            <p:cNvSpPr txBox="1"/>
            <p:nvPr/>
          </p:nvSpPr>
          <p:spPr>
            <a:xfrm>
              <a:off x="1278708" y="5156220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1.86</a:t>
              </a:r>
              <a:endParaRPr lang="ko-KR" altLang="en-US" sz="600" b="1" i="1" dirty="0"/>
            </a:p>
          </p:txBody>
        </p:sp>
        <p:sp>
          <p:nvSpPr>
            <p:cNvPr id="692" name="Rectangle 176">
              <a:extLst>
                <a:ext uri="{FF2B5EF4-FFF2-40B4-BE49-F238E27FC236}">
                  <a16:creationId xmlns:a16="http://schemas.microsoft.com/office/drawing/2014/main" id="{32236DC6-DB63-45A8-5F0C-512CFF72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067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3" name="Rectangle 209">
              <a:extLst>
                <a:ext uri="{FF2B5EF4-FFF2-40B4-BE49-F238E27FC236}">
                  <a16:creationId xmlns:a16="http://schemas.microsoft.com/office/drawing/2014/main" id="{46339F05-5E84-A50C-89EA-23216B166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632" y="6189423"/>
              <a:ext cx="182518" cy="335498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5" name="Rectangle 39">
              <a:extLst>
                <a:ext uri="{FF2B5EF4-FFF2-40B4-BE49-F238E27FC236}">
                  <a16:creationId xmlns:a16="http://schemas.microsoft.com/office/drawing/2014/main" id="{0F998E35-D183-5470-3DED-BBA128A8F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160" y="6548488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160:8:3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176">
              <a:extLst>
                <a:ext uri="{FF2B5EF4-FFF2-40B4-BE49-F238E27FC236}">
                  <a16:creationId xmlns:a16="http://schemas.microsoft.com/office/drawing/2014/main" id="{391E8A36-E149-CCED-85D6-0BE401334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84" y="51284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" name="Rectangle 209">
              <a:extLst>
                <a:ext uri="{FF2B5EF4-FFF2-40B4-BE49-F238E27FC236}">
                  <a16:creationId xmlns:a16="http://schemas.microsoft.com/office/drawing/2014/main" id="{0B6994A7-B073-55E7-CF9E-5AB70DF48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9904" y="5797419"/>
              <a:ext cx="182518" cy="727991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1" name="Rectangle 39">
              <a:extLst>
                <a:ext uri="{FF2B5EF4-FFF2-40B4-BE49-F238E27FC236}">
                  <a16:creationId xmlns:a16="http://schemas.microsoft.com/office/drawing/2014/main" id="{68BC16EA-0D1D-BDFC-6FE9-48B31C84F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0226" y="6547346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160:8:4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B3132C-BAF4-2FCD-29B0-C46A06A42891}"/>
                </a:ext>
              </a:extLst>
            </p:cNvPr>
            <p:cNvSpPr txBox="1"/>
            <p:nvPr/>
          </p:nvSpPr>
          <p:spPr>
            <a:xfrm>
              <a:off x="1498576" y="5706356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1.07</a:t>
              </a:r>
              <a:endParaRPr lang="ko-KR" altLang="en-US" sz="700" b="1" i="1" dirty="0"/>
            </a:p>
          </p:txBody>
        </p:sp>
        <p:sp>
          <p:nvSpPr>
            <p:cNvPr id="694" name="TextBox 693">
              <a:extLst>
                <a:ext uri="{FF2B5EF4-FFF2-40B4-BE49-F238E27FC236}">
                  <a16:creationId xmlns:a16="http://schemas.microsoft.com/office/drawing/2014/main" id="{6415E064-C7AB-453F-6375-2A2F158D79DB}"/>
                </a:ext>
              </a:extLst>
            </p:cNvPr>
            <p:cNvSpPr txBox="1"/>
            <p:nvPr/>
          </p:nvSpPr>
          <p:spPr>
            <a:xfrm>
              <a:off x="1731155" y="6132720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0.48</a:t>
              </a:r>
              <a:endParaRPr lang="ko-KR" altLang="en-US" sz="700" b="1" i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9182D0F-610D-B447-9E93-DCE77ABF17D7}"/>
                </a:ext>
              </a:extLst>
            </p:cNvPr>
            <p:cNvSpPr txBox="1"/>
            <p:nvPr/>
          </p:nvSpPr>
          <p:spPr>
            <a:xfrm>
              <a:off x="1980564" y="5754098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1.02</a:t>
              </a:r>
              <a:endParaRPr lang="ko-KR" altLang="en-US" sz="700" b="1" i="1" dirty="0"/>
            </a:p>
          </p:txBody>
        </p:sp>
        <p:sp>
          <p:nvSpPr>
            <p:cNvPr id="13" name="Rectangle 209">
              <a:extLst>
                <a:ext uri="{FF2B5EF4-FFF2-40B4-BE49-F238E27FC236}">
                  <a16:creationId xmlns:a16="http://schemas.microsoft.com/office/drawing/2014/main" id="{3E49416D-7326-50F6-2985-D8132021A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3773" y="6024869"/>
              <a:ext cx="182518" cy="500167"/>
            </a:xfrm>
            <a:prstGeom prst="rect">
              <a:avLst/>
            </a:prstGeom>
            <a:solidFill>
              <a:srgbClr val="00B0F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" name="Rectangle 209">
              <a:extLst>
                <a:ext uri="{FF2B5EF4-FFF2-40B4-BE49-F238E27FC236}">
                  <a16:creationId xmlns:a16="http://schemas.microsoft.com/office/drawing/2014/main" id="{415C9FAC-D3B1-8640-6B11-793A4B1E1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9688" y="5772948"/>
              <a:ext cx="182518" cy="752004"/>
            </a:xfrm>
            <a:prstGeom prst="rect">
              <a:avLst/>
            </a:prstGeom>
            <a:solidFill>
              <a:srgbClr val="7030A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8" name="Rectangle 39">
              <a:extLst>
                <a:ext uri="{FF2B5EF4-FFF2-40B4-BE49-F238E27FC236}">
                  <a16:creationId xmlns:a16="http://schemas.microsoft.com/office/drawing/2014/main" id="{403786C5-0F00-15C0-30C8-885A0C629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452" y="654823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160:8:5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9" name="Rectangle 39">
              <a:extLst>
                <a:ext uri="{FF2B5EF4-FFF2-40B4-BE49-F238E27FC236}">
                  <a16:creationId xmlns:a16="http://schemas.microsoft.com/office/drawing/2014/main" id="{A596B160-A375-7CA4-3AF3-BF0A8D0E8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283" y="6548240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160:8:6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F5CBEA4-84B4-B5F6-E02A-92219BBDFA84}"/>
                </a:ext>
              </a:extLst>
            </p:cNvPr>
            <p:cNvSpPr txBox="1"/>
            <p:nvPr/>
          </p:nvSpPr>
          <p:spPr>
            <a:xfrm>
              <a:off x="2235672" y="5984464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0.67</a:t>
              </a:r>
              <a:endParaRPr lang="ko-KR" altLang="en-US" sz="600" b="1" i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D3DB6BD-0A1F-2647-105B-A95502D3C854}"/>
                </a:ext>
              </a:extLst>
            </p:cNvPr>
            <p:cNvSpPr txBox="1"/>
            <p:nvPr/>
          </p:nvSpPr>
          <p:spPr>
            <a:xfrm>
              <a:off x="2494456" y="5728259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1.08</a:t>
              </a:r>
              <a:endParaRPr lang="ko-KR" altLang="en-US" sz="700" b="1" i="1" dirty="0"/>
            </a:p>
          </p:txBody>
        </p:sp>
        <p:sp>
          <p:nvSpPr>
            <p:cNvPr id="805" name="Rectangle 188">
              <a:extLst>
                <a:ext uri="{FF2B5EF4-FFF2-40B4-BE49-F238E27FC236}">
                  <a16:creationId xmlns:a16="http://schemas.microsoft.com/office/drawing/2014/main" id="{420B21F7-4DF1-37AC-2219-17A71883A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768" y="5125641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6" name="Rectangle 204">
              <a:extLst>
                <a:ext uri="{FF2B5EF4-FFF2-40B4-BE49-F238E27FC236}">
                  <a16:creationId xmlns:a16="http://schemas.microsoft.com/office/drawing/2014/main" id="{BE0FA11A-86D3-1886-9F8A-50F7C390A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519" y="5074389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39">
              <a:extLst>
                <a:ext uri="{FF2B5EF4-FFF2-40B4-BE49-F238E27FC236}">
                  <a16:creationId xmlns:a16="http://schemas.microsoft.com/office/drawing/2014/main" id="{BF0E5EFC-1C55-7FF7-2E20-E426FBB04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689" y="654543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160:8:7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176">
              <a:extLst>
                <a:ext uri="{FF2B5EF4-FFF2-40B4-BE49-F238E27FC236}">
                  <a16:creationId xmlns:a16="http://schemas.microsoft.com/office/drawing/2014/main" id="{19829B30-0367-D61A-9C6B-C5C63ADB6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2377" y="512612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Rectangle 209">
              <a:extLst>
                <a:ext uri="{FF2B5EF4-FFF2-40B4-BE49-F238E27FC236}">
                  <a16:creationId xmlns:a16="http://schemas.microsoft.com/office/drawing/2014/main" id="{B61BA9F7-02AA-94C6-0EE2-F03E59FD0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042" y="5235861"/>
              <a:ext cx="182518" cy="1289060"/>
            </a:xfrm>
            <a:prstGeom prst="rect">
              <a:avLst/>
            </a:prstGeom>
            <a:solidFill>
              <a:srgbClr val="CC99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4699A36-6CA5-9B41-2D00-D72A8B9A67A4}"/>
                </a:ext>
              </a:extLst>
            </p:cNvPr>
            <p:cNvSpPr txBox="1"/>
            <p:nvPr/>
          </p:nvSpPr>
          <p:spPr>
            <a:xfrm>
              <a:off x="2724236" y="5199928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1.77</a:t>
              </a:r>
              <a:endParaRPr lang="ko-KR" altLang="en-US" sz="700" b="1" i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ECCF41-5DCD-BD85-062C-6054A120CF64}"/>
                </a:ext>
              </a:extLst>
            </p:cNvPr>
            <p:cNvSpPr txBox="1"/>
            <p:nvPr/>
          </p:nvSpPr>
          <p:spPr>
            <a:xfrm>
              <a:off x="1052396" y="4861134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2.41</a:t>
              </a:r>
            </a:p>
          </p:txBody>
        </p:sp>
      </p:grpSp>
      <p:grpSp>
        <p:nvGrpSpPr>
          <p:cNvPr id="827" name="그룹 826">
            <a:extLst>
              <a:ext uri="{FF2B5EF4-FFF2-40B4-BE49-F238E27FC236}">
                <a16:creationId xmlns:a16="http://schemas.microsoft.com/office/drawing/2014/main" id="{BD2BA4E1-E64D-C2A7-761A-F534653A1FB0}"/>
              </a:ext>
            </a:extLst>
          </p:cNvPr>
          <p:cNvGrpSpPr/>
          <p:nvPr/>
        </p:nvGrpSpPr>
        <p:grpSpPr>
          <a:xfrm>
            <a:off x="3322064" y="5084132"/>
            <a:ext cx="2437086" cy="1786786"/>
            <a:chOff x="635638" y="5071214"/>
            <a:chExt cx="2437086" cy="1786786"/>
          </a:xfrm>
        </p:grpSpPr>
        <p:sp>
          <p:nvSpPr>
            <p:cNvPr id="828" name="Rectangle 167">
              <a:extLst>
                <a:ext uri="{FF2B5EF4-FFF2-40B4-BE49-F238E27FC236}">
                  <a16:creationId xmlns:a16="http://schemas.microsoft.com/office/drawing/2014/main" id="{AAFFA078-A715-474F-E556-8C494714F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800" y="5071214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29" name="TextBox 828">
              <a:extLst>
                <a:ext uri="{FF2B5EF4-FFF2-40B4-BE49-F238E27FC236}">
                  <a16:creationId xmlns:a16="http://schemas.microsoft.com/office/drawing/2014/main" id="{8F287073-4018-3D4E-801F-7C0565FCD8E7}"/>
                </a:ext>
              </a:extLst>
            </p:cNvPr>
            <p:cNvSpPr txBox="1"/>
            <p:nvPr/>
          </p:nvSpPr>
          <p:spPr>
            <a:xfrm>
              <a:off x="1787273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830" name="Rectangle 168">
              <a:extLst>
                <a:ext uri="{FF2B5EF4-FFF2-40B4-BE49-F238E27FC236}">
                  <a16:creationId xmlns:a16="http://schemas.microsoft.com/office/drawing/2014/main" id="{A1658712-162E-70A6-F3E5-4283E62C5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7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1" name="Rectangle 169">
              <a:extLst>
                <a:ext uri="{FF2B5EF4-FFF2-40B4-BE49-F238E27FC236}">
                  <a16:creationId xmlns:a16="http://schemas.microsoft.com/office/drawing/2014/main" id="{04A1E8E4-D06E-A053-EFB7-8B7AAFA8D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480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0" name="Rectangle 170">
              <a:extLst>
                <a:ext uri="{FF2B5EF4-FFF2-40B4-BE49-F238E27FC236}">
                  <a16:creationId xmlns:a16="http://schemas.microsoft.com/office/drawing/2014/main" id="{5CC54239-EDF9-103B-5D2A-09D87485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09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1" name="Rectangle 171">
              <a:extLst>
                <a:ext uri="{FF2B5EF4-FFF2-40B4-BE49-F238E27FC236}">
                  <a16:creationId xmlns:a16="http://schemas.microsoft.com/office/drawing/2014/main" id="{82179F8B-DFD3-3FDC-5C34-20C3288E0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48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2" name="Rectangle 172">
              <a:extLst>
                <a:ext uri="{FF2B5EF4-FFF2-40B4-BE49-F238E27FC236}">
                  <a16:creationId xmlns:a16="http://schemas.microsoft.com/office/drawing/2014/main" id="{AE0634FB-B08D-8E2B-A3D0-56B9D8CD8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475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3" name="Rectangle 173">
              <a:extLst>
                <a:ext uri="{FF2B5EF4-FFF2-40B4-BE49-F238E27FC236}">
                  <a16:creationId xmlns:a16="http://schemas.microsoft.com/office/drawing/2014/main" id="{6376D02A-28AB-8017-4D18-4C64A2561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970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4" name="Rectangle 174">
              <a:extLst>
                <a:ext uri="{FF2B5EF4-FFF2-40B4-BE49-F238E27FC236}">
                  <a16:creationId xmlns:a16="http://schemas.microsoft.com/office/drawing/2014/main" id="{2FC363CA-07F5-64F8-0C0E-4D71622E0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500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5" name="Rectangle 175">
              <a:extLst>
                <a:ext uri="{FF2B5EF4-FFF2-40B4-BE49-F238E27FC236}">
                  <a16:creationId xmlns:a16="http://schemas.microsoft.com/office/drawing/2014/main" id="{7F3EF92B-87CB-F4D8-1589-9D40AC36E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701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6" name="Rectangle 176">
              <a:extLst>
                <a:ext uri="{FF2B5EF4-FFF2-40B4-BE49-F238E27FC236}">
                  <a16:creationId xmlns:a16="http://schemas.microsoft.com/office/drawing/2014/main" id="{2DB615A7-BF29-916D-9B28-FD31ABFB7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942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" name="Rectangle 177">
              <a:extLst>
                <a:ext uri="{FF2B5EF4-FFF2-40B4-BE49-F238E27FC236}">
                  <a16:creationId xmlns:a16="http://schemas.microsoft.com/office/drawing/2014/main" id="{8D6C4165-90D0-0BF4-53E1-D30D143AC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8" name="Rectangle 178">
              <a:extLst>
                <a:ext uri="{FF2B5EF4-FFF2-40B4-BE49-F238E27FC236}">
                  <a16:creationId xmlns:a16="http://schemas.microsoft.com/office/drawing/2014/main" id="{6DFD6D5C-E576-0C02-F87F-7D3B43068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9" name="Rectangle 179">
              <a:extLst>
                <a:ext uri="{FF2B5EF4-FFF2-40B4-BE49-F238E27FC236}">
                  <a16:creationId xmlns:a16="http://schemas.microsoft.com/office/drawing/2014/main" id="{BBF3E8AE-3B2D-1088-A31E-E0BEEA8D6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0" name="Rectangle 180">
              <a:extLst>
                <a:ext uri="{FF2B5EF4-FFF2-40B4-BE49-F238E27FC236}">
                  <a16:creationId xmlns:a16="http://schemas.microsoft.com/office/drawing/2014/main" id="{8E4C269C-5E6C-50E9-A20C-0C4B787DE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1" name="Rectangle 181">
              <a:extLst>
                <a:ext uri="{FF2B5EF4-FFF2-40B4-BE49-F238E27FC236}">
                  <a16:creationId xmlns:a16="http://schemas.microsoft.com/office/drawing/2014/main" id="{454A013B-0843-6EAB-6B55-AC1FDF845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2" name="Rectangle 182">
              <a:extLst>
                <a:ext uri="{FF2B5EF4-FFF2-40B4-BE49-F238E27FC236}">
                  <a16:creationId xmlns:a16="http://schemas.microsoft.com/office/drawing/2014/main" id="{03CF80BD-1256-D402-8056-80660F84B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3" name="Rectangle 183">
              <a:extLst>
                <a:ext uri="{FF2B5EF4-FFF2-40B4-BE49-F238E27FC236}">
                  <a16:creationId xmlns:a16="http://schemas.microsoft.com/office/drawing/2014/main" id="{2084DFBA-1B43-E46F-53B1-6D15A6896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4" name="Rectangle 184">
              <a:extLst>
                <a:ext uri="{FF2B5EF4-FFF2-40B4-BE49-F238E27FC236}">
                  <a16:creationId xmlns:a16="http://schemas.microsoft.com/office/drawing/2014/main" id="{77D8C5EC-8076-43C4-1CE2-18AF20706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5" name="Rectangle 185">
              <a:extLst>
                <a:ext uri="{FF2B5EF4-FFF2-40B4-BE49-F238E27FC236}">
                  <a16:creationId xmlns:a16="http://schemas.microsoft.com/office/drawing/2014/main" id="{1CE070B5-8C1D-53B9-F8A2-85CCDFA42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6" name="Rectangle 186">
              <a:extLst>
                <a:ext uri="{FF2B5EF4-FFF2-40B4-BE49-F238E27FC236}">
                  <a16:creationId xmlns:a16="http://schemas.microsoft.com/office/drawing/2014/main" id="{85C653A7-7D5A-50F2-56FA-5C8E719D4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7" name="Rectangle 187">
              <a:extLst>
                <a:ext uri="{FF2B5EF4-FFF2-40B4-BE49-F238E27FC236}">
                  <a16:creationId xmlns:a16="http://schemas.microsoft.com/office/drawing/2014/main" id="{5795C97F-C21A-961D-643E-209D24515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8" name="Rectangle 188">
              <a:extLst>
                <a:ext uri="{FF2B5EF4-FFF2-40B4-BE49-F238E27FC236}">
                  <a16:creationId xmlns:a16="http://schemas.microsoft.com/office/drawing/2014/main" id="{DF49C023-F4B9-3CBA-99B1-099454CC4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9" name="Line 189">
              <a:extLst>
                <a:ext uri="{FF2B5EF4-FFF2-40B4-BE49-F238E27FC236}">
                  <a16:creationId xmlns:a16="http://schemas.microsoft.com/office/drawing/2014/main" id="{93A07E47-71CD-4B0D-693A-96D564588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541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0" name="Line 196">
              <a:extLst>
                <a:ext uri="{FF2B5EF4-FFF2-40B4-BE49-F238E27FC236}">
                  <a16:creationId xmlns:a16="http://schemas.microsoft.com/office/drawing/2014/main" id="{DC2012B5-EA0B-47EB-3C1B-D5C1F91E3A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3142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4" name="Line 197">
              <a:extLst>
                <a:ext uri="{FF2B5EF4-FFF2-40B4-BE49-F238E27FC236}">
                  <a16:creationId xmlns:a16="http://schemas.microsoft.com/office/drawing/2014/main" id="{BC4EAF3A-3903-A330-4FF6-E33F08269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5" name="Line 198">
              <a:extLst>
                <a:ext uri="{FF2B5EF4-FFF2-40B4-BE49-F238E27FC236}">
                  <a16:creationId xmlns:a16="http://schemas.microsoft.com/office/drawing/2014/main" id="{4E5E6CFB-2457-13D8-235B-33AF5866B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6" name="Line 199">
              <a:extLst>
                <a:ext uri="{FF2B5EF4-FFF2-40B4-BE49-F238E27FC236}">
                  <a16:creationId xmlns:a16="http://schemas.microsoft.com/office/drawing/2014/main" id="{50E7E0C7-23A2-91C4-5F10-4AE0AFD25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7" name="Line 200">
              <a:extLst>
                <a:ext uri="{FF2B5EF4-FFF2-40B4-BE49-F238E27FC236}">
                  <a16:creationId xmlns:a16="http://schemas.microsoft.com/office/drawing/2014/main" id="{B7433E3C-1F09-7BB7-E50C-D99A3A60B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8" name="Rectangle 201">
              <a:extLst>
                <a:ext uri="{FF2B5EF4-FFF2-40B4-BE49-F238E27FC236}">
                  <a16:creationId xmlns:a16="http://schemas.microsoft.com/office/drawing/2014/main" id="{39E9C1E5-6BCC-9C86-4EEF-9752F250D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53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9" name="Rectangle 202">
              <a:extLst>
                <a:ext uri="{FF2B5EF4-FFF2-40B4-BE49-F238E27FC236}">
                  <a16:creationId xmlns:a16="http://schemas.microsoft.com/office/drawing/2014/main" id="{EE416FE4-3A5C-39EF-E3B1-992A3F5D9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38" y="6095461"/>
              <a:ext cx="57708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1" name="Rectangle 203">
              <a:extLst>
                <a:ext uri="{FF2B5EF4-FFF2-40B4-BE49-F238E27FC236}">
                  <a16:creationId xmlns:a16="http://schemas.microsoft.com/office/drawing/2014/main" id="{147BCE3C-7681-0396-04DC-F6F8715FF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971" y="5772705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2" name="Rectangle 204">
              <a:extLst>
                <a:ext uri="{FF2B5EF4-FFF2-40B4-BE49-F238E27FC236}">
                  <a16:creationId xmlns:a16="http://schemas.microsoft.com/office/drawing/2014/main" id="{AA722BC2-6B7B-AE86-9C97-69D7BD743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85" y="5411984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15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3" name="Line 205">
              <a:extLst>
                <a:ext uri="{FF2B5EF4-FFF2-40B4-BE49-F238E27FC236}">
                  <a16:creationId xmlns:a16="http://schemas.microsoft.com/office/drawing/2014/main" id="{CFF05388-AA73-10EF-FC5D-6B84756AF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301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6" name="Rectangle 208">
              <a:extLst>
                <a:ext uri="{FF2B5EF4-FFF2-40B4-BE49-F238E27FC236}">
                  <a16:creationId xmlns:a16="http://schemas.microsoft.com/office/drawing/2014/main" id="{C000BAA1-9521-D6BD-DFE9-9CFEF7441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276" y="6203654"/>
              <a:ext cx="180587" cy="319479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7" name="Rectangle 209">
              <a:extLst>
                <a:ext uri="{FF2B5EF4-FFF2-40B4-BE49-F238E27FC236}">
                  <a16:creationId xmlns:a16="http://schemas.microsoft.com/office/drawing/2014/main" id="{B9246F54-9751-6B5B-2D04-7543C9E87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8893" y="6218572"/>
              <a:ext cx="177336" cy="303546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8" name="Rectangle 37">
              <a:extLst>
                <a:ext uri="{FF2B5EF4-FFF2-40B4-BE49-F238E27FC236}">
                  <a16:creationId xmlns:a16="http://schemas.microsoft.com/office/drawing/2014/main" id="{0DD8D6A4-0C46-A336-CE93-A2BAB97A8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171" y="654248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5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160:8:0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9" name="Rectangle 38">
              <a:extLst>
                <a:ext uri="{FF2B5EF4-FFF2-40B4-BE49-F238E27FC236}">
                  <a16:creationId xmlns:a16="http://schemas.microsoft.com/office/drawing/2014/main" id="{B98DA4C2-89D7-F239-ADD9-EE780AB80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783" y="654252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0" name="Rectangle 39">
              <a:extLst>
                <a:ext uri="{FF2B5EF4-FFF2-40B4-BE49-F238E27FC236}">
                  <a16:creationId xmlns:a16="http://schemas.microsoft.com/office/drawing/2014/main" id="{E661D80A-2BAD-9B2F-4B62-26E05576E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851" y="654547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160:8:2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BD2D4F1C-5821-D075-931E-7FC56C431FD9}"/>
                </a:ext>
              </a:extLst>
            </p:cNvPr>
            <p:cNvSpPr txBox="1"/>
            <p:nvPr/>
          </p:nvSpPr>
          <p:spPr>
            <a:xfrm rot="16200000">
              <a:off x="-19028" y="5787784"/>
              <a:ext cx="156324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최대 재방문주기</a:t>
              </a:r>
              <a:r>
                <a:rPr lang="en-US" altLang="ko-KR" sz="1050" b="1" i="1" dirty="0"/>
                <a:t> (min)</a:t>
              </a:r>
              <a:endParaRPr lang="ko-KR" altLang="en-US" sz="1050" b="1" i="1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2870F52-EF31-4F55-EDE6-F0258414A5B0}"/>
                </a:ext>
              </a:extLst>
            </p:cNvPr>
            <p:cNvSpPr txBox="1"/>
            <p:nvPr/>
          </p:nvSpPr>
          <p:spPr>
            <a:xfrm>
              <a:off x="1044627" y="6161540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4.63</a:t>
              </a:r>
              <a:endParaRPr lang="ko-KR" altLang="en-US" sz="600" b="1" i="1" dirty="0"/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52E43A0-7681-BD09-4274-39ED943D7C19}"/>
                </a:ext>
              </a:extLst>
            </p:cNvPr>
            <p:cNvSpPr txBox="1"/>
            <p:nvPr/>
          </p:nvSpPr>
          <p:spPr>
            <a:xfrm>
              <a:off x="1278643" y="6159644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4.47</a:t>
              </a:r>
              <a:endParaRPr lang="ko-KR" altLang="en-US" sz="600" b="1" i="1" dirty="0"/>
            </a:p>
          </p:txBody>
        </p:sp>
        <p:sp>
          <p:nvSpPr>
            <p:cNvPr id="364" name="Rectangle 176">
              <a:extLst>
                <a:ext uri="{FF2B5EF4-FFF2-40B4-BE49-F238E27FC236}">
                  <a16:creationId xmlns:a16="http://schemas.microsoft.com/office/drawing/2014/main" id="{84AB1673-ED10-A97B-DD88-CD3B8B569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067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5" name="Rectangle 209">
              <a:extLst>
                <a:ext uri="{FF2B5EF4-FFF2-40B4-BE49-F238E27FC236}">
                  <a16:creationId xmlns:a16="http://schemas.microsoft.com/office/drawing/2014/main" id="{2617021D-539C-5F52-0743-1E516CAFF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457" y="6351787"/>
              <a:ext cx="182518" cy="173134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6" name="Rectangle 39">
              <a:extLst>
                <a:ext uri="{FF2B5EF4-FFF2-40B4-BE49-F238E27FC236}">
                  <a16:creationId xmlns:a16="http://schemas.microsoft.com/office/drawing/2014/main" id="{D610480D-C452-BF05-CD97-D616DCB21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160" y="6548488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160:8:3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7" name="Rectangle 176">
              <a:extLst>
                <a:ext uri="{FF2B5EF4-FFF2-40B4-BE49-F238E27FC236}">
                  <a16:creationId xmlns:a16="http://schemas.microsoft.com/office/drawing/2014/main" id="{E5799CC0-250D-C76E-EC50-19B6D8C4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84" y="51284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8" name="Rectangle 209">
              <a:extLst>
                <a:ext uri="{FF2B5EF4-FFF2-40B4-BE49-F238E27FC236}">
                  <a16:creationId xmlns:a16="http://schemas.microsoft.com/office/drawing/2014/main" id="{E758E326-330A-6F8E-932F-558F3B1F8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079" y="6085800"/>
              <a:ext cx="182518" cy="439610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9" name="Rectangle 39">
              <a:extLst>
                <a:ext uri="{FF2B5EF4-FFF2-40B4-BE49-F238E27FC236}">
                  <a16:creationId xmlns:a16="http://schemas.microsoft.com/office/drawing/2014/main" id="{B52B724D-2DB7-BB3C-C5DA-09048A3CD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0226" y="6547346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160:8:4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D3A7D6B3-861D-BF61-2D0A-C0C3B12A8D61}"/>
                </a:ext>
              </a:extLst>
            </p:cNvPr>
            <p:cNvSpPr txBox="1"/>
            <p:nvPr/>
          </p:nvSpPr>
          <p:spPr>
            <a:xfrm>
              <a:off x="1500213" y="6167121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4.38</a:t>
              </a:r>
              <a:endParaRPr lang="ko-KR" altLang="en-US" sz="700" b="1" i="1" dirty="0"/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785AA7EF-6F3B-4CD2-FC90-636F195CECDF}"/>
                </a:ext>
              </a:extLst>
            </p:cNvPr>
            <p:cNvSpPr txBox="1"/>
            <p:nvPr/>
          </p:nvSpPr>
          <p:spPr>
            <a:xfrm>
              <a:off x="1727049" y="6307092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2.92</a:t>
              </a:r>
              <a:endParaRPr lang="ko-KR" altLang="en-US" sz="700" b="1" i="1" dirty="0"/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9BC5A95F-BFAD-7F4B-FE1B-BFF542102362}"/>
                </a:ext>
              </a:extLst>
            </p:cNvPr>
            <p:cNvSpPr txBox="1"/>
            <p:nvPr/>
          </p:nvSpPr>
          <p:spPr>
            <a:xfrm>
              <a:off x="1983740" y="6049519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5.73</a:t>
              </a:r>
              <a:endParaRPr lang="ko-KR" altLang="en-US" sz="700" b="1" i="1" dirty="0"/>
            </a:p>
          </p:txBody>
        </p:sp>
        <p:sp>
          <p:nvSpPr>
            <p:cNvPr id="373" name="Rectangle 209">
              <a:extLst>
                <a:ext uri="{FF2B5EF4-FFF2-40B4-BE49-F238E27FC236}">
                  <a16:creationId xmlns:a16="http://schemas.microsoft.com/office/drawing/2014/main" id="{653F21CD-2BF5-2297-DF8A-293333153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123" y="5842871"/>
              <a:ext cx="182518" cy="682166"/>
            </a:xfrm>
            <a:prstGeom prst="rect">
              <a:avLst/>
            </a:prstGeom>
            <a:solidFill>
              <a:srgbClr val="00B0F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4" name="Rectangle 209">
              <a:extLst>
                <a:ext uri="{FF2B5EF4-FFF2-40B4-BE49-F238E27FC236}">
                  <a16:creationId xmlns:a16="http://schemas.microsoft.com/office/drawing/2014/main" id="{DCDA2A3B-B4DB-479B-D6E0-E938CAF80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863" y="5616100"/>
              <a:ext cx="182518" cy="908852"/>
            </a:xfrm>
            <a:prstGeom prst="rect">
              <a:avLst/>
            </a:prstGeom>
            <a:solidFill>
              <a:srgbClr val="7030A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5" name="Rectangle 39">
              <a:extLst>
                <a:ext uri="{FF2B5EF4-FFF2-40B4-BE49-F238E27FC236}">
                  <a16:creationId xmlns:a16="http://schemas.microsoft.com/office/drawing/2014/main" id="{BF9106B7-75D4-A5D1-EB3E-90B03989B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452" y="654823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160:8:5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6" name="Rectangle 39">
              <a:extLst>
                <a:ext uri="{FF2B5EF4-FFF2-40B4-BE49-F238E27FC236}">
                  <a16:creationId xmlns:a16="http://schemas.microsoft.com/office/drawing/2014/main" id="{599815BD-1F0C-3ED6-5ABE-A9849AC87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283" y="6548240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160:8:6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123B9F91-CAC0-A160-FC69-E53AC8A78E40}"/>
                </a:ext>
              </a:extLst>
            </p:cNvPr>
            <p:cNvSpPr txBox="1"/>
            <p:nvPr/>
          </p:nvSpPr>
          <p:spPr>
            <a:xfrm>
              <a:off x="2245501" y="5796464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9.42</a:t>
              </a:r>
              <a:endParaRPr lang="ko-KR" altLang="en-US" sz="600" b="1" i="1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3FA1EFD5-9E28-FB56-54BA-BE8DD05B1D29}"/>
                </a:ext>
              </a:extLst>
            </p:cNvPr>
            <p:cNvSpPr txBox="1"/>
            <p:nvPr/>
          </p:nvSpPr>
          <p:spPr>
            <a:xfrm>
              <a:off x="2491165" y="5584739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12.8</a:t>
              </a:r>
              <a:endParaRPr lang="ko-KR" altLang="en-US" sz="700" b="1" i="1" dirty="0"/>
            </a:p>
          </p:txBody>
        </p:sp>
        <p:sp>
          <p:nvSpPr>
            <p:cNvPr id="380" name="Rectangle 204">
              <a:extLst>
                <a:ext uri="{FF2B5EF4-FFF2-40B4-BE49-F238E27FC236}">
                  <a16:creationId xmlns:a16="http://schemas.microsoft.com/office/drawing/2014/main" id="{8FC6F56D-FA3A-832D-FBB4-3AD88FB04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031" y="5084413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1" name="Rectangle 39">
              <a:extLst>
                <a:ext uri="{FF2B5EF4-FFF2-40B4-BE49-F238E27FC236}">
                  <a16:creationId xmlns:a16="http://schemas.microsoft.com/office/drawing/2014/main" id="{29FEEDCE-7443-4081-F694-C4723AA70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689" y="654543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160:8:7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2" name="Rectangle 176">
              <a:extLst>
                <a:ext uri="{FF2B5EF4-FFF2-40B4-BE49-F238E27FC236}">
                  <a16:creationId xmlns:a16="http://schemas.microsoft.com/office/drawing/2014/main" id="{5B391DB6-90E6-5432-A928-DACD2E5F9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2377" y="512612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3" name="Rectangle 209">
              <a:extLst>
                <a:ext uri="{FF2B5EF4-FFF2-40B4-BE49-F238E27FC236}">
                  <a16:creationId xmlns:a16="http://schemas.microsoft.com/office/drawing/2014/main" id="{31DE791B-6DFA-D30F-322A-AEEAA486E0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217" y="5290070"/>
              <a:ext cx="182518" cy="1234851"/>
            </a:xfrm>
            <a:prstGeom prst="rect">
              <a:avLst/>
            </a:prstGeom>
            <a:solidFill>
              <a:srgbClr val="CC99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2" name="TextBox 831">
              <a:extLst>
                <a:ext uri="{FF2B5EF4-FFF2-40B4-BE49-F238E27FC236}">
                  <a16:creationId xmlns:a16="http://schemas.microsoft.com/office/drawing/2014/main" id="{D7D47D15-E240-21E0-CE03-EE4AADB160D7}"/>
                </a:ext>
              </a:extLst>
            </p:cNvPr>
            <p:cNvSpPr txBox="1"/>
            <p:nvPr/>
          </p:nvSpPr>
          <p:spPr>
            <a:xfrm>
              <a:off x="2724552" y="5249705"/>
              <a:ext cx="34817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b="1" i="1" dirty="0"/>
                <a:t>16.47</a:t>
              </a:r>
              <a:endParaRPr lang="ko-KR" altLang="en-US" sz="700" b="1" i="1" dirty="0"/>
            </a:p>
          </p:txBody>
        </p:sp>
      </p:grpSp>
      <p:sp>
        <p:nvSpPr>
          <p:cNvPr id="808" name="Rectangle 188">
            <a:extLst>
              <a:ext uri="{FF2B5EF4-FFF2-40B4-BE49-F238E27FC236}">
                <a16:creationId xmlns:a16="http://schemas.microsoft.com/office/drawing/2014/main" id="{451FB4D4-61CE-E4CD-0EE3-AB470232F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237" y="5134052"/>
            <a:ext cx="1974171" cy="11773"/>
          </a:xfrm>
          <a:prstGeom prst="rect">
            <a:avLst/>
          </a:prstGeom>
          <a:solidFill>
            <a:srgbClr val="26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834" name="그룹 833">
            <a:extLst>
              <a:ext uri="{FF2B5EF4-FFF2-40B4-BE49-F238E27FC236}">
                <a16:creationId xmlns:a16="http://schemas.microsoft.com/office/drawing/2014/main" id="{8EA58FA6-B7D8-BB9B-DF20-6C95E3819794}"/>
              </a:ext>
            </a:extLst>
          </p:cNvPr>
          <p:cNvGrpSpPr/>
          <p:nvPr/>
        </p:nvGrpSpPr>
        <p:grpSpPr>
          <a:xfrm>
            <a:off x="5944357" y="5049266"/>
            <a:ext cx="2438995" cy="1786786"/>
            <a:chOff x="635638" y="5071214"/>
            <a:chExt cx="2438995" cy="1786786"/>
          </a:xfrm>
        </p:grpSpPr>
        <p:sp>
          <p:nvSpPr>
            <p:cNvPr id="835" name="Rectangle 167">
              <a:extLst>
                <a:ext uri="{FF2B5EF4-FFF2-40B4-BE49-F238E27FC236}">
                  <a16:creationId xmlns:a16="http://schemas.microsoft.com/office/drawing/2014/main" id="{5520031C-BBC1-EAEA-E6D5-F75D0E057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800" y="5071214"/>
              <a:ext cx="1967772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6" name="TextBox 835">
              <a:extLst>
                <a:ext uri="{FF2B5EF4-FFF2-40B4-BE49-F238E27FC236}">
                  <a16:creationId xmlns:a16="http://schemas.microsoft.com/office/drawing/2014/main" id="{F12A7B0D-F28E-D017-C873-D73520A5318F}"/>
                </a:ext>
              </a:extLst>
            </p:cNvPr>
            <p:cNvSpPr txBox="1"/>
            <p:nvPr/>
          </p:nvSpPr>
          <p:spPr>
            <a:xfrm>
              <a:off x="1787273" y="6622626"/>
              <a:ext cx="491417" cy="235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i="1" dirty="0"/>
                <a:t>T:P:F</a:t>
              </a:r>
              <a:endParaRPr lang="ko-KR" altLang="en-US" sz="1050" b="1" i="1" dirty="0"/>
            </a:p>
          </p:txBody>
        </p:sp>
        <p:sp>
          <p:nvSpPr>
            <p:cNvPr id="837" name="Rectangle 168">
              <a:extLst>
                <a:ext uri="{FF2B5EF4-FFF2-40B4-BE49-F238E27FC236}">
                  <a16:creationId xmlns:a16="http://schemas.microsoft.com/office/drawing/2014/main" id="{A129AC23-8160-99C5-1788-20B1D3016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75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8" name="Rectangle 169">
              <a:extLst>
                <a:ext uri="{FF2B5EF4-FFF2-40B4-BE49-F238E27FC236}">
                  <a16:creationId xmlns:a16="http://schemas.microsoft.com/office/drawing/2014/main" id="{CF15CBC0-1CDE-CB52-D6F2-596FFF23A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480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39" name="Rectangle 170">
              <a:extLst>
                <a:ext uri="{FF2B5EF4-FFF2-40B4-BE49-F238E27FC236}">
                  <a16:creationId xmlns:a16="http://schemas.microsoft.com/office/drawing/2014/main" id="{D61FBDA3-4816-6168-CEC4-3C8910B76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094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0" name="Rectangle 171">
              <a:extLst>
                <a:ext uri="{FF2B5EF4-FFF2-40B4-BE49-F238E27FC236}">
                  <a16:creationId xmlns:a16="http://schemas.microsoft.com/office/drawing/2014/main" id="{003F30AB-69D5-5A8D-3CB5-DF593CDA22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483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1" name="Rectangle 172">
              <a:extLst>
                <a:ext uri="{FF2B5EF4-FFF2-40B4-BE49-F238E27FC236}">
                  <a16:creationId xmlns:a16="http://schemas.microsoft.com/office/drawing/2014/main" id="{1480DB37-449D-F005-CE38-55B0F6CDF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4753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2" name="Rectangle 173">
              <a:extLst>
                <a:ext uri="{FF2B5EF4-FFF2-40B4-BE49-F238E27FC236}">
                  <a16:creationId xmlns:a16="http://schemas.microsoft.com/office/drawing/2014/main" id="{B331FAAF-13A5-80BA-E88B-86EBAD1E8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8970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3" name="Rectangle 174">
              <a:extLst>
                <a:ext uri="{FF2B5EF4-FFF2-40B4-BE49-F238E27FC236}">
                  <a16:creationId xmlns:a16="http://schemas.microsoft.com/office/drawing/2014/main" id="{D1E1D36A-6A81-9160-A14D-897CF231F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2500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4" name="Rectangle 175">
              <a:extLst>
                <a:ext uri="{FF2B5EF4-FFF2-40B4-BE49-F238E27FC236}">
                  <a16:creationId xmlns:a16="http://schemas.microsoft.com/office/drawing/2014/main" id="{B2CEC216-E4AC-BD20-5218-3DB50F9F2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2701" y="5135756"/>
              <a:ext cx="6399" cy="1389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5" name="Rectangle 176">
              <a:extLst>
                <a:ext uri="{FF2B5EF4-FFF2-40B4-BE49-F238E27FC236}">
                  <a16:creationId xmlns:a16="http://schemas.microsoft.com/office/drawing/2014/main" id="{44ECFF95-BF9B-67CB-D758-64E3CD60E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2942" y="5135756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6" name="Rectangle 177">
              <a:extLst>
                <a:ext uri="{FF2B5EF4-FFF2-40B4-BE49-F238E27FC236}">
                  <a16:creationId xmlns:a16="http://schemas.microsoft.com/office/drawing/2014/main" id="{6DF7C42C-A1B2-B58A-574A-7F1FC1B90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7" name="Rectangle 178">
              <a:extLst>
                <a:ext uri="{FF2B5EF4-FFF2-40B4-BE49-F238E27FC236}">
                  <a16:creationId xmlns:a16="http://schemas.microsoft.com/office/drawing/2014/main" id="{179A3B83-610E-732E-186E-A500DA03C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21978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8" name="Rectangle 179">
              <a:extLst>
                <a:ext uri="{FF2B5EF4-FFF2-40B4-BE49-F238E27FC236}">
                  <a16:creationId xmlns:a16="http://schemas.microsoft.com/office/drawing/2014/main" id="{4E178F2A-77C3-15A5-000F-4357D7F4B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519035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49" name="Rectangle 180">
              <a:extLst>
                <a:ext uri="{FF2B5EF4-FFF2-40B4-BE49-F238E27FC236}">
                  <a16:creationId xmlns:a16="http://schemas.microsoft.com/office/drawing/2014/main" id="{4FECA5AC-4B8C-B657-FA5A-7EB3CA4AC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0" name="Rectangle 181">
              <a:extLst>
                <a:ext uri="{FF2B5EF4-FFF2-40B4-BE49-F238E27FC236}">
                  <a16:creationId xmlns:a16="http://schemas.microsoft.com/office/drawing/2014/main" id="{33E9C326-0D03-5041-8E64-96D8D6466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585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1" name="Rectangle 182">
              <a:extLst>
                <a:ext uri="{FF2B5EF4-FFF2-40B4-BE49-F238E27FC236}">
                  <a16:creationId xmlns:a16="http://schemas.microsoft.com/office/drawing/2014/main" id="{FD055569-F8E7-E43B-93E6-2C10C0080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616291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2" name="Rectangle 183">
              <a:extLst>
                <a:ext uri="{FF2B5EF4-FFF2-40B4-BE49-F238E27FC236}">
                  <a16:creationId xmlns:a16="http://schemas.microsoft.com/office/drawing/2014/main" id="{AC4CAF4E-C663-BBFB-DB6C-22E7B0238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3" name="Rectangle 184">
              <a:extLst>
                <a:ext uri="{FF2B5EF4-FFF2-40B4-BE49-F238E27FC236}">
                  <a16:creationId xmlns:a16="http://schemas.microsoft.com/office/drawing/2014/main" id="{8779C102-5393-A3E8-5D65-019D23764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9737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4" name="Rectangle 185">
              <a:extLst>
                <a:ext uri="{FF2B5EF4-FFF2-40B4-BE49-F238E27FC236}">
                  <a16:creationId xmlns:a16="http://schemas.microsoft.com/office/drawing/2014/main" id="{A1BC208E-2E7B-2105-991C-861FC6923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806794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5" name="Rectangle 186">
              <a:extLst>
                <a:ext uri="{FF2B5EF4-FFF2-40B4-BE49-F238E27FC236}">
                  <a16:creationId xmlns:a16="http://schemas.microsoft.com/office/drawing/2014/main" id="{F527CDFB-A800-2E12-DA4B-23EFA96F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6" name="Rectangle 187">
              <a:extLst>
                <a:ext uri="{FF2B5EF4-FFF2-40B4-BE49-F238E27FC236}">
                  <a16:creationId xmlns:a16="http://schemas.microsoft.com/office/drawing/2014/main" id="{0CF7E686-3518-67E3-6599-8F1AF8FB8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3616"/>
              <a:ext cx="1967772" cy="58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7" name="Rectangle 188">
              <a:extLst>
                <a:ext uri="{FF2B5EF4-FFF2-40B4-BE49-F238E27FC236}">
                  <a16:creationId xmlns:a16="http://schemas.microsoft.com/office/drawing/2014/main" id="{64F66FF7-2721-F34A-B195-E7E971511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142" y="5450673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8" name="Line 189">
              <a:extLst>
                <a:ext uri="{FF2B5EF4-FFF2-40B4-BE49-F238E27FC236}">
                  <a16:creationId xmlns:a16="http://schemas.microsoft.com/office/drawing/2014/main" id="{CD922570-361E-5D51-B8C8-AB36B0CA9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9541" y="6527052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59" name="Line 196">
              <a:extLst>
                <a:ext uri="{FF2B5EF4-FFF2-40B4-BE49-F238E27FC236}">
                  <a16:creationId xmlns:a16="http://schemas.microsoft.com/office/drawing/2014/main" id="{CC688718-00A1-928C-7815-E3D9DD5770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3142" y="5135756"/>
              <a:ext cx="0" cy="1389165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0" name="Line 197">
              <a:extLst>
                <a:ext uri="{FF2B5EF4-FFF2-40B4-BE49-F238E27FC236}">
                  <a16:creationId xmlns:a16="http://schemas.microsoft.com/office/drawing/2014/main" id="{D1B7CA31-2F6B-C716-5D62-A5A9FE176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6524921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1" name="Line 198">
              <a:extLst>
                <a:ext uri="{FF2B5EF4-FFF2-40B4-BE49-F238E27FC236}">
                  <a16:creationId xmlns:a16="http://schemas.microsoft.com/office/drawing/2014/main" id="{1932D2AD-F7D6-E639-424F-9525B7BD9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616880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2" name="Line 199">
              <a:extLst>
                <a:ext uri="{FF2B5EF4-FFF2-40B4-BE49-F238E27FC236}">
                  <a16:creationId xmlns:a16="http://schemas.microsoft.com/office/drawing/2014/main" id="{35F4125F-50B5-4918-D303-11B49387D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5812680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3" name="Line 200">
              <a:extLst>
                <a:ext uri="{FF2B5EF4-FFF2-40B4-BE49-F238E27FC236}">
                  <a16:creationId xmlns:a16="http://schemas.microsoft.com/office/drawing/2014/main" id="{75B46D28-FC16-5011-F8C4-713155F51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42" y="5456559"/>
              <a:ext cx="20798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64" name="Rectangle 201">
              <a:extLst>
                <a:ext uri="{FF2B5EF4-FFF2-40B4-BE49-F238E27FC236}">
                  <a16:creationId xmlns:a16="http://schemas.microsoft.com/office/drawing/2014/main" id="{9A38795F-004C-4DC9-D367-00492C96D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353" y="6483717"/>
              <a:ext cx="99188" cy="126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5" name="Rectangle 202">
              <a:extLst>
                <a:ext uri="{FF2B5EF4-FFF2-40B4-BE49-F238E27FC236}">
                  <a16:creationId xmlns:a16="http://schemas.microsoft.com/office/drawing/2014/main" id="{91B1C525-A3A0-FF72-B7D5-2CC8A76DA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98" y="6094377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6" name="Rectangle 203">
              <a:extLst>
                <a:ext uri="{FF2B5EF4-FFF2-40B4-BE49-F238E27FC236}">
                  <a16:creationId xmlns:a16="http://schemas.microsoft.com/office/drawing/2014/main" id="{933A9DAD-A6EC-AC4C-78C5-34A9EB09C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472" y="5762096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7" name="Rectangle 204">
              <a:extLst>
                <a:ext uri="{FF2B5EF4-FFF2-40B4-BE49-F238E27FC236}">
                  <a16:creationId xmlns:a16="http://schemas.microsoft.com/office/drawing/2014/main" id="{B4C6FF7E-5289-E022-DD71-E66AF9AD0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207" y="5401410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30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8" name="Line 205">
              <a:extLst>
                <a:ext uri="{FF2B5EF4-FFF2-40B4-BE49-F238E27FC236}">
                  <a16:creationId xmlns:a16="http://schemas.microsoft.com/office/drawing/2014/main" id="{DE75CC78-11AB-A20B-706B-F94560708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301" y="6524670"/>
              <a:ext cx="1967772" cy="0"/>
            </a:xfrm>
            <a:prstGeom prst="line">
              <a:avLst/>
            </a:prstGeom>
            <a:noFill/>
            <a:ln w="4763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1" name="Rectangle 208">
              <a:extLst>
                <a:ext uri="{FF2B5EF4-FFF2-40B4-BE49-F238E27FC236}">
                  <a16:creationId xmlns:a16="http://schemas.microsoft.com/office/drawing/2014/main" id="{4CAB80EC-3730-1EA6-F895-4F6962A6F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5401" y="5650966"/>
              <a:ext cx="180587" cy="872168"/>
            </a:xfrm>
            <a:prstGeom prst="rect">
              <a:avLst/>
            </a:prstGeom>
            <a:solidFill>
              <a:srgbClr val="D9541A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2" name="Rectangle 209">
              <a:extLst>
                <a:ext uri="{FF2B5EF4-FFF2-40B4-BE49-F238E27FC236}">
                  <a16:creationId xmlns:a16="http://schemas.microsoft.com/office/drawing/2014/main" id="{867B953B-59FA-1419-9F3F-33F545391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543" y="6072430"/>
              <a:ext cx="177336" cy="449688"/>
            </a:xfrm>
            <a:prstGeom prst="rect">
              <a:avLst/>
            </a:prstGeom>
            <a:solidFill>
              <a:srgbClr val="EDB021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73" name="Rectangle 37">
              <a:extLst>
                <a:ext uri="{FF2B5EF4-FFF2-40B4-BE49-F238E27FC236}">
                  <a16:creationId xmlns:a16="http://schemas.microsoft.com/office/drawing/2014/main" id="{4FC94CF4-2D12-263E-2A48-1C957819D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171" y="654248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5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160:8:0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4" name="Rectangle 38">
              <a:extLst>
                <a:ext uri="{FF2B5EF4-FFF2-40B4-BE49-F238E27FC236}">
                  <a16:creationId xmlns:a16="http://schemas.microsoft.com/office/drawing/2014/main" id="{295F2859-571A-421D-698E-A64724A5F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783" y="654252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160:8:1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5" name="Rectangle 39">
              <a:extLst>
                <a:ext uri="{FF2B5EF4-FFF2-40B4-BE49-F238E27FC236}">
                  <a16:creationId xmlns:a16="http://schemas.microsoft.com/office/drawing/2014/main" id="{410B692E-5C70-AB02-7A1F-6701228E3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851" y="6545475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160:8:2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6" name="TextBox 875">
              <a:extLst>
                <a:ext uri="{FF2B5EF4-FFF2-40B4-BE49-F238E27FC236}">
                  <a16:creationId xmlns:a16="http://schemas.microsoft.com/office/drawing/2014/main" id="{CE49524B-FF13-8B93-4E9A-084994509443}"/>
                </a:ext>
              </a:extLst>
            </p:cNvPr>
            <p:cNvSpPr txBox="1"/>
            <p:nvPr/>
          </p:nvSpPr>
          <p:spPr>
            <a:xfrm rot="16200000">
              <a:off x="35474" y="5787784"/>
              <a:ext cx="14542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b="1" i="1" dirty="0"/>
                <a:t>재방문주기</a:t>
              </a:r>
              <a:r>
                <a:rPr lang="en-US" altLang="ko-KR" sz="1050" b="1" i="1" dirty="0"/>
                <a:t> </a:t>
              </a:r>
              <a:r>
                <a:rPr lang="ko-KR" altLang="en-US" sz="1050" b="1" i="1" dirty="0"/>
                <a:t>총합 </a:t>
              </a:r>
              <a:r>
                <a:rPr lang="en-US" altLang="ko-KR" sz="1050" b="1" i="1" dirty="0"/>
                <a:t>(</a:t>
              </a:r>
              <a:r>
                <a:rPr lang="en-US" altLang="ko-KR" sz="1050" b="1" i="1" dirty="0" err="1"/>
                <a:t>hr</a:t>
              </a:r>
              <a:r>
                <a:rPr lang="en-US" altLang="ko-KR" sz="1050" b="1" i="1" dirty="0"/>
                <a:t>)</a:t>
              </a:r>
              <a:endParaRPr lang="ko-KR" altLang="en-US" sz="1050" b="1" i="1" dirty="0"/>
            </a:p>
          </p:txBody>
        </p:sp>
        <p:sp>
          <p:nvSpPr>
            <p:cNvPr id="877" name="TextBox 876">
              <a:extLst>
                <a:ext uri="{FF2B5EF4-FFF2-40B4-BE49-F238E27FC236}">
                  <a16:creationId xmlns:a16="http://schemas.microsoft.com/office/drawing/2014/main" id="{A548C96F-5F37-0DF9-BE0C-12A0F48ED1AF}"/>
                </a:ext>
              </a:extLst>
            </p:cNvPr>
            <p:cNvSpPr txBox="1"/>
            <p:nvPr/>
          </p:nvSpPr>
          <p:spPr>
            <a:xfrm>
              <a:off x="1041473" y="5863209"/>
              <a:ext cx="34817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b="1" i="1" dirty="0"/>
                <a:t>29.88</a:t>
              </a:r>
              <a:endParaRPr lang="ko-KR" altLang="en-US" sz="600" b="1" i="1" dirty="0"/>
            </a:p>
          </p:txBody>
        </p:sp>
        <p:sp>
          <p:nvSpPr>
            <p:cNvPr id="878" name="TextBox 877">
              <a:extLst>
                <a:ext uri="{FF2B5EF4-FFF2-40B4-BE49-F238E27FC236}">
                  <a16:creationId xmlns:a16="http://schemas.microsoft.com/office/drawing/2014/main" id="{178078E4-78B6-2C7D-9FA1-0BFA26E39B88}"/>
                </a:ext>
              </a:extLst>
            </p:cNvPr>
            <p:cNvSpPr txBox="1"/>
            <p:nvPr/>
          </p:nvSpPr>
          <p:spPr>
            <a:xfrm>
              <a:off x="1272262" y="5613724"/>
              <a:ext cx="34817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b="1" i="1" dirty="0"/>
                <a:t>23.31</a:t>
              </a:r>
              <a:endParaRPr lang="ko-KR" altLang="en-US" sz="600" b="1" i="1" dirty="0"/>
            </a:p>
          </p:txBody>
        </p:sp>
        <p:sp>
          <p:nvSpPr>
            <p:cNvPr id="879" name="Rectangle 176">
              <a:extLst>
                <a:ext uri="{FF2B5EF4-FFF2-40B4-BE49-F238E27FC236}">
                  <a16:creationId xmlns:a16="http://schemas.microsoft.com/office/drawing/2014/main" id="{BC102790-5034-5245-9CFA-30966B7F9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067" y="5129870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0" name="Rectangle 209">
              <a:extLst>
                <a:ext uri="{FF2B5EF4-FFF2-40B4-BE49-F238E27FC236}">
                  <a16:creationId xmlns:a16="http://schemas.microsoft.com/office/drawing/2014/main" id="{D735B588-C7B4-72D8-813C-D94A1E414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632" y="6343987"/>
              <a:ext cx="182518" cy="180934"/>
            </a:xfrm>
            <a:prstGeom prst="rect">
              <a:avLst/>
            </a:prstGeom>
            <a:solidFill>
              <a:srgbClr val="92D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1" name="Rectangle 39">
              <a:extLst>
                <a:ext uri="{FF2B5EF4-FFF2-40B4-BE49-F238E27FC236}">
                  <a16:creationId xmlns:a16="http://schemas.microsoft.com/office/drawing/2014/main" id="{4F00E8F9-1E97-A07B-A6F4-258EB8033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160" y="6548488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160:8:3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82" name="Rectangle 176">
              <a:extLst>
                <a:ext uri="{FF2B5EF4-FFF2-40B4-BE49-F238E27FC236}">
                  <a16:creationId xmlns:a16="http://schemas.microsoft.com/office/drawing/2014/main" id="{6B109465-E393-43A3-11FA-B33D3606C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84" y="512847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3" name="Rectangle 209">
              <a:extLst>
                <a:ext uri="{FF2B5EF4-FFF2-40B4-BE49-F238E27FC236}">
                  <a16:creationId xmlns:a16="http://schemas.microsoft.com/office/drawing/2014/main" id="{D173128A-9002-A83C-88BE-BFF68E143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079" y="6364824"/>
              <a:ext cx="182518" cy="160585"/>
            </a:xfrm>
            <a:prstGeom prst="rect">
              <a:avLst/>
            </a:prstGeom>
            <a:solidFill>
              <a:srgbClr val="00B05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4" name="Rectangle 39">
              <a:extLst>
                <a:ext uri="{FF2B5EF4-FFF2-40B4-BE49-F238E27FC236}">
                  <a16:creationId xmlns:a16="http://schemas.microsoft.com/office/drawing/2014/main" id="{CB7EA179-8774-6397-D5D6-1A81F4EBF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0226" y="6547346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160:8:4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85" name="TextBox 884">
              <a:extLst>
                <a:ext uri="{FF2B5EF4-FFF2-40B4-BE49-F238E27FC236}">
                  <a16:creationId xmlns:a16="http://schemas.microsoft.com/office/drawing/2014/main" id="{8D2042A8-446F-B7CC-96DF-16F14BE790B8}"/>
                </a:ext>
              </a:extLst>
            </p:cNvPr>
            <p:cNvSpPr txBox="1"/>
            <p:nvPr/>
          </p:nvSpPr>
          <p:spPr>
            <a:xfrm>
              <a:off x="1486742" y="6035045"/>
              <a:ext cx="34817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b="1" i="1" dirty="0"/>
                <a:t>13.27</a:t>
              </a:r>
              <a:endParaRPr lang="ko-KR" altLang="en-US" sz="600" b="1" i="1" dirty="0"/>
            </a:p>
          </p:txBody>
        </p:sp>
        <p:sp>
          <p:nvSpPr>
            <p:cNvPr id="886" name="TextBox 885">
              <a:extLst>
                <a:ext uri="{FF2B5EF4-FFF2-40B4-BE49-F238E27FC236}">
                  <a16:creationId xmlns:a16="http://schemas.microsoft.com/office/drawing/2014/main" id="{E73897FB-D110-EE0F-AC6B-19EC05356FAF}"/>
                </a:ext>
              </a:extLst>
            </p:cNvPr>
            <p:cNvSpPr txBox="1"/>
            <p:nvPr/>
          </p:nvSpPr>
          <p:spPr>
            <a:xfrm>
              <a:off x="1734449" y="6294320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4.46</a:t>
              </a:r>
              <a:endParaRPr lang="ko-KR" altLang="en-US" sz="700" b="1" i="1" dirty="0"/>
            </a:p>
          </p:txBody>
        </p:sp>
        <p:sp>
          <p:nvSpPr>
            <p:cNvPr id="887" name="TextBox 886">
              <a:extLst>
                <a:ext uri="{FF2B5EF4-FFF2-40B4-BE49-F238E27FC236}">
                  <a16:creationId xmlns:a16="http://schemas.microsoft.com/office/drawing/2014/main" id="{23525598-D76B-4C75-9102-F02F0F50C8FE}"/>
                </a:ext>
              </a:extLst>
            </p:cNvPr>
            <p:cNvSpPr txBox="1"/>
            <p:nvPr/>
          </p:nvSpPr>
          <p:spPr>
            <a:xfrm>
              <a:off x="1988542" y="6312883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4.06</a:t>
              </a:r>
              <a:endParaRPr lang="ko-KR" altLang="en-US" sz="700" b="1" i="1" dirty="0"/>
            </a:p>
          </p:txBody>
        </p:sp>
        <p:sp>
          <p:nvSpPr>
            <p:cNvPr id="888" name="Rectangle 209">
              <a:extLst>
                <a:ext uri="{FF2B5EF4-FFF2-40B4-BE49-F238E27FC236}">
                  <a16:creationId xmlns:a16="http://schemas.microsoft.com/office/drawing/2014/main" id="{F77095F2-848F-4282-B585-BDBD3DE5A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3773" y="6312799"/>
              <a:ext cx="182518" cy="212237"/>
            </a:xfrm>
            <a:prstGeom prst="rect">
              <a:avLst/>
            </a:prstGeom>
            <a:solidFill>
              <a:srgbClr val="00B0F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89" name="Rectangle 209">
              <a:extLst>
                <a:ext uri="{FF2B5EF4-FFF2-40B4-BE49-F238E27FC236}">
                  <a16:creationId xmlns:a16="http://schemas.microsoft.com/office/drawing/2014/main" id="{2F0514FA-2AF3-1EF0-5210-FC2BE6109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863" y="6069360"/>
              <a:ext cx="182518" cy="455591"/>
            </a:xfrm>
            <a:prstGeom prst="rect">
              <a:avLst/>
            </a:prstGeom>
            <a:solidFill>
              <a:srgbClr val="7030A0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0" name="Rectangle 39">
              <a:extLst>
                <a:ext uri="{FF2B5EF4-FFF2-40B4-BE49-F238E27FC236}">
                  <a16:creationId xmlns:a16="http://schemas.microsoft.com/office/drawing/2014/main" id="{D02E56D6-79E2-5441-10DA-ACA7431D3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8452" y="6548239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160:8:5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1" name="Rectangle 39">
              <a:extLst>
                <a:ext uri="{FF2B5EF4-FFF2-40B4-BE49-F238E27FC236}">
                  <a16:creationId xmlns:a16="http://schemas.microsoft.com/office/drawing/2014/main" id="{561F8A3A-392F-2FF3-CB98-225AB7525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9283" y="6548240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160:8:6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2" name="TextBox 891">
              <a:extLst>
                <a:ext uri="{FF2B5EF4-FFF2-40B4-BE49-F238E27FC236}">
                  <a16:creationId xmlns:a16="http://schemas.microsoft.com/office/drawing/2014/main" id="{C67C1AB7-AB04-BCA5-EB47-54AF5FE69293}"/>
                </a:ext>
              </a:extLst>
            </p:cNvPr>
            <p:cNvSpPr txBox="1"/>
            <p:nvPr/>
          </p:nvSpPr>
          <p:spPr>
            <a:xfrm>
              <a:off x="2242422" y="6258280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5.59</a:t>
              </a:r>
              <a:endParaRPr lang="ko-KR" altLang="en-US" sz="600" b="1" i="1" dirty="0"/>
            </a:p>
          </p:txBody>
        </p:sp>
        <p:sp>
          <p:nvSpPr>
            <p:cNvPr id="893" name="TextBox 892">
              <a:extLst>
                <a:ext uri="{FF2B5EF4-FFF2-40B4-BE49-F238E27FC236}">
                  <a16:creationId xmlns:a16="http://schemas.microsoft.com/office/drawing/2014/main" id="{586C9E04-E911-E9D9-0B36-0014E7723745}"/>
                </a:ext>
              </a:extLst>
            </p:cNvPr>
            <p:cNvSpPr txBox="1"/>
            <p:nvPr/>
          </p:nvSpPr>
          <p:spPr>
            <a:xfrm>
              <a:off x="2493539" y="6035153"/>
              <a:ext cx="34817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b="1" i="1" dirty="0"/>
                <a:t>11.97</a:t>
              </a:r>
              <a:endParaRPr lang="ko-KR" altLang="en-US" sz="700" b="1" i="1" dirty="0"/>
            </a:p>
          </p:txBody>
        </p:sp>
        <p:sp>
          <p:nvSpPr>
            <p:cNvPr id="894" name="Rectangle 188">
              <a:extLst>
                <a:ext uri="{FF2B5EF4-FFF2-40B4-BE49-F238E27FC236}">
                  <a16:creationId xmlns:a16="http://schemas.microsoft.com/office/drawing/2014/main" id="{E36481FC-3114-0AE0-0EDA-7907FCD98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768" y="5125641"/>
              <a:ext cx="1974171" cy="1177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5" name="Rectangle 204">
              <a:extLst>
                <a:ext uri="{FF2B5EF4-FFF2-40B4-BE49-F238E27FC236}">
                  <a16:creationId xmlns:a16="http://schemas.microsoft.com/office/drawing/2014/main" id="{27C7BFFD-80B2-9CCA-712A-FEF7AF775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201" y="5084896"/>
              <a:ext cx="11541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ko-KR" sz="800" b="0" i="0" u="none" strike="noStrike" cap="none" normalizeH="0" baseline="0" dirty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40</a:t>
              </a: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6" name="Rectangle 39">
              <a:extLst>
                <a:ext uri="{FF2B5EF4-FFF2-40B4-BE49-F238E27FC236}">
                  <a16:creationId xmlns:a16="http://schemas.microsoft.com/office/drawing/2014/main" id="{D1BDCC53-46FD-605B-1D36-9EC38234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689" y="6545431"/>
              <a:ext cx="211596" cy="76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500" dirty="0">
                  <a:solidFill>
                    <a:srgbClr val="262626"/>
                  </a:solidFill>
                </a:rPr>
                <a:t>160:8:7</a:t>
              </a:r>
              <a:endPara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7" name="Rectangle 176">
              <a:extLst>
                <a:ext uri="{FF2B5EF4-FFF2-40B4-BE49-F238E27FC236}">
                  <a16:creationId xmlns:a16="http://schemas.microsoft.com/office/drawing/2014/main" id="{ACFDF550-E510-89CC-F3DE-2A6C87D56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2377" y="5126127"/>
              <a:ext cx="12799" cy="1395051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8" name="Rectangle 209">
              <a:extLst>
                <a:ext uri="{FF2B5EF4-FFF2-40B4-BE49-F238E27FC236}">
                  <a16:creationId xmlns:a16="http://schemas.microsoft.com/office/drawing/2014/main" id="{2AB01C44-5A82-B742-CB8A-04431B62D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7042" y="5819367"/>
              <a:ext cx="182518" cy="705554"/>
            </a:xfrm>
            <a:prstGeom prst="rect">
              <a:avLst/>
            </a:prstGeom>
            <a:solidFill>
              <a:srgbClr val="CC99FF"/>
            </a:solidFill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99" name="TextBox 898">
              <a:extLst>
                <a:ext uri="{FF2B5EF4-FFF2-40B4-BE49-F238E27FC236}">
                  <a16:creationId xmlns:a16="http://schemas.microsoft.com/office/drawing/2014/main" id="{6E544646-6527-1D79-53C2-93392633C101}"/>
                </a:ext>
              </a:extLst>
            </p:cNvPr>
            <p:cNvSpPr txBox="1"/>
            <p:nvPr/>
          </p:nvSpPr>
          <p:spPr>
            <a:xfrm>
              <a:off x="2734475" y="5768535"/>
              <a:ext cx="3401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b="1" i="1" dirty="0"/>
                <a:t>20.0</a:t>
              </a:r>
              <a:endParaRPr lang="ko-KR" altLang="en-US" sz="700" b="1" i="1" dirty="0"/>
            </a:p>
          </p:txBody>
        </p:sp>
      </p:grpSp>
      <p:sp>
        <p:nvSpPr>
          <p:cNvPr id="20" name="Rectangle 208">
            <a:extLst>
              <a:ext uri="{FF2B5EF4-FFF2-40B4-BE49-F238E27FC236}">
                <a16:creationId xmlns:a16="http://schemas.microsoft.com/office/drawing/2014/main" id="{A192D68E-4B5C-1AF2-3EAC-A524364D3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9004" y="5430857"/>
            <a:ext cx="180587" cy="1073110"/>
          </a:xfrm>
          <a:prstGeom prst="rect">
            <a:avLst/>
          </a:prstGeom>
          <a:solidFill>
            <a:srgbClr val="0070C0"/>
          </a:solidFill>
          <a:ln w="476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CD4EEC-C4D4-C907-840F-531392A97783}"/>
              </a:ext>
            </a:extLst>
          </p:cNvPr>
          <p:cNvSpPr txBox="1"/>
          <p:nvPr/>
        </p:nvSpPr>
        <p:spPr>
          <a:xfrm>
            <a:off x="6348901" y="5413715"/>
            <a:ext cx="34817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b="1" i="1" dirty="0"/>
              <a:t>29.88</a:t>
            </a:r>
            <a:endParaRPr lang="ko-KR" altLang="en-US" sz="600" b="1" i="1" dirty="0"/>
          </a:p>
        </p:txBody>
      </p:sp>
      <p:sp>
        <p:nvSpPr>
          <p:cNvPr id="22" name="Rectangle 208">
            <a:extLst>
              <a:ext uri="{FF2B5EF4-FFF2-40B4-BE49-F238E27FC236}">
                <a16:creationId xmlns:a16="http://schemas.microsoft.com/office/drawing/2014/main" id="{48020873-7D6E-AB8D-D733-56C75264A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837" y="6219125"/>
            <a:ext cx="180587" cy="319479"/>
          </a:xfrm>
          <a:prstGeom prst="rect">
            <a:avLst/>
          </a:prstGeom>
          <a:solidFill>
            <a:srgbClr val="0070C0"/>
          </a:solidFill>
          <a:ln w="476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984C26-8AFB-AE65-D741-12A68DE43A6D}"/>
              </a:ext>
            </a:extLst>
          </p:cNvPr>
          <p:cNvSpPr txBox="1"/>
          <p:nvPr/>
        </p:nvSpPr>
        <p:spPr>
          <a:xfrm>
            <a:off x="3735382" y="6173982"/>
            <a:ext cx="340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i="1" dirty="0"/>
              <a:t>4.63</a:t>
            </a:r>
            <a:endParaRPr lang="ko-KR" altLang="en-US" sz="700" b="1" i="1" dirty="0"/>
          </a:p>
        </p:txBody>
      </p:sp>
      <p:sp>
        <p:nvSpPr>
          <p:cNvPr id="24" name="Rectangle 208">
            <a:extLst>
              <a:ext uri="{FF2B5EF4-FFF2-40B4-BE49-F238E27FC236}">
                <a16:creationId xmlns:a16="http://schemas.microsoft.com/office/drawing/2014/main" id="{E7AC9F17-445D-4F04-A43B-F6E26A1A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138" y="4926338"/>
            <a:ext cx="180587" cy="1591863"/>
          </a:xfrm>
          <a:prstGeom prst="rect">
            <a:avLst/>
          </a:prstGeom>
          <a:solidFill>
            <a:srgbClr val="0070C0"/>
          </a:solidFill>
          <a:ln w="476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2C0E4E-67CA-D53B-A87F-7D5A37881D84}"/>
              </a:ext>
            </a:extLst>
          </p:cNvPr>
          <p:cNvSpPr txBox="1"/>
          <p:nvPr/>
        </p:nvSpPr>
        <p:spPr>
          <a:xfrm>
            <a:off x="1039227" y="4899489"/>
            <a:ext cx="340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b="1" i="1" dirty="0"/>
              <a:t>2.41</a:t>
            </a:r>
            <a:endParaRPr lang="ko-KR" altLang="en-US" sz="600" b="1" i="1" dirty="0"/>
          </a:p>
        </p:txBody>
      </p:sp>
    </p:spTree>
    <p:extLst>
      <p:ext uri="{BB962C8B-B14F-4D97-AF65-F5344CB8AC3E}">
        <p14:creationId xmlns:p14="http://schemas.microsoft.com/office/powerpoint/2010/main" val="3701713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79536</TotalTime>
  <Words>1875</Words>
  <Application>Microsoft Office PowerPoint</Application>
  <PresentationFormat>화면 슬라이드 쇼(4:3)</PresentationFormat>
  <Paragraphs>712</Paragraphs>
  <Slides>11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정기 연구미팅 보고</vt:lpstr>
      <vt:lpstr>시뮬레이션 설정</vt:lpstr>
      <vt:lpstr>시뮬레이션 결과 [1/3]</vt:lpstr>
      <vt:lpstr>시뮬레이션 결과 [1/3]</vt:lpstr>
      <vt:lpstr>시뮬레이션 결과 [1/3]</vt:lpstr>
      <vt:lpstr>시뮬레이션 결과 [1/3]</vt:lpstr>
      <vt:lpstr>시뮬레이션 설정</vt:lpstr>
      <vt:lpstr>시뮬레이션 결과 [1/3]</vt:lpstr>
      <vt:lpstr>시뮬레이션 결과 [1/3]</vt:lpstr>
      <vt:lpstr>시뮬레이션 결과 [1/3]</vt:lpstr>
      <vt:lpstr>시뮬레이션 결과 [1/3]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4499</cp:revision>
  <dcterms:created xsi:type="dcterms:W3CDTF">2018-01-29T02:45:56Z</dcterms:created>
  <dcterms:modified xsi:type="dcterms:W3CDTF">2022-11-16T12:59:35Z</dcterms:modified>
</cp:coreProperties>
</file>