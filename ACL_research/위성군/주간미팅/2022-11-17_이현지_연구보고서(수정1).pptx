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229" r:id="rId2"/>
    <p:sldId id="2234" r:id="rId3"/>
    <p:sldId id="2250" r:id="rId4"/>
    <p:sldId id="2249" r:id="rId5"/>
    <p:sldId id="2238" r:id="rId6"/>
    <p:sldId id="2239" r:id="rId7"/>
    <p:sldId id="2242" r:id="rId8"/>
    <p:sldId id="2246" r:id="rId9"/>
    <p:sldId id="2247" r:id="rId10"/>
    <p:sldId id="2248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021"/>
    <a:srgbClr val="D9541A"/>
    <a:srgbClr val="404040"/>
    <a:srgbClr val="FFFFFF"/>
    <a:srgbClr val="001E46"/>
    <a:srgbClr val="000A1E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31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22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13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이현지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2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/>
              <a:t>2022-11-17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정기 연구미팅 보고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090B32-95E2-3E22-AE67-B3F9ED29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1D92B27-F6CC-755B-AD70-0AFC9D987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</a:t>
                </a:r>
                <a:r>
                  <a:rPr lang="ko-KR" altLang="en-US" dirty="0" err="1"/>
                  <a:t>위성군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기준궤도</a:t>
                </a:r>
                <a:r>
                  <a:rPr lang="en-US" altLang="ko-KR" dirty="0"/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고도</a:t>
                </a:r>
                <a:r>
                  <a:rPr lang="en-US" altLang="ko-KR" dirty="0"/>
                  <a:t> 1200 km, </a:t>
                </a:r>
                <a:r>
                  <a:rPr lang="ko-KR" altLang="en-US" dirty="0"/>
                  <a:t>궤도경사각</a:t>
                </a:r>
                <a:r>
                  <a:rPr lang="en-US" altLang="ko-KR" dirty="0"/>
                  <a:t> 40 deg</a:t>
                </a:r>
              </a:p>
              <a:p>
                <a:pPr lvl="2"/>
                <a:r>
                  <a:rPr lang="ko-KR" altLang="en-US" dirty="0"/>
                  <a:t>한반도 관측을 위한 최적 궤도경사각</a:t>
                </a:r>
                <a:r>
                  <a:rPr lang="en-US" altLang="ko-KR" dirty="0"/>
                  <a:t> (39~40 deg)</a:t>
                </a:r>
              </a:p>
              <a:p>
                <a:pPr lvl="1"/>
                <a:r>
                  <a:rPr lang="ko-KR" altLang="en-US" b="1" u="sng" dirty="0"/>
                  <a:t>설계 파라미터</a:t>
                </a:r>
                <a:r>
                  <a:rPr lang="en-US" altLang="ko-KR" b="1" u="sng" dirty="0"/>
                  <a:t> </a:t>
                </a:r>
                <a:r>
                  <a:rPr lang="en-US" altLang="ko-KR" b="1" u="sng" dirty="0">
                    <a:sym typeface="Wingdings" panose="05000000000000000000" pitchFamily="2" charset="2"/>
                  </a:rPr>
                  <a:t>(T/P/F)</a:t>
                </a:r>
              </a:p>
              <a:p>
                <a:pPr lvl="2"/>
                <a:r>
                  <a:rPr lang="en-US" altLang="ko-KR" i="1" dirty="0">
                    <a:sym typeface="Wingdings" panose="05000000000000000000" pitchFamily="2" charset="2"/>
                  </a:rPr>
                  <a:t>T</a:t>
                </a:r>
                <a:r>
                  <a:rPr lang="en-US" altLang="ko-KR" dirty="0">
                    <a:sym typeface="Wingdings" panose="05000000000000000000" pitchFamily="2" charset="2"/>
                  </a:rPr>
                  <a:t> (</a:t>
                </a:r>
                <a:r>
                  <a:rPr lang="ko-KR" altLang="en-US" dirty="0">
                    <a:sym typeface="Wingdings" panose="05000000000000000000" pitchFamily="2" charset="2"/>
                  </a:rPr>
                  <a:t>총 위성수</a:t>
                </a:r>
                <a:r>
                  <a:rPr lang="en-US" altLang="ko-KR" dirty="0">
                    <a:sym typeface="Wingdings" panose="05000000000000000000" pitchFamily="2" charset="2"/>
                  </a:rPr>
                  <a:t>)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►</a:t>
                </a:r>
                <a:r>
                  <a:rPr lang="en-US" altLang="ko-KR" dirty="0">
                    <a:sym typeface="Wingdings" panose="05000000000000000000" pitchFamily="2" charset="2"/>
                  </a:rPr>
                  <a:t> 140</a:t>
                </a:r>
              </a:p>
              <a:p>
                <a:pPr lvl="2"/>
                <a:r>
                  <a:rPr lang="en-US" altLang="ko-KR" i="1" dirty="0">
                    <a:sym typeface="Wingdings" panose="05000000000000000000" pitchFamily="2" charset="2"/>
                  </a:rPr>
                  <a:t>P</a:t>
                </a:r>
                <a:r>
                  <a:rPr lang="en-US" altLang="ko-KR" dirty="0">
                    <a:sym typeface="Wingdings" panose="05000000000000000000" pitchFamily="2" charset="2"/>
                  </a:rPr>
                  <a:t> (</a:t>
                </a:r>
                <a:r>
                  <a:rPr lang="ko-KR" altLang="en-US" dirty="0">
                    <a:sym typeface="Wingdings" panose="05000000000000000000" pitchFamily="2" charset="2"/>
                  </a:rPr>
                  <a:t>궤도평면 수</a:t>
                </a:r>
                <a:r>
                  <a:rPr lang="en-US" altLang="ko-KR" dirty="0">
                    <a:sym typeface="Wingdings" panose="05000000000000000000" pitchFamily="2" charset="2"/>
                  </a:rPr>
                  <a:t>)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►</a:t>
                </a:r>
                <a:r>
                  <a:rPr lang="en-US" altLang="ko-KR" dirty="0">
                    <a:sym typeface="Wingdings" panose="05000000000000000000" pitchFamily="2" charset="2"/>
                  </a:rPr>
                  <a:t> 4, 5, 7</a:t>
                </a:r>
              </a:p>
              <a:p>
                <a:pPr lvl="2"/>
                <a:r>
                  <a:rPr lang="en-US" altLang="ko-KR" i="1" dirty="0"/>
                  <a:t>F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인접위성 간 위상 차</a:t>
                </a:r>
                <a:r>
                  <a:rPr lang="en-US" altLang="ko-KR" dirty="0"/>
                  <a:t>)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► 0 ~ 6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관심지역</a:t>
                </a:r>
                <a:r>
                  <a:rPr lang="en-US" altLang="ko-KR" dirty="0"/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대전</a:t>
                </a:r>
                <a:r>
                  <a:rPr lang="en-US" altLang="ko-KR" dirty="0"/>
                  <a:t> (</a:t>
                </a:r>
                <a:r>
                  <a:rPr lang="ko-KR" altLang="en-US" dirty="0"/>
                  <a:t>점 타겟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ko-KR" altLang="en-US" dirty="0" err="1"/>
                  <a:t>탑재체</a:t>
                </a:r>
                <a:r>
                  <a:rPr lang="ko-KR" altLang="en-US" dirty="0"/>
                  <a:t> 성능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지상 빔 직경</a:t>
                </a:r>
                <a:r>
                  <a:rPr lang="en-US" altLang="ko-KR" dirty="0"/>
                  <a:t>: 1280 km</a:t>
                </a:r>
              </a:p>
              <a:p>
                <a:pPr lvl="2"/>
                <a:r>
                  <a:rPr lang="ko-KR" altLang="en-US" dirty="0"/>
                  <a:t>최대 위성간 거리 </a:t>
                </a:r>
                <a:r>
                  <a:rPr lang="en-US" altLang="ko-KR" dirty="0"/>
                  <a:t>(ISL </a:t>
                </a:r>
                <a:r>
                  <a:rPr lang="ko-KR" altLang="en-US" dirty="0"/>
                  <a:t>통신</a:t>
                </a:r>
                <a:r>
                  <a:rPr lang="en-US" altLang="ko-KR" dirty="0"/>
                  <a:t>)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dirty="0"/>
                  <a:t> 2000 km</a:t>
                </a:r>
              </a:p>
              <a:p>
                <a:r>
                  <a:rPr lang="ko-KR" altLang="en-US" dirty="0"/>
                  <a:t>수치 시뮬레이션 </a:t>
                </a:r>
                <a:r>
                  <a:rPr lang="en-US" altLang="ko-KR" dirty="0"/>
                  <a:t>(two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body)</a:t>
                </a:r>
              </a:p>
              <a:p>
                <a:pPr lvl="1"/>
                <a:r>
                  <a:rPr lang="en-US" altLang="ko-KR" dirty="0" err="1">
                    <a:sym typeface="Wingdings" panose="05000000000000000000" pitchFamily="2" charset="2"/>
                  </a:rPr>
                  <a:t>FreeFlyer</a:t>
                </a:r>
                <a:r>
                  <a:rPr lang="en-US" altLang="ko-KR" dirty="0">
                    <a:sym typeface="Wingdings" panose="05000000000000000000" pitchFamily="2" charset="2"/>
                  </a:rPr>
                  <a:t>: </a:t>
                </a:r>
                <a:r>
                  <a:rPr lang="ko-KR" altLang="en-US" dirty="0" err="1">
                    <a:sym typeface="Wingdings" panose="05000000000000000000" pitchFamily="2" charset="2"/>
                  </a:rPr>
                  <a:t>위성군</a:t>
                </a:r>
                <a:r>
                  <a:rPr lang="ko-KR" altLang="en-US" dirty="0">
                    <a:sym typeface="Wingdings" panose="05000000000000000000" pitchFamily="2" charset="2"/>
                  </a:rPr>
                  <a:t> 설계 및 궤도전파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dirty="0">
                    <a:sym typeface="Wingdings" panose="05000000000000000000" pitchFamily="2" charset="2"/>
                  </a:rPr>
                  <a:t>MATLAB: </a:t>
                </a:r>
                <a:r>
                  <a:rPr lang="ko-KR" altLang="en-US" dirty="0">
                    <a:sym typeface="Wingdings" panose="05000000000000000000" pitchFamily="2" charset="2"/>
                  </a:rPr>
                  <a:t>데이터 분석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1D92B27-F6CC-755B-AD70-0AFC9D987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24F5EBA2-B414-C56E-41D4-D34CD021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설정</a:t>
            </a:r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82F279E0-FDD0-362D-F79C-DE7E3ABC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308516"/>
              </p:ext>
            </p:extLst>
          </p:nvPr>
        </p:nvGraphicFramePr>
        <p:xfrm>
          <a:off x="5410199" y="3978779"/>
          <a:ext cx="3543238" cy="1524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771619">
                  <a:extLst>
                    <a:ext uri="{9D8B030D-6E8A-4147-A177-3AD203B41FA5}">
                      <a16:colId xmlns:a16="http://schemas.microsoft.com/office/drawing/2014/main" val="4127819577"/>
                    </a:ext>
                  </a:extLst>
                </a:gridCol>
                <a:gridCol w="1771619">
                  <a:extLst>
                    <a:ext uri="{9D8B030D-6E8A-4147-A177-3AD203B41FA5}">
                      <a16:colId xmlns:a16="http://schemas.microsoft.com/office/drawing/2014/main" val="214691260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동역학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64092"/>
                  </a:ext>
                </a:extLst>
              </a:tr>
              <a:tr h="1649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중력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대기항력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40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태양복사압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</a:t>
                      </a:r>
                      <a:r>
                        <a:rPr lang="ko-KR" altLang="en-US" sz="1400" b="1" dirty="0"/>
                        <a:t>체 중력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338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21592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CDC0A6DC-A35C-F7D5-3190-CFD0080A38DA}"/>
              </a:ext>
            </a:extLst>
          </p:cNvPr>
          <p:cNvGrpSpPr/>
          <p:nvPr/>
        </p:nvGrpSpPr>
        <p:grpSpPr>
          <a:xfrm>
            <a:off x="4460338" y="2102441"/>
            <a:ext cx="4476142" cy="1762071"/>
            <a:chOff x="4894571" y="2097143"/>
            <a:chExt cx="4189123" cy="164908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6AE2D95-3616-CBEB-E446-AD81073646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9899"/>
            <a:stretch/>
          </p:blipFill>
          <p:spPr>
            <a:xfrm>
              <a:off x="4894571" y="2097143"/>
              <a:ext cx="4121644" cy="134833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AD97F1-317A-5F6F-BEEF-F148A5962F36}"/>
                </a:ext>
              </a:extLst>
            </p:cNvPr>
            <p:cNvSpPr txBox="1"/>
            <p:nvPr/>
          </p:nvSpPr>
          <p:spPr>
            <a:xfrm>
              <a:off x="4978805" y="3544595"/>
              <a:ext cx="4104889" cy="2016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i="1" dirty="0"/>
                <a:t>&lt;</a:t>
              </a:r>
              <a:r>
                <a:rPr lang="ko-KR" altLang="en-US" sz="800" b="1" i="1" dirty="0"/>
                <a:t>워커</a:t>
              </a:r>
              <a:r>
                <a:rPr lang="en-US" altLang="ko-KR" sz="800" b="1" i="1" dirty="0"/>
                <a:t>-</a:t>
              </a:r>
              <a:r>
                <a:rPr lang="ko-KR" altLang="en-US" sz="800" b="1" i="1" dirty="0"/>
                <a:t>스타</a:t>
              </a:r>
              <a:r>
                <a:rPr lang="en-US" altLang="ko-KR" sz="800" b="1" i="1" dirty="0"/>
                <a:t>, </a:t>
              </a:r>
              <a:r>
                <a:rPr lang="ko-KR" altLang="en-US" sz="800" b="1" i="1" dirty="0"/>
                <a:t>워커</a:t>
              </a:r>
              <a:r>
                <a:rPr lang="en-US" altLang="ko-KR" sz="800" b="1" i="1" dirty="0"/>
                <a:t>-</a:t>
              </a:r>
              <a:r>
                <a:rPr lang="ko-KR" altLang="en-US" sz="800" b="1" i="1" dirty="0"/>
                <a:t>델타</a:t>
              </a:r>
              <a:r>
                <a:rPr lang="en-US" altLang="ko-KR" sz="800" b="1" i="1" dirty="0"/>
                <a:t>, </a:t>
              </a:r>
              <a:r>
                <a:rPr lang="ko-KR" altLang="en-US" sz="800" b="1" i="1" dirty="0"/>
                <a:t>혼합 위성군의 기하적 배치 형상 </a:t>
              </a:r>
              <a:r>
                <a:rPr lang="en-US" altLang="ko-KR" sz="800" b="1" i="1" dirty="0"/>
                <a:t>(I. Leyva-Mayorga et al., 2022) &gt;</a:t>
              </a:r>
              <a:endParaRPr lang="ko-KR" altLang="en-US" sz="800" b="1" i="1" dirty="0"/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CA5294C-E19D-4D3E-8127-E52B7AAF8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255487"/>
              </p:ext>
            </p:extLst>
          </p:nvPr>
        </p:nvGraphicFramePr>
        <p:xfrm>
          <a:off x="336301" y="5773387"/>
          <a:ext cx="8629836" cy="9144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157459">
                  <a:extLst>
                    <a:ext uri="{9D8B030D-6E8A-4147-A177-3AD203B41FA5}">
                      <a16:colId xmlns:a16="http://schemas.microsoft.com/office/drawing/2014/main" val="4127819577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2146912604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646114146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2784239216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시뮬레이션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64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시작시각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종료시각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전파 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시간간격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40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2020-01-01 00:00:00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2020-01-04 00:00:00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 days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 sec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0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92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재방문 주기 평균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최대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총합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</a:t>
                </a:r>
                <a:r>
                  <a:rPr lang="en-US" altLang="ko-KR" dirty="0">
                    <a:sym typeface="Wingdings" panose="05000000000000000000" pitchFamily="2" charset="2"/>
                  </a:rPr>
                  <a:t>-</a:t>
                </a:r>
                <a:r>
                  <a:rPr lang="ko-KR" altLang="en-US" dirty="0">
                    <a:sym typeface="Wingdings" panose="05000000000000000000" pitchFamily="2" charset="2"/>
                  </a:rPr>
                  <a:t>지상간 통신의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불연속성 존재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ko-KR" sz="1400" b="1" i="1" kern="100" smtClean="0">
                        <a:effectLst/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altLang="ko-KR" dirty="0"/>
                  <a:t> (</a:t>
                </a:r>
                <a:r>
                  <a:rPr lang="ko-KR" altLang="en-US" dirty="0"/>
                  <a:t>상대 위도인수 차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조정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위성간</a:t>
                </a:r>
                <a:r>
                  <a:rPr lang="ko-KR" altLang="en-US" dirty="0"/>
                  <a:t> 상대거리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최대 위성간 통신 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(2000 km)   </a:t>
                </a:r>
                <a:r>
                  <a:rPr lang="ko-KR" altLang="en-US" dirty="0"/>
                  <a:t>위성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위성간 통신 가능</a:t>
                </a:r>
                <a:endParaRPr lang="en-US" altLang="ko-KR" dirty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054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직사각형 800">
            <a:extLst>
              <a:ext uri="{FF2B5EF4-FFF2-40B4-BE49-F238E27FC236}">
                <a16:creationId xmlns:a16="http://schemas.microsoft.com/office/drawing/2014/main" id="{B28633B6-B100-1C32-958F-4B7E4A4859C9}"/>
              </a:ext>
            </a:extLst>
          </p:cNvPr>
          <p:cNvSpPr/>
          <p:nvPr/>
        </p:nvSpPr>
        <p:spPr bwMode="auto">
          <a:xfrm>
            <a:off x="254398" y="6415833"/>
            <a:ext cx="3425693" cy="32141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sz="1600" dirty="0"/>
                  <a:t>워커</a:t>
                </a:r>
                <a:r>
                  <a:rPr lang="en-US" altLang="ko-KR" sz="1600" dirty="0"/>
                  <a:t>-</a:t>
                </a:r>
                <a:r>
                  <a:rPr lang="ko-KR" altLang="en-US" sz="1600" dirty="0"/>
                  <a:t>델타 설계 파라미터 설정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1600" dirty="0"/>
                  <a:t> 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ko-KR" altLang="en-US" sz="1600" dirty="0"/>
                  <a:t>시뮬레이션 결과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p:grpSp>
        <p:nvGrpSpPr>
          <p:cNvPr id="697" name="그룹 696">
            <a:extLst>
              <a:ext uri="{FF2B5EF4-FFF2-40B4-BE49-F238E27FC236}">
                <a16:creationId xmlns:a16="http://schemas.microsoft.com/office/drawing/2014/main" id="{C7B20DD2-F8FD-85A8-06B6-0C03A5610DAA}"/>
              </a:ext>
            </a:extLst>
          </p:cNvPr>
          <p:cNvGrpSpPr/>
          <p:nvPr/>
        </p:nvGrpSpPr>
        <p:grpSpPr>
          <a:xfrm>
            <a:off x="327172" y="5071214"/>
            <a:ext cx="2411674" cy="1786786"/>
            <a:chOff x="693557" y="2039835"/>
            <a:chExt cx="2411674" cy="178678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043F72-AFE6-C0F7-9C6E-E1AAF4E1365C}"/>
                </a:ext>
              </a:extLst>
            </p:cNvPr>
            <p:cNvSpPr txBox="1"/>
            <p:nvPr/>
          </p:nvSpPr>
          <p:spPr>
            <a:xfrm>
              <a:off x="1845191" y="3591247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190" name="Rectangle 167">
              <a:extLst>
                <a:ext uri="{FF2B5EF4-FFF2-40B4-BE49-F238E27FC236}">
                  <a16:creationId xmlns:a16="http://schemas.microsoft.com/office/drawing/2014/main" id="{F9BCB632-1992-2FBB-EDFF-8141B3D5E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039835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1" name="Rectangle 168">
              <a:extLst>
                <a:ext uri="{FF2B5EF4-FFF2-40B4-BE49-F238E27FC236}">
                  <a16:creationId xmlns:a16="http://schemas.microsoft.com/office/drawing/2014/main" id="{E54001B6-3F27-2295-4B3A-A3AF466EF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523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2" name="Rectangle 169">
              <a:extLst>
                <a:ext uri="{FF2B5EF4-FFF2-40B4-BE49-F238E27FC236}">
                  <a16:creationId xmlns:a16="http://schemas.microsoft.com/office/drawing/2014/main" id="{CE72AEDC-DB2F-A9B1-5ADF-BB8DB762E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398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3" name="Rectangle 170">
              <a:extLst>
                <a:ext uri="{FF2B5EF4-FFF2-40B4-BE49-F238E27FC236}">
                  <a16:creationId xmlns:a16="http://schemas.microsoft.com/office/drawing/2014/main" id="{C9FD494F-8E50-BBA6-B83A-AA90AE850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98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4" name="Rectangle 171">
              <a:extLst>
                <a:ext uri="{FF2B5EF4-FFF2-40B4-BE49-F238E27FC236}">
                  <a16:creationId xmlns:a16="http://schemas.microsoft.com/office/drawing/2014/main" id="{E4628718-5770-6550-82C3-435D0FEF1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5" name="Rectangle 172">
              <a:extLst>
                <a:ext uri="{FF2B5EF4-FFF2-40B4-BE49-F238E27FC236}">
                  <a16:creationId xmlns:a16="http://schemas.microsoft.com/office/drawing/2014/main" id="{DDB045CE-EFA9-AB60-BBD2-50DDDFC1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71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6" name="Rectangle 173">
              <a:extLst>
                <a:ext uri="{FF2B5EF4-FFF2-40B4-BE49-F238E27FC236}">
                  <a16:creationId xmlns:a16="http://schemas.microsoft.com/office/drawing/2014/main" id="{A0723EED-A070-E46D-AB72-6DF064F3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7" name="Rectangle 174">
              <a:extLst>
                <a:ext uri="{FF2B5EF4-FFF2-40B4-BE49-F238E27FC236}">
                  <a16:creationId xmlns:a16="http://schemas.microsoft.com/office/drawing/2014/main" id="{64777EB2-C078-B172-05F0-BC35895E7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8" name="Rectangle 175">
              <a:extLst>
                <a:ext uri="{FF2B5EF4-FFF2-40B4-BE49-F238E27FC236}">
                  <a16:creationId xmlns:a16="http://schemas.microsoft.com/office/drawing/2014/main" id="{14F836FC-AC48-9971-8284-059C229E2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619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9" name="Rectangle 176">
              <a:extLst>
                <a:ext uri="{FF2B5EF4-FFF2-40B4-BE49-F238E27FC236}">
                  <a16:creationId xmlns:a16="http://schemas.microsoft.com/office/drawing/2014/main" id="{9356BB68-5006-7621-849F-68CE51C02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0" name="Rectangle 177">
              <a:extLst>
                <a:ext uri="{FF2B5EF4-FFF2-40B4-BE49-F238E27FC236}">
                  <a16:creationId xmlns:a16="http://schemas.microsoft.com/office/drawing/2014/main" id="{CFE3653B-741A-E1C4-21CD-49666A271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1" name="Rectangle 178">
              <a:extLst>
                <a:ext uri="{FF2B5EF4-FFF2-40B4-BE49-F238E27FC236}">
                  <a16:creationId xmlns:a16="http://schemas.microsoft.com/office/drawing/2014/main" id="{E580758D-EA78-2C79-8290-1BB7C6B3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90599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2" name="Rectangle 179">
              <a:extLst>
                <a:ext uri="{FF2B5EF4-FFF2-40B4-BE49-F238E27FC236}">
                  <a16:creationId xmlns:a16="http://schemas.microsoft.com/office/drawing/2014/main" id="{15004149-24AC-7AF9-6D20-685D42ADA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3" name="Rectangle 180">
              <a:extLst>
                <a:ext uri="{FF2B5EF4-FFF2-40B4-BE49-F238E27FC236}">
                  <a16:creationId xmlns:a16="http://schemas.microsoft.com/office/drawing/2014/main" id="{8A1A6B49-BB2C-126D-B042-B199D273B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4" name="Rectangle 181">
              <a:extLst>
                <a:ext uri="{FF2B5EF4-FFF2-40B4-BE49-F238E27FC236}">
                  <a16:creationId xmlns:a16="http://schemas.microsoft.com/office/drawing/2014/main" id="{F596E7F4-08B9-7A86-3E91-9028E05A4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44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5" name="Rectangle 182">
              <a:extLst>
                <a:ext uri="{FF2B5EF4-FFF2-40B4-BE49-F238E27FC236}">
                  <a16:creationId xmlns:a16="http://schemas.microsoft.com/office/drawing/2014/main" id="{5B6D2B1D-4760-3218-F664-78B104D23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6" name="Rectangle 183">
              <a:extLst>
                <a:ext uri="{FF2B5EF4-FFF2-40B4-BE49-F238E27FC236}">
                  <a16:creationId xmlns:a16="http://schemas.microsoft.com/office/drawing/2014/main" id="{4CEB883D-2441-7CBB-0752-3CA4448DF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7" name="Rectangle 184">
              <a:extLst>
                <a:ext uri="{FF2B5EF4-FFF2-40B4-BE49-F238E27FC236}">
                  <a16:creationId xmlns:a16="http://schemas.microsoft.com/office/drawing/2014/main" id="{9A9C796A-321F-1114-E59D-CC8EA13D6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835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8" name="Rectangle 185">
              <a:extLst>
                <a:ext uri="{FF2B5EF4-FFF2-40B4-BE49-F238E27FC236}">
                  <a16:creationId xmlns:a16="http://schemas.microsoft.com/office/drawing/2014/main" id="{85464BCA-C344-BEA0-058D-C6D7CA35E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9" name="Rectangle 186">
              <a:extLst>
                <a:ext uri="{FF2B5EF4-FFF2-40B4-BE49-F238E27FC236}">
                  <a16:creationId xmlns:a16="http://schemas.microsoft.com/office/drawing/2014/main" id="{3035C9A3-A4BE-DE0C-60D5-76A3761FB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0" name="Rectangle 187">
              <a:extLst>
                <a:ext uri="{FF2B5EF4-FFF2-40B4-BE49-F238E27FC236}">
                  <a16:creationId xmlns:a16="http://schemas.microsoft.com/office/drawing/2014/main" id="{AC04E78F-D4F6-42AC-A137-388D5069C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222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1" name="Rectangle 188">
              <a:extLst>
                <a:ext uri="{FF2B5EF4-FFF2-40B4-BE49-F238E27FC236}">
                  <a16:creationId xmlns:a16="http://schemas.microsoft.com/office/drawing/2014/main" id="{D63CB597-E500-BEDE-D054-B869202A0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2" name="Line 189">
              <a:extLst>
                <a:ext uri="{FF2B5EF4-FFF2-40B4-BE49-F238E27FC236}">
                  <a16:creationId xmlns:a16="http://schemas.microsoft.com/office/drawing/2014/main" id="{1049ABE9-3FF6-578B-38CB-FFD82C8F8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459" y="3495673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9" name="Line 196">
              <a:extLst>
                <a:ext uri="{FF2B5EF4-FFF2-40B4-BE49-F238E27FC236}">
                  <a16:creationId xmlns:a16="http://schemas.microsoft.com/office/drawing/2014/main" id="{F5CD457B-C88D-7FF5-7A89-89C5FBE69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060" y="2104377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0" name="Line 197">
              <a:extLst>
                <a:ext uri="{FF2B5EF4-FFF2-40B4-BE49-F238E27FC236}">
                  <a16:creationId xmlns:a16="http://schemas.microsoft.com/office/drawing/2014/main" id="{8DE2E82F-9D9C-F1C0-CCC2-5F83419E7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493542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1" name="Line 198">
              <a:extLst>
                <a:ext uri="{FF2B5EF4-FFF2-40B4-BE49-F238E27FC236}">
                  <a16:creationId xmlns:a16="http://schemas.microsoft.com/office/drawing/2014/main" id="{806257E4-8BAC-E570-37C2-1026E8AD2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1374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2" name="Line 199">
              <a:extLst>
                <a:ext uri="{FF2B5EF4-FFF2-40B4-BE49-F238E27FC236}">
                  <a16:creationId xmlns:a16="http://schemas.microsoft.com/office/drawing/2014/main" id="{E1237D22-7011-A8C8-07E4-0E55CDE7D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78130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3" name="Line 200">
              <a:extLst>
                <a:ext uri="{FF2B5EF4-FFF2-40B4-BE49-F238E27FC236}">
                  <a16:creationId xmlns:a16="http://schemas.microsoft.com/office/drawing/2014/main" id="{51CCE15B-6717-D2E0-8D9F-AE1CB3A41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4251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4" name="Rectangle 201">
              <a:extLst>
                <a:ext uri="{FF2B5EF4-FFF2-40B4-BE49-F238E27FC236}">
                  <a16:creationId xmlns:a16="http://schemas.microsoft.com/office/drawing/2014/main" id="{452FD5F8-C4C6-3AE9-5519-8E1727705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345233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5" name="Rectangle 202">
              <a:extLst>
                <a:ext uri="{FF2B5EF4-FFF2-40B4-BE49-F238E27FC236}">
                  <a16:creationId xmlns:a16="http://schemas.microsoft.com/office/drawing/2014/main" id="{F2E9DCD7-2B8F-2D59-D80C-EBC32B3E4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280" y="3097689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" name="Rectangle 203">
              <a:extLst>
                <a:ext uri="{FF2B5EF4-FFF2-40B4-BE49-F238E27FC236}">
                  <a16:creationId xmlns:a16="http://schemas.microsoft.com/office/drawing/2014/main" id="{ABCFC71C-7896-B8AA-EB9B-9C3D34BEF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2741569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" name="Rectangle 204">
              <a:extLst>
                <a:ext uri="{FF2B5EF4-FFF2-40B4-BE49-F238E27FC236}">
                  <a16:creationId xmlns:a16="http://schemas.microsoft.com/office/drawing/2014/main" id="{0DE82494-5312-8819-8FFE-1091C7B8B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280" y="2385448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8" name="Line 205">
              <a:extLst>
                <a:ext uri="{FF2B5EF4-FFF2-40B4-BE49-F238E27FC236}">
                  <a16:creationId xmlns:a16="http://schemas.microsoft.com/office/drawing/2014/main" id="{E0DF41CC-FDDF-557C-7B4F-CFFE4B53B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219" y="3493291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9" name="Freeform 206">
              <a:extLst>
                <a:ext uri="{FF2B5EF4-FFF2-40B4-BE49-F238E27FC236}">
                  <a16:creationId xmlns:a16="http://schemas.microsoft.com/office/drawing/2014/main" id="{BA104C64-D51A-2453-2C33-859431AC8C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7643" y="2851936"/>
              <a:ext cx="1251055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0" name="Rectangle 207">
              <a:extLst>
                <a:ext uri="{FF2B5EF4-FFF2-40B4-BE49-F238E27FC236}">
                  <a16:creationId xmlns:a16="http://schemas.microsoft.com/office/drawing/2014/main" id="{F1404FC8-1D51-F72C-1BDD-CE8B6117E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468" y="2851936"/>
              <a:ext cx="356759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1" name="Rectangle 208">
              <a:extLst>
                <a:ext uri="{FF2B5EF4-FFF2-40B4-BE49-F238E27FC236}">
                  <a16:creationId xmlns:a16="http://schemas.microsoft.com/office/drawing/2014/main" id="{1894F462-4683-1CBC-0C37-5F277E980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816" y="2851936"/>
              <a:ext cx="358358" cy="641606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2" name="Rectangle 209">
              <a:extLst>
                <a:ext uri="{FF2B5EF4-FFF2-40B4-BE49-F238E27FC236}">
                  <a16:creationId xmlns:a16="http://schemas.microsoft.com/office/drawing/2014/main" id="{A25BAB01-4D89-2E2C-EEEF-34EF03C7E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8764" y="2851936"/>
              <a:ext cx="356759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1" name="Rectangle 37">
              <a:extLst>
                <a:ext uri="{FF2B5EF4-FFF2-40B4-BE49-F238E27FC236}">
                  <a16:creationId xmlns:a16="http://schemas.microsoft.com/office/drawing/2014/main" id="{C46C56F2-B00F-78AB-4D95-4C1512534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814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140:4:0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2" name="Rectangle 38">
              <a:extLst>
                <a:ext uri="{FF2B5EF4-FFF2-40B4-BE49-F238E27FC236}">
                  <a16:creationId xmlns:a16="http://schemas.microsoft.com/office/drawing/2014/main" id="{3178E9DB-95B8-D9A4-A1CC-0B7864237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763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140:4:1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3" name="Rectangle 39">
              <a:extLst>
                <a:ext uri="{FF2B5EF4-FFF2-40B4-BE49-F238E27FC236}">
                  <a16:creationId xmlns:a16="http://schemas.microsoft.com/office/drawing/2014/main" id="{A5989012-9AE2-4795-E452-BB996D669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10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1BA6C265-FFDA-EB35-3AA1-013C50988EB7}"/>
                </a:ext>
              </a:extLst>
            </p:cNvPr>
            <p:cNvSpPr txBox="1"/>
            <p:nvPr/>
          </p:nvSpPr>
          <p:spPr>
            <a:xfrm rot="16200000">
              <a:off x="38890" y="2756405"/>
              <a:ext cx="1563249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평균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ECCF41-5DCD-BD85-062C-6054A120CF64}"/>
                </a:ext>
              </a:extLst>
            </p:cNvPr>
            <p:cNvSpPr txBox="1"/>
            <p:nvPr/>
          </p:nvSpPr>
          <p:spPr>
            <a:xfrm>
              <a:off x="1195347" y="2801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323A97-EF0C-CD51-CBED-894827D27063}"/>
                </a:ext>
              </a:extLst>
            </p:cNvPr>
            <p:cNvSpPr txBox="1"/>
            <p:nvPr/>
          </p:nvSpPr>
          <p:spPr>
            <a:xfrm>
              <a:off x="1636106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B3132C-BAF4-2FCD-29B0-C46A06A42891}"/>
                </a:ext>
              </a:extLst>
            </p:cNvPr>
            <p:cNvSpPr txBox="1"/>
            <p:nvPr/>
          </p:nvSpPr>
          <p:spPr>
            <a:xfrm>
              <a:off x="2087303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692" name="Rectangle 176">
              <a:extLst>
                <a:ext uri="{FF2B5EF4-FFF2-40B4-BE49-F238E27FC236}">
                  <a16:creationId xmlns:a16="http://schemas.microsoft.com/office/drawing/2014/main" id="{32236DC6-DB63-45A8-5F0C-512CFF72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2844" y="2098491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3" name="Rectangle 209">
              <a:extLst>
                <a:ext uri="{FF2B5EF4-FFF2-40B4-BE49-F238E27FC236}">
                  <a16:creationId xmlns:a16="http://schemas.microsoft.com/office/drawing/2014/main" id="{46339F05-5E84-A50C-89EA-23216B166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157" y="2851936"/>
              <a:ext cx="356759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4" name="TextBox 693">
              <a:extLst>
                <a:ext uri="{FF2B5EF4-FFF2-40B4-BE49-F238E27FC236}">
                  <a16:creationId xmlns:a16="http://schemas.microsoft.com/office/drawing/2014/main" id="{6415E064-C7AB-453F-6375-2A2F158D79DB}"/>
                </a:ext>
              </a:extLst>
            </p:cNvPr>
            <p:cNvSpPr txBox="1"/>
            <p:nvPr/>
          </p:nvSpPr>
          <p:spPr>
            <a:xfrm>
              <a:off x="2517003" y="2818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695" name="Rectangle 39">
              <a:extLst>
                <a:ext uri="{FF2B5EF4-FFF2-40B4-BE49-F238E27FC236}">
                  <a16:creationId xmlns:a16="http://schemas.microsoft.com/office/drawing/2014/main" id="{0F998E35-D183-5470-3DED-BBA128A8F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834" y="3503585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140:4:3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698" name="그룹 697">
            <a:extLst>
              <a:ext uri="{FF2B5EF4-FFF2-40B4-BE49-F238E27FC236}">
                <a16:creationId xmlns:a16="http://schemas.microsoft.com/office/drawing/2014/main" id="{FB13125E-4439-BD89-CC4F-B9B99923B0B1}"/>
              </a:ext>
            </a:extLst>
          </p:cNvPr>
          <p:cNvGrpSpPr/>
          <p:nvPr/>
        </p:nvGrpSpPr>
        <p:grpSpPr>
          <a:xfrm>
            <a:off x="3089282" y="5063302"/>
            <a:ext cx="2411675" cy="1786786"/>
            <a:chOff x="693556" y="2039835"/>
            <a:chExt cx="2411675" cy="1786786"/>
          </a:xfrm>
        </p:grpSpPr>
        <p:sp>
          <p:nvSpPr>
            <p:cNvPr id="699" name="TextBox 698">
              <a:extLst>
                <a:ext uri="{FF2B5EF4-FFF2-40B4-BE49-F238E27FC236}">
                  <a16:creationId xmlns:a16="http://schemas.microsoft.com/office/drawing/2014/main" id="{0018A43D-D3AB-D80D-E68F-555750D76544}"/>
                </a:ext>
              </a:extLst>
            </p:cNvPr>
            <p:cNvSpPr txBox="1"/>
            <p:nvPr/>
          </p:nvSpPr>
          <p:spPr>
            <a:xfrm>
              <a:off x="1845191" y="3591247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700" name="Rectangle 167">
              <a:extLst>
                <a:ext uri="{FF2B5EF4-FFF2-40B4-BE49-F238E27FC236}">
                  <a16:creationId xmlns:a16="http://schemas.microsoft.com/office/drawing/2014/main" id="{C9DD3693-5B4E-B2D0-857D-E766496DF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039835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1" name="Rectangle 168">
              <a:extLst>
                <a:ext uri="{FF2B5EF4-FFF2-40B4-BE49-F238E27FC236}">
                  <a16:creationId xmlns:a16="http://schemas.microsoft.com/office/drawing/2014/main" id="{D17D195F-9DC1-5575-7517-3D45EB8E3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523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2" name="Rectangle 169">
              <a:extLst>
                <a:ext uri="{FF2B5EF4-FFF2-40B4-BE49-F238E27FC236}">
                  <a16:creationId xmlns:a16="http://schemas.microsoft.com/office/drawing/2014/main" id="{E98CC5B5-E45D-1E32-4FCD-E76583003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398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3" name="Rectangle 170">
              <a:extLst>
                <a:ext uri="{FF2B5EF4-FFF2-40B4-BE49-F238E27FC236}">
                  <a16:creationId xmlns:a16="http://schemas.microsoft.com/office/drawing/2014/main" id="{C4FE991A-8359-C4C1-F92B-C669F6E8F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98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4" name="Rectangle 171">
              <a:extLst>
                <a:ext uri="{FF2B5EF4-FFF2-40B4-BE49-F238E27FC236}">
                  <a16:creationId xmlns:a16="http://schemas.microsoft.com/office/drawing/2014/main" id="{549168BF-924C-B8A4-6D3E-D1024D204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5" name="Rectangle 172">
              <a:extLst>
                <a:ext uri="{FF2B5EF4-FFF2-40B4-BE49-F238E27FC236}">
                  <a16:creationId xmlns:a16="http://schemas.microsoft.com/office/drawing/2014/main" id="{DD9297E2-5B1E-D486-5313-DA00775A4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71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6" name="Rectangle 173">
              <a:extLst>
                <a:ext uri="{FF2B5EF4-FFF2-40B4-BE49-F238E27FC236}">
                  <a16:creationId xmlns:a16="http://schemas.microsoft.com/office/drawing/2014/main" id="{11C6A3F2-56C0-1F9B-B707-AB5E5DB1C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7" name="Rectangle 174">
              <a:extLst>
                <a:ext uri="{FF2B5EF4-FFF2-40B4-BE49-F238E27FC236}">
                  <a16:creationId xmlns:a16="http://schemas.microsoft.com/office/drawing/2014/main" id="{AF634A11-2072-F856-A99D-A66116C0A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8" name="Rectangle 175">
              <a:extLst>
                <a:ext uri="{FF2B5EF4-FFF2-40B4-BE49-F238E27FC236}">
                  <a16:creationId xmlns:a16="http://schemas.microsoft.com/office/drawing/2014/main" id="{7A62D2E2-4385-C8A9-C520-FA0F946A6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619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9" name="Rectangle 176">
              <a:extLst>
                <a:ext uri="{FF2B5EF4-FFF2-40B4-BE49-F238E27FC236}">
                  <a16:creationId xmlns:a16="http://schemas.microsoft.com/office/drawing/2014/main" id="{EA02447D-33C9-1FC5-9251-BD2EFBDAE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0" name="Rectangle 177">
              <a:extLst>
                <a:ext uri="{FF2B5EF4-FFF2-40B4-BE49-F238E27FC236}">
                  <a16:creationId xmlns:a16="http://schemas.microsoft.com/office/drawing/2014/main" id="{2D384528-05C6-3477-0610-525270C6B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1" name="Rectangle 178">
              <a:extLst>
                <a:ext uri="{FF2B5EF4-FFF2-40B4-BE49-F238E27FC236}">
                  <a16:creationId xmlns:a16="http://schemas.microsoft.com/office/drawing/2014/main" id="{FCB103AE-20ED-BA6E-98C8-B34FDCF9F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90599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2" name="Rectangle 179">
              <a:extLst>
                <a:ext uri="{FF2B5EF4-FFF2-40B4-BE49-F238E27FC236}">
                  <a16:creationId xmlns:a16="http://schemas.microsoft.com/office/drawing/2014/main" id="{B2561CE5-60DD-3351-0F3B-0228C0231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3" name="Rectangle 180">
              <a:extLst>
                <a:ext uri="{FF2B5EF4-FFF2-40B4-BE49-F238E27FC236}">
                  <a16:creationId xmlns:a16="http://schemas.microsoft.com/office/drawing/2014/main" id="{379897BC-8EE3-B228-E5D3-262605328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4" name="Rectangle 181">
              <a:extLst>
                <a:ext uri="{FF2B5EF4-FFF2-40B4-BE49-F238E27FC236}">
                  <a16:creationId xmlns:a16="http://schemas.microsoft.com/office/drawing/2014/main" id="{286DDB14-6EAB-3038-8150-EFECE05F6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44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5" name="Rectangle 182">
              <a:extLst>
                <a:ext uri="{FF2B5EF4-FFF2-40B4-BE49-F238E27FC236}">
                  <a16:creationId xmlns:a16="http://schemas.microsoft.com/office/drawing/2014/main" id="{C9FD0E3F-0BF8-3AC3-D94C-10973F308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6" name="Rectangle 183">
              <a:extLst>
                <a:ext uri="{FF2B5EF4-FFF2-40B4-BE49-F238E27FC236}">
                  <a16:creationId xmlns:a16="http://schemas.microsoft.com/office/drawing/2014/main" id="{AE8687AA-1A96-836E-3DEE-F3568F28A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7" name="Rectangle 184">
              <a:extLst>
                <a:ext uri="{FF2B5EF4-FFF2-40B4-BE49-F238E27FC236}">
                  <a16:creationId xmlns:a16="http://schemas.microsoft.com/office/drawing/2014/main" id="{EC65CED5-770C-B191-A6CB-216F14CA9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835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8" name="Rectangle 185">
              <a:extLst>
                <a:ext uri="{FF2B5EF4-FFF2-40B4-BE49-F238E27FC236}">
                  <a16:creationId xmlns:a16="http://schemas.microsoft.com/office/drawing/2014/main" id="{177D6ACB-0B11-1DE6-2620-EEFB6E369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9" name="Rectangle 186">
              <a:extLst>
                <a:ext uri="{FF2B5EF4-FFF2-40B4-BE49-F238E27FC236}">
                  <a16:creationId xmlns:a16="http://schemas.microsoft.com/office/drawing/2014/main" id="{EB0B63EA-9BEC-C511-F333-F4BC2BC56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0" name="Rectangle 187">
              <a:extLst>
                <a:ext uri="{FF2B5EF4-FFF2-40B4-BE49-F238E27FC236}">
                  <a16:creationId xmlns:a16="http://schemas.microsoft.com/office/drawing/2014/main" id="{99CA349D-F0BB-0D7B-C1AD-0742DD3A4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222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1" name="Rectangle 188">
              <a:extLst>
                <a:ext uri="{FF2B5EF4-FFF2-40B4-BE49-F238E27FC236}">
                  <a16:creationId xmlns:a16="http://schemas.microsoft.com/office/drawing/2014/main" id="{34353DF2-8836-C000-CCF6-316854468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2" name="Line 189">
              <a:extLst>
                <a:ext uri="{FF2B5EF4-FFF2-40B4-BE49-F238E27FC236}">
                  <a16:creationId xmlns:a16="http://schemas.microsoft.com/office/drawing/2014/main" id="{58B8161E-6FFB-5AF9-8B3E-9A9702BE9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459" y="3495673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3" name="Line 196">
              <a:extLst>
                <a:ext uri="{FF2B5EF4-FFF2-40B4-BE49-F238E27FC236}">
                  <a16:creationId xmlns:a16="http://schemas.microsoft.com/office/drawing/2014/main" id="{78895D58-AF13-3022-1AB9-8395340928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060" y="2104377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4" name="Line 197">
              <a:extLst>
                <a:ext uri="{FF2B5EF4-FFF2-40B4-BE49-F238E27FC236}">
                  <a16:creationId xmlns:a16="http://schemas.microsoft.com/office/drawing/2014/main" id="{07CEA787-2C6F-D01C-0768-6C112C641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493542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5" name="Line 198">
              <a:extLst>
                <a:ext uri="{FF2B5EF4-FFF2-40B4-BE49-F238E27FC236}">
                  <a16:creationId xmlns:a16="http://schemas.microsoft.com/office/drawing/2014/main" id="{01CF9135-4C44-EC55-DC13-D3C4B676F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1374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6" name="Line 199">
              <a:extLst>
                <a:ext uri="{FF2B5EF4-FFF2-40B4-BE49-F238E27FC236}">
                  <a16:creationId xmlns:a16="http://schemas.microsoft.com/office/drawing/2014/main" id="{8194C1DE-76BC-EE52-E47B-D8DFD146E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78130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7" name="Line 200">
              <a:extLst>
                <a:ext uri="{FF2B5EF4-FFF2-40B4-BE49-F238E27FC236}">
                  <a16:creationId xmlns:a16="http://schemas.microsoft.com/office/drawing/2014/main" id="{F5B74E07-DD80-9A62-DE02-D72AEE900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4251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8" name="Rectangle 201">
              <a:extLst>
                <a:ext uri="{FF2B5EF4-FFF2-40B4-BE49-F238E27FC236}">
                  <a16:creationId xmlns:a16="http://schemas.microsoft.com/office/drawing/2014/main" id="{7B9D5624-3B09-AB42-156E-380AFCA25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345233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9" name="Rectangle 202">
              <a:extLst>
                <a:ext uri="{FF2B5EF4-FFF2-40B4-BE49-F238E27FC236}">
                  <a16:creationId xmlns:a16="http://schemas.microsoft.com/office/drawing/2014/main" id="{9BED2C9E-AE7E-9A94-85B8-38E82EBE9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280" y="3097689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0" name="Rectangle 203">
              <a:extLst>
                <a:ext uri="{FF2B5EF4-FFF2-40B4-BE49-F238E27FC236}">
                  <a16:creationId xmlns:a16="http://schemas.microsoft.com/office/drawing/2014/main" id="{9A0E30FF-CC95-8002-39DD-BB0FE30EC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2741569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1" name="Rectangle 204">
              <a:extLst>
                <a:ext uri="{FF2B5EF4-FFF2-40B4-BE49-F238E27FC236}">
                  <a16:creationId xmlns:a16="http://schemas.microsoft.com/office/drawing/2014/main" id="{B2BEC0AA-A89A-94E5-FD03-5131C7E2A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280" y="2385448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2" name="Line 205">
              <a:extLst>
                <a:ext uri="{FF2B5EF4-FFF2-40B4-BE49-F238E27FC236}">
                  <a16:creationId xmlns:a16="http://schemas.microsoft.com/office/drawing/2014/main" id="{AE2043AE-6AF9-2F32-DC6F-FFC1DD953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219" y="3493291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3" name="Freeform 206">
              <a:extLst>
                <a:ext uri="{FF2B5EF4-FFF2-40B4-BE49-F238E27FC236}">
                  <a16:creationId xmlns:a16="http://schemas.microsoft.com/office/drawing/2014/main" id="{30F1E9F6-6A05-FF23-CC11-A36FC8EC07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7643" y="2851936"/>
              <a:ext cx="1251055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4" name="Rectangle 207">
              <a:extLst>
                <a:ext uri="{FF2B5EF4-FFF2-40B4-BE49-F238E27FC236}">
                  <a16:creationId xmlns:a16="http://schemas.microsoft.com/office/drawing/2014/main" id="{5F57B5F8-3280-3B9F-5EDC-3707AB7A3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468" y="2851936"/>
              <a:ext cx="356759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5" name="Rectangle 208">
              <a:extLst>
                <a:ext uri="{FF2B5EF4-FFF2-40B4-BE49-F238E27FC236}">
                  <a16:creationId xmlns:a16="http://schemas.microsoft.com/office/drawing/2014/main" id="{4D8CAA54-5205-3B2B-F5B3-6B8B635B4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816" y="2851936"/>
              <a:ext cx="358358" cy="641606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6" name="Rectangle 209">
              <a:extLst>
                <a:ext uri="{FF2B5EF4-FFF2-40B4-BE49-F238E27FC236}">
                  <a16:creationId xmlns:a16="http://schemas.microsoft.com/office/drawing/2014/main" id="{C044E27A-87DB-4545-AFEB-9EDA0379B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8764" y="2851936"/>
              <a:ext cx="356759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7" name="Rectangle 37">
              <a:extLst>
                <a:ext uri="{FF2B5EF4-FFF2-40B4-BE49-F238E27FC236}">
                  <a16:creationId xmlns:a16="http://schemas.microsoft.com/office/drawing/2014/main" id="{2FDE0742-04A6-2570-4605-831B25753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814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140:4:0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8" name="Rectangle 38">
              <a:extLst>
                <a:ext uri="{FF2B5EF4-FFF2-40B4-BE49-F238E27FC236}">
                  <a16:creationId xmlns:a16="http://schemas.microsoft.com/office/drawing/2014/main" id="{E3EA8732-5132-AF42-C36F-7A9318A8A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763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140:4:1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9" name="Rectangle 39">
              <a:extLst>
                <a:ext uri="{FF2B5EF4-FFF2-40B4-BE49-F238E27FC236}">
                  <a16:creationId xmlns:a16="http://schemas.microsoft.com/office/drawing/2014/main" id="{996CD1DE-9D43-0C3F-C0CF-45DBD17A0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10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0" name="TextBox 739">
              <a:extLst>
                <a:ext uri="{FF2B5EF4-FFF2-40B4-BE49-F238E27FC236}">
                  <a16:creationId xmlns:a16="http://schemas.microsoft.com/office/drawing/2014/main" id="{8C02B0E1-F11B-B4A6-F0D9-96692E1175C4}"/>
                </a:ext>
              </a:extLst>
            </p:cNvPr>
            <p:cNvSpPr txBox="1"/>
            <p:nvPr/>
          </p:nvSpPr>
          <p:spPr>
            <a:xfrm rot="16200000">
              <a:off x="38890" y="2756405"/>
              <a:ext cx="156324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최대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741" name="TextBox 740">
              <a:extLst>
                <a:ext uri="{FF2B5EF4-FFF2-40B4-BE49-F238E27FC236}">
                  <a16:creationId xmlns:a16="http://schemas.microsoft.com/office/drawing/2014/main" id="{21D66E90-EB82-0E20-4851-0115A4ECD10E}"/>
                </a:ext>
              </a:extLst>
            </p:cNvPr>
            <p:cNvSpPr txBox="1"/>
            <p:nvPr/>
          </p:nvSpPr>
          <p:spPr>
            <a:xfrm>
              <a:off x="1195347" y="2801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42" name="TextBox 741">
              <a:extLst>
                <a:ext uri="{FF2B5EF4-FFF2-40B4-BE49-F238E27FC236}">
                  <a16:creationId xmlns:a16="http://schemas.microsoft.com/office/drawing/2014/main" id="{B2C18051-BB1E-BD99-504A-C15CDBA44FB6}"/>
                </a:ext>
              </a:extLst>
            </p:cNvPr>
            <p:cNvSpPr txBox="1"/>
            <p:nvPr/>
          </p:nvSpPr>
          <p:spPr>
            <a:xfrm>
              <a:off x="1636106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43" name="TextBox 742">
              <a:extLst>
                <a:ext uri="{FF2B5EF4-FFF2-40B4-BE49-F238E27FC236}">
                  <a16:creationId xmlns:a16="http://schemas.microsoft.com/office/drawing/2014/main" id="{2FA94D23-CF02-8FA9-5289-42B261E85D0C}"/>
                </a:ext>
              </a:extLst>
            </p:cNvPr>
            <p:cNvSpPr txBox="1"/>
            <p:nvPr/>
          </p:nvSpPr>
          <p:spPr>
            <a:xfrm>
              <a:off x="2087303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44" name="Rectangle 176">
              <a:extLst>
                <a:ext uri="{FF2B5EF4-FFF2-40B4-BE49-F238E27FC236}">
                  <a16:creationId xmlns:a16="http://schemas.microsoft.com/office/drawing/2014/main" id="{F05682D1-2D3B-E1EB-982A-87B6BF1E2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2844" y="2098491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5" name="Rectangle 209">
              <a:extLst>
                <a:ext uri="{FF2B5EF4-FFF2-40B4-BE49-F238E27FC236}">
                  <a16:creationId xmlns:a16="http://schemas.microsoft.com/office/drawing/2014/main" id="{4D15B1C3-3605-9B9B-F49B-46040A7CB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157" y="2851936"/>
              <a:ext cx="356759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6" name="TextBox 745">
              <a:extLst>
                <a:ext uri="{FF2B5EF4-FFF2-40B4-BE49-F238E27FC236}">
                  <a16:creationId xmlns:a16="http://schemas.microsoft.com/office/drawing/2014/main" id="{45DC8A4B-B460-A545-4F28-4D608C521C64}"/>
                </a:ext>
              </a:extLst>
            </p:cNvPr>
            <p:cNvSpPr txBox="1"/>
            <p:nvPr/>
          </p:nvSpPr>
          <p:spPr>
            <a:xfrm>
              <a:off x="2517003" y="2818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47" name="Rectangle 39">
              <a:extLst>
                <a:ext uri="{FF2B5EF4-FFF2-40B4-BE49-F238E27FC236}">
                  <a16:creationId xmlns:a16="http://schemas.microsoft.com/office/drawing/2014/main" id="{56093B82-E31F-8EF8-6E03-F5BDCCBE8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834" y="3503585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140:4:3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48" name="그룹 747">
            <a:extLst>
              <a:ext uri="{FF2B5EF4-FFF2-40B4-BE49-F238E27FC236}">
                <a16:creationId xmlns:a16="http://schemas.microsoft.com/office/drawing/2014/main" id="{25F53042-A8F4-9012-50C3-1A454EF59631}"/>
              </a:ext>
            </a:extLst>
          </p:cNvPr>
          <p:cNvGrpSpPr/>
          <p:nvPr/>
        </p:nvGrpSpPr>
        <p:grpSpPr>
          <a:xfrm>
            <a:off x="5750548" y="5073763"/>
            <a:ext cx="2411675" cy="1786786"/>
            <a:chOff x="693556" y="2039835"/>
            <a:chExt cx="2411675" cy="1786786"/>
          </a:xfrm>
        </p:grpSpPr>
        <p:sp>
          <p:nvSpPr>
            <p:cNvPr id="749" name="TextBox 748">
              <a:extLst>
                <a:ext uri="{FF2B5EF4-FFF2-40B4-BE49-F238E27FC236}">
                  <a16:creationId xmlns:a16="http://schemas.microsoft.com/office/drawing/2014/main" id="{340D65EE-0F90-443D-F8A2-846E5B5EB066}"/>
                </a:ext>
              </a:extLst>
            </p:cNvPr>
            <p:cNvSpPr txBox="1"/>
            <p:nvPr/>
          </p:nvSpPr>
          <p:spPr>
            <a:xfrm>
              <a:off x="1845191" y="3591247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750" name="Rectangle 167">
              <a:extLst>
                <a:ext uri="{FF2B5EF4-FFF2-40B4-BE49-F238E27FC236}">
                  <a16:creationId xmlns:a16="http://schemas.microsoft.com/office/drawing/2014/main" id="{7E72AEB0-A090-5074-7B41-372C722CA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039835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1" name="Rectangle 168">
              <a:extLst>
                <a:ext uri="{FF2B5EF4-FFF2-40B4-BE49-F238E27FC236}">
                  <a16:creationId xmlns:a16="http://schemas.microsoft.com/office/drawing/2014/main" id="{B186ADDA-6667-8FD4-BFD5-680F2978F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523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2" name="Rectangle 169">
              <a:extLst>
                <a:ext uri="{FF2B5EF4-FFF2-40B4-BE49-F238E27FC236}">
                  <a16:creationId xmlns:a16="http://schemas.microsoft.com/office/drawing/2014/main" id="{C3BE09CD-A16E-E7A2-5E4C-6DD0104A0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398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3" name="Rectangle 170">
              <a:extLst>
                <a:ext uri="{FF2B5EF4-FFF2-40B4-BE49-F238E27FC236}">
                  <a16:creationId xmlns:a16="http://schemas.microsoft.com/office/drawing/2014/main" id="{F53514F0-F308-2CBB-E0DA-97B9BA910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98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4" name="Rectangle 171">
              <a:extLst>
                <a:ext uri="{FF2B5EF4-FFF2-40B4-BE49-F238E27FC236}">
                  <a16:creationId xmlns:a16="http://schemas.microsoft.com/office/drawing/2014/main" id="{2869B195-9041-C866-ECA4-E95F82747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5" name="Rectangle 172">
              <a:extLst>
                <a:ext uri="{FF2B5EF4-FFF2-40B4-BE49-F238E27FC236}">
                  <a16:creationId xmlns:a16="http://schemas.microsoft.com/office/drawing/2014/main" id="{CD650D51-8CCC-0EBA-1D4D-9D65B5181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71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6" name="Rectangle 173">
              <a:extLst>
                <a:ext uri="{FF2B5EF4-FFF2-40B4-BE49-F238E27FC236}">
                  <a16:creationId xmlns:a16="http://schemas.microsoft.com/office/drawing/2014/main" id="{3A7A8F75-02E4-A7EE-CB3C-91065206E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7" name="Rectangle 174">
              <a:extLst>
                <a:ext uri="{FF2B5EF4-FFF2-40B4-BE49-F238E27FC236}">
                  <a16:creationId xmlns:a16="http://schemas.microsoft.com/office/drawing/2014/main" id="{F019979F-BD4D-52BD-9E72-83CED341B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8" name="Rectangle 175">
              <a:extLst>
                <a:ext uri="{FF2B5EF4-FFF2-40B4-BE49-F238E27FC236}">
                  <a16:creationId xmlns:a16="http://schemas.microsoft.com/office/drawing/2014/main" id="{91283A5E-7BCD-34A1-3033-79FD46CB2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619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9" name="Rectangle 176">
              <a:extLst>
                <a:ext uri="{FF2B5EF4-FFF2-40B4-BE49-F238E27FC236}">
                  <a16:creationId xmlns:a16="http://schemas.microsoft.com/office/drawing/2014/main" id="{C7E7F593-240A-C346-EE57-6EB482206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0" name="Rectangle 177">
              <a:extLst>
                <a:ext uri="{FF2B5EF4-FFF2-40B4-BE49-F238E27FC236}">
                  <a16:creationId xmlns:a16="http://schemas.microsoft.com/office/drawing/2014/main" id="{3FF096BE-D52A-E2EB-834D-1B6997DB0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1" name="Rectangle 178">
              <a:extLst>
                <a:ext uri="{FF2B5EF4-FFF2-40B4-BE49-F238E27FC236}">
                  <a16:creationId xmlns:a16="http://schemas.microsoft.com/office/drawing/2014/main" id="{1998CBDF-35C7-9DBB-04BD-DB9851BF0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90599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2" name="Rectangle 179">
              <a:extLst>
                <a:ext uri="{FF2B5EF4-FFF2-40B4-BE49-F238E27FC236}">
                  <a16:creationId xmlns:a16="http://schemas.microsoft.com/office/drawing/2014/main" id="{AF112790-482E-DDAC-F129-99B868916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3" name="Rectangle 180">
              <a:extLst>
                <a:ext uri="{FF2B5EF4-FFF2-40B4-BE49-F238E27FC236}">
                  <a16:creationId xmlns:a16="http://schemas.microsoft.com/office/drawing/2014/main" id="{69F95A62-BFE8-4A02-DFD6-569C63A11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4" name="Rectangle 181">
              <a:extLst>
                <a:ext uri="{FF2B5EF4-FFF2-40B4-BE49-F238E27FC236}">
                  <a16:creationId xmlns:a16="http://schemas.microsoft.com/office/drawing/2014/main" id="{99C2746E-AD19-5293-F899-9A42DFBA6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44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5" name="Rectangle 182">
              <a:extLst>
                <a:ext uri="{FF2B5EF4-FFF2-40B4-BE49-F238E27FC236}">
                  <a16:creationId xmlns:a16="http://schemas.microsoft.com/office/drawing/2014/main" id="{6A914B2D-D09C-7DB0-C092-20F46DEF7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6" name="Rectangle 183">
              <a:extLst>
                <a:ext uri="{FF2B5EF4-FFF2-40B4-BE49-F238E27FC236}">
                  <a16:creationId xmlns:a16="http://schemas.microsoft.com/office/drawing/2014/main" id="{EBF1B5B6-83BE-DA80-445F-B9E43AA6B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7" name="Rectangle 184">
              <a:extLst>
                <a:ext uri="{FF2B5EF4-FFF2-40B4-BE49-F238E27FC236}">
                  <a16:creationId xmlns:a16="http://schemas.microsoft.com/office/drawing/2014/main" id="{6BC28F6E-4D08-5DA7-E2F4-9F8AE021C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835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8" name="Rectangle 185">
              <a:extLst>
                <a:ext uri="{FF2B5EF4-FFF2-40B4-BE49-F238E27FC236}">
                  <a16:creationId xmlns:a16="http://schemas.microsoft.com/office/drawing/2014/main" id="{CF48C7D3-583E-1196-3F11-1610F7D14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9" name="Rectangle 186">
              <a:extLst>
                <a:ext uri="{FF2B5EF4-FFF2-40B4-BE49-F238E27FC236}">
                  <a16:creationId xmlns:a16="http://schemas.microsoft.com/office/drawing/2014/main" id="{341032A8-6CE4-9BE1-8D4F-2DF357619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0" name="Rectangle 187">
              <a:extLst>
                <a:ext uri="{FF2B5EF4-FFF2-40B4-BE49-F238E27FC236}">
                  <a16:creationId xmlns:a16="http://schemas.microsoft.com/office/drawing/2014/main" id="{DABB4AF3-96BF-A81C-C065-5BC4F401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222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1" name="Rectangle 188">
              <a:extLst>
                <a:ext uri="{FF2B5EF4-FFF2-40B4-BE49-F238E27FC236}">
                  <a16:creationId xmlns:a16="http://schemas.microsoft.com/office/drawing/2014/main" id="{837B2C52-D619-E5E6-6D75-75891C667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2" name="Line 189">
              <a:extLst>
                <a:ext uri="{FF2B5EF4-FFF2-40B4-BE49-F238E27FC236}">
                  <a16:creationId xmlns:a16="http://schemas.microsoft.com/office/drawing/2014/main" id="{391ECC57-1FE6-98DC-AB32-675E89E39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459" y="3495673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3" name="Line 196">
              <a:extLst>
                <a:ext uri="{FF2B5EF4-FFF2-40B4-BE49-F238E27FC236}">
                  <a16:creationId xmlns:a16="http://schemas.microsoft.com/office/drawing/2014/main" id="{E25919F4-126C-19C4-E862-69168C3967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060" y="2104377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4" name="Line 197">
              <a:extLst>
                <a:ext uri="{FF2B5EF4-FFF2-40B4-BE49-F238E27FC236}">
                  <a16:creationId xmlns:a16="http://schemas.microsoft.com/office/drawing/2014/main" id="{0BF023AB-2002-06E3-77E8-03C89474B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493542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5" name="Line 198">
              <a:extLst>
                <a:ext uri="{FF2B5EF4-FFF2-40B4-BE49-F238E27FC236}">
                  <a16:creationId xmlns:a16="http://schemas.microsoft.com/office/drawing/2014/main" id="{CA8CCA8A-7ECC-197D-5650-8ECACBC565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1374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6" name="Line 199">
              <a:extLst>
                <a:ext uri="{FF2B5EF4-FFF2-40B4-BE49-F238E27FC236}">
                  <a16:creationId xmlns:a16="http://schemas.microsoft.com/office/drawing/2014/main" id="{7510A6CB-3ECF-9307-EF50-E00D75AA0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78130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7" name="Line 200">
              <a:extLst>
                <a:ext uri="{FF2B5EF4-FFF2-40B4-BE49-F238E27FC236}">
                  <a16:creationId xmlns:a16="http://schemas.microsoft.com/office/drawing/2014/main" id="{FC96D0BC-05B4-4373-1568-257B01681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4251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8" name="Rectangle 201">
              <a:extLst>
                <a:ext uri="{FF2B5EF4-FFF2-40B4-BE49-F238E27FC236}">
                  <a16:creationId xmlns:a16="http://schemas.microsoft.com/office/drawing/2014/main" id="{4869C689-F1D4-8B84-FB2F-38F3F7767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345233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9" name="Rectangle 202">
              <a:extLst>
                <a:ext uri="{FF2B5EF4-FFF2-40B4-BE49-F238E27FC236}">
                  <a16:creationId xmlns:a16="http://schemas.microsoft.com/office/drawing/2014/main" id="{8600F75E-475C-1F24-7DC0-971FA36A2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280" y="3097689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0" name="Rectangle 203">
              <a:extLst>
                <a:ext uri="{FF2B5EF4-FFF2-40B4-BE49-F238E27FC236}">
                  <a16:creationId xmlns:a16="http://schemas.microsoft.com/office/drawing/2014/main" id="{048AA85D-E1EA-DFBC-BCA2-713344E83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2741569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1" name="Rectangle 204">
              <a:extLst>
                <a:ext uri="{FF2B5EF4-FFF2-40B4-BE49-F238E27FC236}">
                  <a16:creationId xmlns:a16="http://schemas.microsoft.com/office/drawing/2014/main" id="{EC722460-BB77-DA87-2AD6-E69AC9423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280" y="2385448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2" name="Line 205">
              <a:extLst>
                <a:ext uri="{FF2B5EF4-FFF2-40B4-BE49-F238E27FC236}">
                  <a16:creationId xmlns:a16="http://schemas.microsoft.com/office/drawing/2014/main" id="{ACCDF1A7-7870-EE8A-CDFC-1F7FE5FBF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219" y="3493291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3" name="Freeform 206">
              <a:extLst>
                <a:ext uri="{FF2B5EF4-FFF2-40B4-BE49-F238E27FC236}">
                  <a16:creationId xmlns:a16="http://schemas.microsoft.com/office/drawing/2014/main" id="{2B57C37E-7620-CEA7-04C8-C46C6F9AE0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7643" y="2851936"/>
              <a:ext cx="1251055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4" name="Rectangle 207">
              <a:extLst>
                <a:ext uri="{FF2B5EF4-FFF2-40B4-BE49-F238E27FC236}">
                  <a16:creationId xmlns:a16="http://schemas.microsoft.com/office/drawing/2014/main" id="{FD17BAB5-EC85-D8FF-E4A7-8FFE79F3B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468" y="2851936"/>
              <a:ext cx="356759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5" name="Rectangle 208">
              <a:extLst>
                <a:ext uri="{FF2B5EF4-FFF2-40B4-BE49-F238E27FC236}">
                  <a16:creationId xmlns:a16="http://schemas.microsoft.com/office/drawing/2014/main" id="{668683B0-179E-CA28-14A7-03F60CD57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816" y="2851936"/>
              <a:ext cx="358358" cy="641606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6" name="Rectangle 209">
              <a:extLst>
                <a:ext uri="{FF2B5EF4-FFF2-40B4-BE49-F238E27FC236}">
                  <a16:creationId xmlns:a16="http://schemas.microsoft.com/office/drawing/2014/main" id="{7116B8DA-3912-02FE-A495-36E6E66CF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8764" y="2851936"/>
              <a:ext cx="356759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7" name="Rectangle 37">
              <a:extLst>
                <a:ext uri="{FF2B5EF4-FFF2-40B4-BE49-F238E27FC236}">
                  <a16:creationId xmlns:a16="http://schemas.microsoft.com/office/drawing/2014/main" id="{205BD207-C0F8-8DB8-D52D-8E31246ED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814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140:4:0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8" name="Rectangle 38">
              <a:extLst>
                <a:ext uri="{FF2B5EF4-FFF2-40B4-BE49-F238E27FC236}">
                  <a16:creationId xmlns:a16="http://schemas.microsoft.com/office/drawing/2014/main" id="{E9392F74-5C3F-C4B3-2B70-6228A7FBF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763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140:4:1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9" name="Rectangle 39">
              <a:extLst>
                <a:ext uri="{FF2B5EF4-FFF2-40B4-BE49-F238E27FC236}">
                  <a16:creationId xmlns:a16="http://schemas.microsoft.com/office/drawing/2014/main" id="{B9BC66A3-F9CC-9E1E-7D56-AF064DF54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10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0" name="TextBox 789">
              <a:extLst>
                <a:ext uri="{FF2B5EF4-FFF2-40B4-BE49-F238E27FC236}">
                  <a16:creationId xmlns:a16="http://schemas.microsoft.com/office/drawing/2014/main" id="{F3BCF95E-488B-20EA-5F29-F01C1E83815B}"/>
                </a:ext>
              </a:extLst>
            </p:cNvPr>
            <p:cNvSpPr txBox="1"/>
            <p:nvPr/>
          </p:nvSpPr>
          <p:spPr>
            <a:xfrm rot="16200000">
              <a:off x="93392" y="2756405"/>
              <a:ext cx="1454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재방문주기 총합 </a:t>
              </a:r>
              <a:r>
                <a:rPr lang="en-US" altLang="ko-KR" sz="1050" b="1" i="1" dirty="0"/>
                <a:t>(</a:t>
              </a:r>
              <a:r>
                <a:rPr lang="en-US" altLang="ko-KR" sz="1050" b="1" i="1" dirty="0" err="1"/>
                <a:t>hr</a:t>
              </a:r>
              <a:r>
                <a:rPr lang="en-US" altLang="ko-KR" sz="1050" b="1" i="1" dirty="0"/>
                <a:t>)</a:t>
              </a:r>
              <a:endParaRPr lang="ko-KR" altLang="en-US" sz="1050" b="1" i="1" dirty="0"/>
            </a:p>
          </p:txBody>
        </p:sp>
        <p:sp>
          <p:nvSpPr>
            <p:cNvPr id="791" name="TextBox 790">
              <a:extLst>
                <a:ext uri="{FF2B5EF4-FFF2-40B4-BE49-F238E27FC236}">
                  <a16:creationId xmlns:a16="http://schemas.microsoft.com/office/drawing/2014/main" id="{069A15AC-B8E2-0C60-B305-D1CD0F8729AB}"/>
                </a:ext>
              </a:extLst>
            </p:cNvPr>
            <p:cNvSpPr txBox="1"/>
            <p:nvPr/>
          </p:nvSpPr>
          <p:spPr>
            <a:xfrm>
              <a:off x="1195347" y="2801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92" name="TextBox 791">
              <a:extLst>
                <a:ext uri="{FF2B5EF4-FFF2-40B4-BE49-F238E27FC236}">
                  <a16:creationId xmlns:a16="http://schemas.microsoft.com/office/drawing/2014/main" id="{D7068724-24AF-F6C9-50F9-4968AF5D2805}"/>
                </a:ext>
              </a:extLst>
            </p:cNvPr>
            <p:cNvSpPr txBox="1"/>
            <p:nvPr/>
          </p:nvSpPr>
          <p:spPr>
            <a:xfrm>
              <a:off x="1636106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93" name="TextBox 792">
              <a:extLst>
                <a:ext uri="{FF2B5EF4-FFF2-40B4-BE49-F238E27FC236}">
                  <a16:creationId xmlns:a16="http://schemas.microsoft.com/office/drawing/2014/main" id="{D351A8F9-DF6C-42A4-B306-BB917D47D7EE}"/>
                </a:ext>
              </a:extLst>
            </p:cNvPr>
            <p:cNvSpPr txBox="1"/>
            <p:nvPr/>
          </p:nvSpPr>
          <p:spPr>
            <a:xfrm>
              <a:off x="2087303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94" name="Rectangle 176">
              <a:extLst>
                <a:ext uri="{FF2B5EF4-FFF2-40B4-BE49-F238E27FC236}">
                  <a16:creationId xmlns:a16="http://schemas.microsoft.com/office/drawing/2014/main" id="{52B12A47-8202-FA17-868C-B9960DB3B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2844" y="2098491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5" name="Rectangle 209">
              <a:extLst>
                <a:ext uri="{FF2B5EF4-FFF2-40B4-BE49-F238E27FC236}">
                  <a16:creationId xmlns:a16="http://schemas.microsoft.com/office/drawing/2014/main" id="{59F87EEC-EC64-3F49-3613-C2F5F5B33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157" y="2851936"/>
              <a:ext cx="356759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6" name="TextBox 795">
              <a:extLst>
                <a:ext uri="{FF2B5EF4-FFF2-40B4-BE49-F238E27FC236}">
                  <a16:creationId xmlns:a16="http://schemas.microsoft.com/office/drawing/2014/main" id="{5F9AF386-B1BE-736C-5EE5-326FC34A5CD4}"/>
                </a:ext>
              </a:extLst>
            </p:cNvPr>
            <p:cNvSpPr txBox="1"/>
            <p:nvPr/>
          </p:nvSpPr>
          <p:spPr>
            <a:xfrm>
              <a:off x="2517003" y="2818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97" name="Rectangle 39">
              <a:extLst>
                <a:ext uri="{FF2B5EF4-FFF2-40B4-BE49-F238E27FC236}">
                  <a16:creationId xmlns:a16="http://schemas.microsoft.com/office/drawing/2014/main" id="{1DD0688A-74F9-CD53-9561-23C2C0BF3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834" y="3503585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140:4:3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98" name="표 797">
                <a:extLst>
                  <a:ext uri="{FF2B5EF4-FFF2-40B4-BE49-F238E27FC236}">
                    <a16:creationId xmlns:a16="http://schemas.microsoft.com/office/drawing/2014/main" id="{2823E95F-02FD-939F-8FB6-516581605C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8241777"/>
                  </p:ext>
                </p:extLst>
              </p:nvPr>
            </p:nvGraphicFramePr>
            <p:xfrm>
              <a:off x="254398" y="2698747"/>
              <a:ext cx="5766713" cy="229951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880675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943019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943019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</a:tblGrid>
                  <a:tr h="2874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/>
                            <a:t>상대 위도인수 차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874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0.45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0.52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874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1.67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3.62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874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446.92 min (7.45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405.07 min (6.75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  <a:tr h="287439">
                    <a:tc rowSpan="4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0662"/>
                      </a:ext>
                    </a:extLst>
                  </a:tr>
                  <a:tr h="287439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0.57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21038649"/>
                      </a:ext>
                    </a:extLst>
                  </a:tr>
                  <a:tr h="287439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4.27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7.17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811096"/>
                      </a:ext>
                    </a:extLst>
                  </a:tr>
                  <a:tr h="287439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337.2 min (5.62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377.25min (6.29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0973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98" name="표 797">
                <a:extLst>
                  <a:ext uri="{FF2B5EF4-FFF2-40B4-BE49-F238E27FC236}">
                    <a16:creationId xmlns:a16="http://schemas.microsoft.com/office/drawing/2014/main" id="{2823E95F-02FD-939F-8FB6-516581605C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8241777"/>
                  </p:ext>
                </p:extLst>
              </p:nvPr>
            </p:nvGraphicFramePr>
            <p:xfrm>
              <a:off x="254398" y="2698747"/>
              <a:ext cx="5766713" cy="229951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880675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943019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943019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</a:tblGrid>
                  <a:tr h="28743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24" t="-2128" r="-207120" b="-7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874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0.45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0.52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874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1.67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3.62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87439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446.92 min (7.45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405.07 min (6.75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  <a:tr h="287439">
                    <a:tc rowSpan="4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0662"/>
                      </a:ext>
                    </a:extLst>
                  </a:tr>
                  <a:tr h="287439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0.57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21038649"/>
                      </a:ext>
                    </a:extLst>
                  </a:tr>
                  <a:tr h="287439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4.27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7.17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811096"/>
                      </a:ext>
                    </a:extLst>
                  </a:tr>
                  <a:tr h="287439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337.2 min (5.62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377.25min (6.29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0973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512514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총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위성 평면 수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평면 당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상대 위도인수 차</a:t>
                          </a:r>
                          <a:r>
                            <a:rPr lang="en-US" altLang="ko-KR" sz="11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140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35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512514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252" t="-2174" r="-300971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7742" t="-2174" r="-200000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8576" t="-2174" r="-100647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8576" t="-2174" r="-647" b="-1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140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35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31945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재방문 주기 평균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최대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총합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</a:t>
                </a:r>
                <a:r>
                  <a:rPr lang="en-US" altLang="ko-KR" dirty="0">
                    <a:sym typeface="Wingdings" panose="05000000000000000000" pitchFamily="2" charset="2"/>
                  </a:rPr>
                  <a:t>-</a:t>
                </a:r>
                <a:r>
                  <a:rPr lang="ko-KR" altLang="en-US" dirty="0">
                    <a:sym typeface="Wingdings" panose="05000000000000000000" pitchFamily="2" charset="2"/>
                  </a:rPr>
                  <a:t>지상간 통신의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불연속성 존재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ko-KR" sz="1400" b="1" i="1" kern="100" smtClean="0">
                        <a:effectLst/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altLang="ko-KR" dirty="0"/>
                  <a:t> (</a:t>
                </a:r>
                <a:r>
                  <a:rPr lang="ko-KR" altLang="en-US" dirty="0"/>
                  <a:t>상대 위도인수 차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조정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위성간</a:t>
                </a:r>
                <a:r>
                  <a:rPr lang="ko-KR" altLang="en-US" dirty="0"/>
                  <a:t> 상대거리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최대 위성간 통신 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(2000 km)   </a:t>
                </a:r>
                <a:r>
                  <a:rPr lang="ko-KR" altLang="en-US" dirty="0"/>
                  <a:t>위성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위성간 통신 가능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설계 파라미터 설정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dirty="0"/>
                  <a:t> 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ko-KR" altLang="en-US" dirty="0"/>
                  <a:t>시뮬레이션 결과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[2/3]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21EBF5F1-BF30-C287-DEB7-BC1307A8D6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9028762"/>
                  </p:ext>
                </p:extLst>
              </p:nvPr>
            </p:nvGraphicFramePr>
            <p:xfrm>
              <a:off x="257075" y="2659227"/>
              <a:ext cx="8629843" cy="6096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총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위성 평면 수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평면 당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상대 위도인수 차</a:t>
                          </a:r>
                          <a:r>
                            <a:rPr lang="en-US" altLang="ko-KR" sz="14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28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21EBF5F1-BF30-C287-DEB7-BC1307A8D6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9028762"/>
                  </p:ext>
                </p:extLst>
              </p:nvPr>
            </p:nvGraphicFramePr>
            <p:xfrm>
              <a:off x="257075" y="2659227"/>
              <a:ext cx="8629843" cy="6096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252" t="-3922" r="-300971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7742" t="-3922" r="-200000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576" t="-3922" r="-100647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8576" t="-3922" r="-647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28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00D8DB6-833F-50D6-8C06-8E3C7DC2C8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6281502"/>
                  </p:ext>
                </p:extLst>
              </p:nvPr>
            </p:nvGraphicFramePr>
            <p:xfrm>
              <a:off x="246193" y="3660714"/>
              <a:ext cx="8629839" cy="1219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105121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242790581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400" dirty="0"/>
                            <a:t>상대 위도인수 차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1.44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1.45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1.39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5.79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4.66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5.00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2186.63 min (36.44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2213.52 min (36.89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2185.59 min (36.43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00D8DB6-833F-50D6-8C06-8E3C7DC2C8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6281502"/>
                  </p:ext>
                </p:extLst>
              </p:nvPr>
            </p:nvGraphicFramePr>
            <p:xfrm>
              <a:off x="246193" y="3660714"/>
              <a:ext cx="8629839" cy="1219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105121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2427905810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89" t="-2000" r="-310116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1.44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1.45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1.39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5.79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4.66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5.00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2186.63 min (36.44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2213.52 min (36.89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2185.59 min (36.43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AutoShape 3">
            <a:extLst>
              <a:ext uri="{FF2B5EF4-FFF2-40B4-BE49-F238E27FC236}">
                <a16:creationId xmlns:a16="http://schemas.microsoft.com/office/drawing/2014/main" id="{E0D1F617-E7D9-2274-07D4-ECCA33F420A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-11113" y="4897438"/>
            <a:ext cx="9144001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3C67812-0D66-83E0-CAC6-83FDBF1C0404}"/>
              </a:ext>
            </a:extLst>
          </p:cNvPr>
          <p:cNvGrpSpPr/>
          <p:nvPr/>
        </p:nvGrpSpPr>
        <p:grpSpPr>
          <a:xfrm>
            <a:off x="733793" y="4899025"/>
            <a:ext cx="7676414" cy="2000270"/>
            <a:chOff x="733793" y="4899025"/>
            <a:chExt cx="7676414" cy="2000270"/>
          </a:xfrm>
        </p:grpSpPr>
        <p:grpSp>
          <p:nvGrpSpPr>
            <p:cNvPr id="329" name="그룹 328">
              <a:extLst>
                <a:ext uri="{FF2B5EF4-FFF2-40B4-BE49-F238E27FC236}">
                  <a16:creationId xmlns:a16="http://schemas.microsoft.com/office/drawing/2014/main" id="{9F62AE34-6B89-8E30-C0BE-AA0BB9D35F3D}"/>
                </a:ext>
              </a:extLst>
            </p:cNvPr>
            <p:cNvGrpSpPr/>
            <p:nvPr/>
          </p:nvGrpSpPr>
          <p:grpSpPr>
            <a:xfrm>
              <a:off x="733793" y="4899025"/>
              <a:ext cx="7676414" cy="1833563"/>
              <a:chOff x="733793" y="4879975"/>
              <a:chExt cx="7676414" cy="1833563"/>
            </a:xfrm>
          </p:grpSpPr>
          <p:sp>
            <p:nvSpPr>
              <p:cNvPr id="177" name="AutoShape 155">
                <a:extLst>
                  <a:ext uri="{FF2B5EF4-FFF2-40B4-BE49-F238E27FC236}">
                    <a16:creationId xmlns:a16="http://schemas.microsoft.com/office/drawing/2014/main" id="{7373FBE6-56C0-2EAF-3B6B-6A226812B6A4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733793" y="4879975"/>
                <a:ext cx="7676414" cy="18335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8" name="Rectangle 157">
                <a:extLst>
                  <a:ext uri="{FF2B5EF4-FFF2-40B4-BE49-F238E27FC236}">
                    <a16:creationId xmlns:a16="http://schemas.microsoft.com/office/drawing/2014/main" id="{ACA218D6-721B-C86D-33D2-F86CB86AA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016500"/>
                <a:ext cx="1952625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9" name="Rectangle 158">
                <a:extLst>
                  <a:ext uri="{FF2B5EF4-FFF2-40B4-BE49-F238E27FC236}">
                    <a16:creationId xmlns:a16="http://schemas.microsoft.com/office/drawing/2014/main" id="{859BF007-5020-8E38-DCEA-D30B9A5D3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7675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0" name="Rectangle 159">
                <a:extLst>
                  <a:ext uri="{FF2B5EF4-FFF2-40B4-BE49-F238E27FC236}">
                    <a16:creationId xmlns:a16="http://schemas.microsoft.com/office/drawing/2014/main" id="{5A7F9457-09D1-C9F0-007E-4645B9829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2438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1" name="Rectangle 160">
                <a:extLst>
                  <a:ext uri="{FF2B5EF4-FFF2-40B4-BE49-F238E27FC236}">
                    <a16:creationId xmlns:a16="http://schemas.microsoft.com/office/drawing/2014/main" id="{0D3A8816-8002-9B95-C09D-2C22973BC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7675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2" name="Rectangle 161">
                <a:extLst>
                  <a:ext uri="{FF2B5EF4-FFF2-40B4-BE49-F238E27FC236}">
                    <a16:creationId xmlns:a16="http://schemas.microsoft.com/office/drawing/2014/main" id="{6EF48208-3328-629A-1F19-C2C0296D2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2175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3" name="Rectangle 162">
                <a:extLst>
                  <a:ext uri="{FF2B5EF4-FFF2-40B4-BE49-F238E27FC236}">
                    <a16:creationId xmlns:a16="http://schemas.microsoft.com/office/drawing/2014/main" id="{BD4DCAE2-C126-BA1B-3E8F-A9F5CB621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5350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4" name="Rectangle 163">
                <a:extLst>
                  <a:ext uri="{FF2B5EF4-FFF2-40B4-BE49-F238E27FC236}">
                    <a16:creationId xmlns:a16="http://schemas.microsoft.com/office/drawing/2014/main" id="{793AEF9E-8884-8BB8-F28A-E7F693151B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2175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5" name="Rectangle 164">
                <a:extLst>
                  <a:ext uri="{FF2B5EF4-FFF2-40B4-BE49-F238E27FC236}">
                    <a16:creationId xmlns:a16="http://schemas.microsoft.com/office/drawing/2014/main" id="{CEA3B82E-32D2-50DF-F920-C05DA69A3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6675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6" name="Rectangle 165">
                <a:extLst>
                  <a:ext uri="{FF2B5EF4-FFF2-40B4-BE49-F238E27FC236}">
                    <a16:creationId xmlns:a16="http://schemas.microsoft.com/office/drawing/2014/main" id="{C085E2BC-EDA7-337F-F93B-6BEF165F2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9850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7" name="Rectangle 166">
                <a:extLst>
                  <a:ext uri="{FF2B5EF4-FFF2-40B4-BE49-F238E27FC236}">
                    <a16:creationId xmlns:a16="http://schemas.microsoft.com/office/drawing/2014/main" id="{E673731D-1B0F-2A4E-6268-398C73AE2D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6675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8" name="Rectangle 167">
                <a:extLst>
                  <a:ext uri="{FF2B5EF4-FFF2-40B4-BE49-F238E27FC236}">
                    <a16:creationId xmlns:a16="http://schemas.microsoft.com/office/drawing/2014/main" id="{1EFAEF44-7BD6-B792-6E98-95938BA1E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65087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9" name="Rectangle 168">
                <a:extLst>
                  <a:ext uri="{FF2B5EF4-FFF2-40B4-BE49-F238E27FC236}">
                    <a16:creationId xmlns:a16="http://schemas.microsoft.com/office/drawing/2014/main" id="{8E97F2FD-0E65-470C-20A0-20D4F186B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6511925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0" name="Rectangle 169">
                <a:extLst>
                  <a:ext uri="{FF2B5EF4-FFF2-40B4-BE49-F238E27FC236}">
                    <a16:creationId xmlns:a16="http://schemas.microsoft.com/office/drawing/2014/main" id="{AC306F6C-4104-152F-FF4C-5D1E0F9F2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65087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1" name="Rectangle 170">
                <a:extLst>
                  <a:ext uri="{FF2B5EF4-FFF2-40B4-BE49-F238E27FC236}">
                    <a16:creationId xmlns:a16="http://schemas.microsoft.com/office/drawing/2014/main" id="{8871EA55-D468-314E-111B-F65DBA89D2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61245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2" name="Rectangle 171">
                <a:extLst>
                  <a:ext uri="{FF2B5EF4-FFF2-40B4-BE49-F238E27FC236}">
                    <a16:creationId xmlns:a16="http://schemas.microsoft.com/office/drawing/2014/main" id="{0944970A-EA40-35B3-D136-C6D680BB2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6127750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3" name="Rectangle 172">
                <a:extLst>
                  <a:ext uri="{FF2B5EF4-FFF2-40B4-BE49-F238E27FC236}">
                    <a16:creationId xmlns:a16="http://schemas.microsoft.com/office/drawing/2014/main" id="{4A2B3A0F-BC49-D4BE-5ADB-E664EC989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61245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4" name="Rectangle 173">
                <a:extLst>
                  <a:ext uri="{FF2B5EF4-FFF2-40B4-BE49-F238E27FC236}">
                    <a16:creationId xmlns:a16="http://schemas.microsoft.com/office/drawing/2014/main" id="{0C2EDED4-BA70-A8C7-52E0-19D2A1455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74040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5" name="Rectangle 174">
                <a:extLst>
                  <a:ext uri="{FF2B5EF4-FFF2-40B4-BE49-F238E27FC236}">
                    <a16:creationId xmlns:a16="http://schemas.microsoft.com/office/drawing/2014/main" id="{78A4BE4F-BC13-7F2E-B58C-222909533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743575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6" name="Rectangle 175">
                <a:extLst>
                  <a:ext uri="{FF2B5EF4-FFF2-40B4-BE49-F238E27FC236}">
                    <a16:creationId xmlns:a16="http://schemas.microsoft.com/office/drawing/2014/main" id="{00D6620A-7974-7A64-5C99-ACDAE2DD9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74040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7" name="Rectangle 176">
                <a:extLst>
                  <a:ext uri="{FF2B5EF4-FFF2-40B4-BE49-F238E27FC236}">
                    <a16:creationId xmlns:a16="http://schemas.microsoft.com/office/drawing/2014/main" id="{12C9F6FB-3133-304E-7979-E9CB69504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35622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8" name="Rectangle 177">
                <a:extLst>
                  <a:ext uri="{FF2B5EF4-FFF2-40B4-BE49-F238E27FC236}">
                    <a16:creationId xmlns:a16="http://schemas.microsoft.com/office/drawing/2014/main" id="{6BD78786-64E3-ADCA-F097-4A5A3BF56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359400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9" name="Rectangle 178">
                <a:extLst>
                  <a:ext uri="{FF2B5EF4-FFF2-40B4-BE49-F238E27FC236}">
                    <a16:creationId xmlns:a16="http://schemas.microsoft.com/office/drawing/2014/main" id="{9051AD5D-C093-D47A-60AC-2BCBA5E3A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35622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0" name="Line 179">
                <a:extLst>
                  <a:ext uri="{FF2B5EF4-FFF2-40B4-BE49-F238E27FC236}">
                    <a16:creationId xmlns:a16="http://schemas.microsoft.com/office/drawing/2014/main" id="{A00C042D-BF67-5B76-D3DD-76D9E87A02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6515100"/>
                <a:ext cx="1952625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7" name="Line 186">
                <a:extLst>
                  <a:ext uri="{FF2B5EF4-FFF2-40B4-BE49-F238E27FC236}">
                    <a16:creationId xmlns:a16="http://schemas.microsoft.com/office/drawing/2014/main" id="{EDE48B59-0EBC-C7C7-F03E-9461FB19B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2213" y="5016500"/>
                <a:ext cx="0" cy="149860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8" name="Line 187">
                <a:extLst>
                  <a:ext uri="{FF2B5EF4-FFF2-40B4-BE49-F238E27FC236}">
                    <a16:creationId xmlns:a16="http://schemas.microsoft.com/office/drawing/2014/main" id="{0775D87C-1F3F-8CBF-555F-231F36FA5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6515100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9" name="Line 188">
                <a:extLst>
                  <a:ext uri="{FF2B5EF4-FFF2-40B4-BE49-F238E27FC236}">
                    <a16:creationId xmlns:a16="http://schemas.microsoft.com/office/drawing/2014/main" id="{0075D085-A289-CEC2-DF39-AC003A205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6130925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0" name="Line 189">
                <a:extLst>
                  <a:ext uri="{FF2B5EF4-FFF2-40B4-BE49-F238E27FC236}">
                    <a16:creationId xmlns:a16="http://schemas.microsoft.com/office/drawing/2014/main" id="{3C3DED52-B36F-F960-5B64-111469BACB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5746750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1" name="Line 190">
                <a:extLst>
                  <a:ext uri="{FF2B5EF4-FFF2-40B4-BE49-F238E27FC236}">
                    <a16:creationId xmlns:a16="http://schemas.microsoft.com/office/drawing/2014/main" id="{CA8EB92D-4633-D3AF-FADF-9AB5F8051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5362575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2" name="Rectangle 191">
                <a:extLst>
                  <a:ext uri="{FF2B5EF4-FFF2-40B4-BE49-F238E27FC236}">
                    <a16:creationId xmlns:a16="http://schemas.microsoft.com/office/drawing/2014/main" id="{B18668A5-77DD-495B-796E-24EC1058F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138" y="6470650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3" name="Rectangle 192">
                <a:extLst>
                  <a:ext uri="{FF2B5EF4-FFF2-40B4-BE49-F238E27FC236}">
                    <a16:creationId xmlns:a16="http://schemas.microsoft.com/office/drawing/2014/main" id="{069D2E67-2225-C18D-1FF7-D5361C998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2825" y="6088063"/>
                <a:ext cx="179388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0.5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4" name="Rectangle 193">
                <a:extLst>
                  <a:ext uri="{FF2B5EF4-FFF2-40B4-BE49-F238E27FC236}">
                    <a16:creationId xmlns:a16="http://schemas.microsoft.com/office/drawing/2014/main" id="{EC2173CE-D042-3B25-9E70-03E44CEBC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138" y="5703888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5" name="Rectangle 194">
                <a:extLst>
                  <a:ext uri="{FF2B5EF4-FFF2-40B4-BE49-F238E27FC236}">
                    <a16:creationId xmlns:a16="http://schemas.microsoft.com/office/drawing/2014/main" id="{771C9AB4-5202-0086-55ED-D7ADB118C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2825" y="5319713"/>
                <a:ext cx="179388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1.5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6" name="Line 195">
                <a:extLst>
                  <a:ext uri="{FF2B5EF4-FFF2-40B4-BE49-F238E27FC236}">
                    <a16:creationId xmlns:a16="http://schemas.microsoft.com/office/drawing/2014/main" id="{CC2501F6-1A34-A710-0ABC-0D03607595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6515100"/>
                <a:ext cx="1952625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7" name="Freeform 196">
                <a:extLst>
                  <a:ext uri="{FF2B5EF4-FFF2-40B4-BE49-F238E27FC236}">
                    <a16:creationId xmlns:a16="http://schemas.microsoft.com/office/drawing/2014/main" id="{E9215EB1-C7E3-2112-375F-6D7D6ADB57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47813" y="5400675"/>
                <a:ext cx="1241425" cy="1114425"/>
              </a:xfrm>
              <a:custGeom>
                <a:avLst/>
                <a:gdLst>
                  <a:gd name="T0" fmla="*/ 223 w 782"/>
                  <a:gd name="T1" fmla="*/ 702 h 702"/>
                  <a:gd name="T2" fmla="*/ 223 w 782"/>
                  <a:gd name="T3" fmla="*/ 5 h 702"/>
                  <a:gd name="T4" fmla="*/ 0 w 782"/>
                  <a:gd name="T5" fmla="*/ 5 h 702"/>
                  <a:gd name="T6" fmla="*/ 0 w 782"/>
                  <a:gd name="T7" fmla="*/ 702 h 702"/>
                  <a:gd name="T8" fmla="*/ 223 w 782"/>
                  <a:gd name="T9" fmla="*/ 702 h 702"/>
                  <a:gd name="T10" fmla="*/ 503 w 782"/>
                  <a:gd name="T11" fmla="*/ 702 h 702"/>
                  <a:gd name="T12" fmla="*/ 503 w 782"/>
                  <a:gd name="T13" fmla="*/ 0 h 702"/>
                  <a:gd name="T14" fmla="*/ 279 w 782"/>
                  <a:gd name="T15" fmla="*/ 0 h 702"/>
                  <a:gd name="T16" fmla="*/ 279 w 782"/>
                  <a:gd name="T17" fmla="*/ 702 h 702"/>
                  <a:gd name="T18" fmla="*/ 503 w 782"/>
                  <a:gd name="T19" fmla="*/ 702 h 702"/>
                  <a:gd name="T20" fmla="*/ 782 w 782"/>
                  <a:gd name="T21" fmla="*/ 702 h 702"/>
                  <a:gd name="T22" fmla="*/ 782 w 782"/>
                  <a:gd name="T23" fmla="*/ 29 h 702"/>
                  <a:gd name="T24" fmla="*/ 559 w 782"/>
                  <a:gd name="T25" fmla="*/ 29 h 702"/>
                  <a:gd name="T26" fmla="*/ 559 w 782"/>
                  <a:gd name="T27" fmla="*/ 702 h 702"/>
                  <a:gd name="T28" fmla="*/ 782 w 782"/>
                  <a:gd name="T29" fmla="*/ 702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2" h="702">
                    <a:moveTo>
                      <a:pt x="223" y="702"/>
                    </a:moveTo>
                    <a:lnTo>
                      <a:pt x="223" y="5"/>
                    </a:lnTo>
                    <a:lnTo>
                      <a:pt x="0" y="5"/>
                    </a:lnTo>
                    <a:lnTo>
                      <a:pt x="0" y="702"/>
                    </a:lnTo>
                    <a:lnTo>
                      <a:pt x="223" y="702"/>
                    </a:lnTo>
                    <a:close/>
                    <a:moveTo>
                      <a:pt x="503" y="702"/>
                    </a:moveTo>
                    <a:lnTo>
                      <a:pt x="503" y="0"/>
                    </a:lnTo>
                    <a:lnTo>
                      <a:pt x="279" y="0"/>
                    </a:lnTo>
                    <a:lnTo>
                      <a:pt x="279" y="702"/>
                    </a:lnTo>
                    <a:lnTo>
                      <a:pt x="503" y="702"/>
                    </a:lnTo>
                    <a:close/>
                    <a:moveTo>
                      <a:pt x="782" y="702"/>
                    </a:moveTo>
                    <a:lnTo>
                      <a:pt x="782" y="29"/>
                    </a:lnTo>
                    <a:lnTo>
                      <a:pt x="559" y="29"/>
                    </a:lnTo>
                    <a:lnTo>
                      <a:pt x="559" y="702"/>
                    </a:lnTo>
                    <a:lnTo>
                      <a:pt x="782" y="702"/>
                    </a:lnTo>
                    <a:close/>
                  </a:path>
                </a:pathLst>
              </a:custGeom>
              <a:solidFill>
                <a:srgbClr val="0072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8" name="Rectangle 197">
                <a:extLst>
                  <a:ext uri="{FF2B5EF4-FFF2-40B4-BE49-F238E27FC236}">
                    <a16:creationId xmlns:a16="http://schemas.microsoft.com/office/drawing/2014/main" id="{31D28592-75D1-61D0-4A81-BFD861CBFF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7813" y="5408613"/>
                <a:ext cx="354013" cy="1106488"/>
              </a:xfrm>
              <a:prstGeom prst="rect">
                <a:avLst/>
              </a:prstGeom>
              <a:noFill/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9" name="Rectangle 198">
                <a:extLst>
                  <a:ext uri="{FF2B5EF4-FFF2-40B4-BE49-F238E27FC236}">
                    <a16:creationId xmlns:a16="http://schemas.microsoft.com/office/drawing/2014/main" id="{5C537337-D0EF-242D-A537-8397BA1AE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0725" y="5400675"/>
                <a:ext cx="355600" cy="1114425"/>
              </a:xfrm>
              <a:prstGeom prst="rect">
                <a:avLst/>
              </a:prstGeom>
              <a:solidFill>
                <a:srgbClr val="D9541A"/>
              </a:solidFill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0" name="Rectangle 199">
                <a:extLst>
                  <a:ext uri="{FF2B5EF4-FFF2-40B4-BE49-F238E27FC236}">
                    <a16:creationId xmlns:a16="http://schemas.microsoft.com/office/drawing/2014/main" id="{7B1158C6-12E5-4E14-B73B-DDD055BF1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5225" y="5446713"/>
                <a:ext cx="354013" cy="1068388"/>
              </a:xfrm>
              <a:prstGeom prst="rect">
                <a:avLst/>
              </a:prstGeom>
              <a:solidFill>
                <a:srgbClr val="EDB021"/>
              </a:solidFill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1" name="Rectangle 200">
                <a:extLst>
                  <a:ext uri="{FF2B5EF4-FFF2-40B4-BE49-F238E27FC236}">
                    <a16:creationId xmlns:a16="http://schemas.microsoft.com/office/drawing/2014/main" id="{74496214-1C59-A985-B842-3728E1428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016500"/>
                <a:ext cx="1952625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2" name="Rectangle 201">
                <a:extLst>
                  <a:ext uri="{FF2B5EF4-FFF2-40B4-BE49-F238E27FC236}">
                    <a16:creationId xmlns:a16="http://schemas.microsoft.com/office/drawing/2014/main" id="{3EE4ED1B-5B20-A971-9302-684D7BC8F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1488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3" name="Rectangle 202">
                <a:extLst>
                  <a:ext uri="{FF2B5EF4-FFF2-40B4-BE49-F238E27FC236}">
                    <a16:creationId xmlns:a16="http://schemas.microsoft.com/office/drawing/2014/main" id="{D422E3E4-07F6-F3F5-AA74-9FCB038FB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6250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4" name="Rectangle 203">
                <a:extLst>
                  <a:ext uri="{FF2B5EF4-FFF2-40B4-BE49-F238E27FC236}">
                    <a16:creationId xmlns:a16="http://schemas.microsoft.com/office/drawing/2014/main" id="{8357D4F9-9AEB-7635-3EA4-8B457FFCD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1488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5" name="Rectangle 204">
                <a:extLst>
                  <a:ext uri="{FF2B5EF4-FFF2-40B4-BE49-F238E27FC236}">
                    <a16:creationId xmlns:a16="http://schemas.microsoft.com/office/drawing/2014/main" id="{99A0F6E0-7D15-0DE1-28DD-A360FEBA59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5988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6" name="Rectangle 205">
                <a:extLst>
                  <a:ext uri="{FF2B5EF4-FFF2-40B4-BE49-F238E27FC236}">
                    <a16:creationId xmlns:a16="http://schemas.microsoft.com/office/drawing/2014/main" id="{1D7509BC-2E1E-6C16-03FD-552E05336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9163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7" name="Rectangle 206">
                <a:extLst>
                  <a:ext uri="{FF2B5EF4-FFF2-40B4-BE49-F238E27FC236}">
                    <a16:creationId xmlns:a16="http://schemas.microsoft.com/office/drawing/2014/main" id="{E550B2B3-79BB-FDB4-1047-2E1C2AA192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5988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8" name="Rectangle 207">
                <a:extLst>
                  <a:ext uri="{FF2B5EF4-FFF2-40B4-BE49-F238E27FC236}">
                    <a16:creationId xmlns:a16="http://schemas.microsoft.com/office/drawing/2014/main" id="{65E94ADB-0715-6282-471E-16C2B4504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2075" y="5016500"/>
                <a:ext cx="11113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9" name="Rectangle 208">
                <a:extLst>
                  <a:ext uri="{FF2B5EF4-FFF2-40B4-BE49-F238E27FC236}">
                    <a16:creationId xmlns:a16="http://schemas.microsoft.com/office/drawing/2014/main" id="{D62CD209-7BDA-4F7D-AAAC-0776F1E52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3663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0" name="Rectangle 209">
                <a:extLst>
                  <a:ext uri="{FF2B5EF4-FFF2-40B4-BE49-F238E27FC236}">
                    <a16:creationId xmlns:a16="http://schemas.microsoft.com/office/drawing/2014/main" id="{60741CAA-06B3-CD32-27CA-B8B9752DAB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2075" y="5016500"/>
                <a:ext cx="11113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1" name="Rectangle 210">
                <a:extLst>
                  <a:ext uri="{FF2B5EF4-FFF2-40B4-BE49-F238E27FC236}">
                    <a16:creationId xmlns:a16="http://schemas.microsoft.com/office/drawing/2014/main" id="{93751B2F-B704-05DE-29CE-4A6377DF24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65087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2" name="Rectangle 211">
                <a:extLst>
                  <a:ext uri="{FF2B5EF4-FFF2-40B4-BE49-F238E27FC236}">
                    <a16:creationId xmlns:a16="http://schemas.microsoft.com/office/drawing/2014/main" id="{3F843D5A-3E20-E240-5B9D-0E72279F6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6511925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3" name="Rectangle 212">
                <a:extLst>
                  <a:ext uri="{FF2B5EF4-FFF2-40B4-BE49-F238E27FC236}">
                    <a16:creationId xmlns:a16="http://schemas.microsoft.com/office/drawing/2014/main" id="{3CC3F272-9C54-B674-7023-E68E77B38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65087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4" name="Rectangle 213">
                <a:extLst>
                  <a:ext uri="{FF2B5EF4-FFF2-40B4-BE49-F238E27FC236}">
                    <a16:creationId xmlns:a16="http://schemas.microsoft.com/office/drawing/2014/main" id="{607F14FD-473D-0665-5A23-9A7F31F13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61626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5" name="Rectangle 214">
                <a:extLst>
                  <a:ext uri="{FF2B5EF4-FFF2-40B4-BE49-F238E27FC236}">
                    <a16:creationId xmlns:a16="http://schemas.microsoft.com/office/drawing/2014/main" id="{D3A5FE39-288B-E5BC-483A-1689C5381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6164263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6" name="Rectangle 215">
                <a:extLst>
                  <a:ext uri="{FF2B5EF4-FFF2-40B4-BE49-F238E27FC236}">
                    <a16:creationId xmlns:a16="http://schemas.microsoft.com/office/drawing/2014/main" id="{D0192BF0-0220-D179-D8D4-F2D36220C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61626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7" name="Rectangle 216">
                <a:extLst>
                  <a:ext uri="{FF2B5EF4-FFF2-40B4-BE49-F238E27FC236}">
                    <a16:creationId xmlns:a16="http://schemas.microsoft.com/office/drawing/2014/main" id="{B30AFB1D-B703-49C6-2217-38E79B867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815013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8" name="Rectangle 217">
                <a:extLst>
                  <a:ext uri="{FF2B5EF4-FFF2-40B4-BE49-F238E27FC236}">
                    <a16:creationId xmlns:a16="http://schemas.microsoft.com/office/drawing/2014/main" id="{8E65B3F2-DEB7-2317-3CB3-6009401F4B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815013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9" name="Rectangle 218">
                <a:extLst>
                  <a:ext uri="{FF2B5EF4-FFF2-40B4-BE49-F238E27FC236}">
                    <a16:creationId xmlns:a16="http://schemas.microsoft.com/office/drawing/2014/main" id="{5BC74508-A02E-D4A6-B266-8CD1D9350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815013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0" name="Rectangle 219">
                <a:extLst>
                  <a:ext uri="{FF2B5EF4-FFF2-40B4-BE49-F238E27FC236}">
                    <a16:creationId xmlns:a16="http://schemas.microsoft.com/office/drawing/2014/main" id="{2FE13E76-EB19-000D-E193-7F3C7FF3B5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462588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1" name="Rectangle 220">
                <a:extLst>
                  <a:ext uri="{FF2B5EF4-FFF2-40B4-BE49-F238E27FC236}">
                    <a16:creationId xmlns:a16="http://schemas.microsoft.com/office/drawing/2014/main" id="{B107E7C2-79BD-3CF8-D482-A45A9C531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465763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2" name="Rectangle 221">
                <a:extLst>
                  <a:ext uri="{FF2B5EF4-FFF2-40B4-BE49-F238E27FC236}">
                    <a16:creationId xmlns:a16="http://schemas.microsoft.com/office/drawing/2014/main" id="{9ED5D3FB-E96E-CEC0-724B-972A4E261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462588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3" name="Rectangle 222">
                <a:extLst>
                  <a:ext uri="{FF2B5EF4-FFF2-40B4-BE49-F238E27FC236}">
                    <a16:creationId xmlns:a16="http://schemas.microsoft.com/office/drawing/2014/main" id="{9FEBE0B6-05F1-74D1-60F0-A4FE35C6C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11492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4" name="Rectangle 223">
                <a:extLst>
                  <a:ext uri="{FF2B5EF4-FFF2-40B4-BE49-F238E27FC236}">
                    <a16:creationId xmlns:a16="http://schemas.microsoft.com/office/drawing/2014/main" id="{ABC50E44-42F7-A61A-CBFC-CCF2292C5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118100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5" name="Rectangle 224">
                <a:extLst>
                  <a:ext uri="{FF2B5EF4-FFF2-40B4-BE49-F238E27FC236}">
                    <a16:creationId xmlns:a16="http://schemas.microsoft.com/office/drawing/2014/main" id="{3280D4E0-959C-AC91-8EA0-D0B3B8C69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11492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6" name="Line 225">
                <a:extLst>
                  <a:ext uri="{FF2B5EF4-FFF2-40B4-BE49-F238E27FC236}">
                    <a16:creationId xmlns:a16="http://schemas.microsoft.com/office/drawing/2014/main" id="{5E98326D-C187-967C-D01D-9CACF7563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6515100"/>
                <a:ext cx="1952625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3" name="Line 232">
                <a:extLst>
                  <a:ext uri="{FF2B5EF4-FFF2-40B4-BE49-F238E27FC236}">
                    <a16:creationId xmlns:a16="http://schemas.microsoft.com/office/drawing/2014/main" id="{5CC6CF1B-C0D7-5EA8-F9B0-B59DDFBB9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56025" y="5016500"/>
                <a:ext cx="0" cy="149860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4" name="Line 233">
                <a:extLst>
                  <a:ext uri="{FF2B5EF4-FFF2-40B4-BE49-F238E27FC236}">
                    <a16:creationId xmlns:a16="http://schemas.microsoft.com/office/drawing/2014/main" id="{BE8AD665-1DCA-4353-4A71-0F0244481F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6515100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5" name="Line 234">
                <a:extLst>
                  <a:ext uri="{FF2B5EF4-FFF2-40B4-BE49-F238E27FC236}">
                    <a16:creationId xmlns:a16="http://schemas.microsoft.com/office/drawing/2014/main" id="{05AA7445-E9CC-673E-A281-FFD4E1DE1A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6167438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6" name="Line 235">
                <a:extLst>
                  <a:ext uri="{FF2B5EF4-FFF2-40B4-BE49-F238E27FC236}">
                    <a16:creationId xmlns:a16="http://schemas.microsoft.com/office/drawing/2014/main" id="{74AA45F1-241B-8E7A-5A2C-45D4193B13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5818188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7" name="Line 236">
                <a:extLst>
                  <a:ext uri="{FF2B5EF4-FFF2-40B4-BE49-F238E27FC236}">
                    <a16:creationId xmlns:a16="http://schemas.microsoft.com/office/drawing/2014/main" id="{10B07295-5596-7EDD-B039-C8BBFD5D32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5468938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8" name="Line 237">
                <a:extLst>
                  <a:ext uri="{FF2B5EF4-FFF2-40B4-BE49-F238E27FC236}">
                    <a16:creationId xmlns:a16="http://schemas.microsoft.com/office/drawing/2014/main" id="{C45F960E-5807-900A-4DC1-B082DAA44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5121275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9" name="Rectangle 238">
                <a:extLst>
                  <a:ext uri="{FF2B5EF4-FFF2-40B4-BE49-F238E27FC236}">
                    <a16:creationId xmlns:a16="http://schemas.microsoft.com/office/drawing/2014/main" id="{D25E978B-9CB3-E852-DB92-4F7B1A5159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950" y="6470650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0" name="Rectangle 239">
                <a:extLst>
                  <a:ext uri="{FF2B5EF4-FFF2-40B4-BE49-F238E27FC236}">
                    <a16:creationId xmlns:a16="http://schemas.microsoft.com/office/drawing/2014/main" id="{CD90C1A7-112D-B61D-52A3-03FEA360B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950" y="6124575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1" name="Rectangle 240">
                <a:extLst>
                  <a:ext uri="{FF2B5EF4-FFF2-40B4-BE49-F238E27FC236}">
                    <a16:creationId xmlns:a16="http://schemas.microsoft.com/office/drawing/2014/main" id="{C6449630-DFE5-665A-4619-4C2E38FD3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950" y="5772150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4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2" name="Rectangle 241">
                <a:extLst>
                  <a:ext uri="{FF2B5EF4-FFF2-40B4-BE49-F238E27FC236}">
                    <a16:creationId xmlns:a16="http://schemas.microsoft.com/office/drawing/2014/main" id="{217273F2-4B38-1EA2-96A4-73CC4D4E7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950" y="5424488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6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3" name="Rectangle 242">
                <a:extLst>
                  <a:ext uri="{FF2B5EF4-FFF2-40B4-BE49-F238E27FC236}">
                    <a16:creationId xmlns:a16="http://schemas.microsoft.com/office/drawing/2014/main" id="{09B72917-0B30-4838-4D79-59BAB40DA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950" y="5076825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8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4" name="Line 243">
                <a:extLst>
                  <a:ext uri="{FF2B5EF4-FFF2-40B4-BE49-F238E27FC236}">
                    <a16:creationId xmlns:a16="http://schemas.microsoft.com/office/drawing/2014/main" id="{F8F9E561-344E-2B2A-11EB-BEE154816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6515100"/>
                <a:ext cx="1952625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5" name="Freeform 244">
                <a:extLst>
                  <a:ext uri="{FF2B5EF4-FFF2-40B4-BE49-F238E27FC236}">
                    <a16:creationId xmlns:a16="http://schemas.microsoft.com/office/drawing/2014/main" id="{645B4103-8EE6-8240-B3D3-D970765524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11625" y="5507038"/>
                <a:ext cx="1243013" cy="1008063"/>
              </a:xfrm>
              <a:custGeom>
                <a:avLst/>
                <a:gdLst>
                  <a:gd name="T0" fmla="*/ 224 w 783"/>
                  <a:gd name="T1" fmla="*/ 635 h 635"/>
                  <a:gd name="T2" fmla="*/ 224 w 783"/>
                  <a:gd name="T3" fmla="*/ 0 h 635"/>
                  <a:gd name="T4" fmla="*/ 0 w 783"/>
                  <a:gd name="T5" fmla="*/ 0 h 635"/>
                  <a:gd name="T6" fmla="*/ 0 w 783"/>
                  <a:gd name="T7" fmla="*/ 635 h 635"/>
                  <a:gd name="T8" fmla="*/ 224 w 783"/>
                  <a:gd name="T9" fmla="*/ 635 h 635"/>
                  <a:gd name="T10" fmla="*/ 503 w 783"/>
                  <a:gd name="T11" fmla="*/ 635 h 635"/>
                  <a:gd name="T12" fmla="*/ 503 w 783"/>
                  <a:gd name="T13" fmla="*/ 123 h 635"/>
                  <a:gd name="T14" fmla="*/ 280 w 783"/>
                  <a:gd name="T15" fmla="*/ 123 h 635"/>
                  <a:gd name="T16" fmla="*/ 280 w 783"/>
                  <a:gd name="T17" fmla="*/ 635 h 635"/>
                  <a:gd name="T18" fmla="*/ 503 w 783"/>
                  <a:gd name="T19" fmla="*/ 635 h 635"/>
                  <a:gd name="T20" fmla="*/ 783 w 783"/>
                  <a:gd name="T21" fmla="*/ 635 h 635"/>
                  <a:gd name="T22" fmla="*/ 783 w 783"/>
                  <a:gd name="T23" fmla="*/ 86 h 635"/>
                  <a:gd name="T24" fmla="*/ 559 w 783"/>
                  <a:gd name="T25" fmla="*/ 86 h 635"/>
                  <a:gd name="T26" fmla="*/ 559 w 783"/>
                  <a:gd name="T27" fmla="*/ 635 h 635"/>
                  <a:gd name="T28" fmla="*/ 783 w 783"/>
                  <a:gd name="T29" fmla="*/ 635 h 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3" h="635">
                    <a:moveTo>
                      <a:pt x="224" y="635"/>
                    </a:moveTo>
                    <a:lnTo>
                      <a:pt x="224" y="0"/>
                    </a:lnTo>
                    <a:lnTo>
                      <a:pt x="0" y="0"/>
                    </a:lnTo>
                    <a:lnTo>
                      <a:pt x="0" y="635"/>
                    </a:lnTo>
                    <a:lnTo>
                      <a:pt x="224" y="635"/>
                    </a:lnTo>
                    <a:close/>
                    <a:moveTo>
                      <a:pt x="503" y="635"/>
                    </a:moveTo>
                    <a:lnTo>
                      <a:pt x="503" y="123"/>
                    </a:lnTo>
                    <a:lnTo>
                      <a:pt x="280" y="123"/>
                    </a:lnTo>
                    <a:lnTo>
                      <a:pt x="280" y="635"/>
                    </a:lnTo>
                    <a:lnTo>
                      <a:pt x="503" y="635"/>
                    </a:lnTo>
                    <a:close/>
                    <a:moveTo>
                      <a:pt x="783" y="635"/>
                    </a:moveTo>
                    <a:lnTo>
                      <a:pt x="783" y="86"/>
                    </a:lnTo>
                    <a:lnTo>
                      <a:pt x="559" y="86"/>
                    </a:lnTo>
                    <a:lnTo>
                      <a:pt x="559" y="635"/>
                    </a:lnTo>
                    <a:lnTo>
                      <a:pt x="783" y="635"/>
                    </a:lnTo>
                    <a:close/>
                  </a:path>
                </a:pathLst>
              </a:custGeom>
              <a:solidFill>
                <a:srgbClr val="0072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6" name="Rectangle 245">
                <a:extLst>
                  <a:ext uri="{FF2B5EF4-FFF2-40B4-BE49-F238E27FC236}">
                    <a16:creationId xmlns:a16="http://schemas.microsoft.com/office/drawing/2014/main" id="{5BFE55AD-7851-9A81-4C21-097CC38C6F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1625" y="5507038"/>
                <a:ext cx="355600" cy="1008063"/>
              </a:xfrm>
              <a:prstGeom prst="rect">
                <a:avLst/>
              </a:prstGeom>
              <a:noFill/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7" name="Rectangle 246">
                <a:extLst>
                  <a:ext uri="{FF2B5EF4-FFF2-40B4-BE49-F238E27FC236}">
                    <a16:creationId xmlns:a16="http://schemas.microsoft.com/office/drawing/2014/main" id="{AF499D59-CE49-2941-A659-2DC5AA5E0E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6125" y="5702300"/>
                <a:ext cx="354013" cy="812800"/>
              </a:xfrm>
              <a:prstGeom prst="rect">
                <a:avLst/>
              </a:prstGeom>
              <a:solidFill>
                <a:srgbClr val="D9541A"/>
              </a:solidFill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8" name="Rectangle 247">
                <a:extLst>
                  <a:ext uri="{FF2B5EF4-FFF2-40B4-BE49-F238E27FC236}">
                    <a16:creationId xmlns:a16="http://schemas.microsoft.com/office/drawing/2014/main" id="{71BB541C-8EED-327D-D1DF-353E8AE07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9038" y="5643563"/>
                <a:ext cx="355600" cy="871538"/>
              </a:xfrm>
              <a:prstGeom prst="rect">
                <a:avLst/>
              </a:prstGeom>
              <a:solidFill>
                <a:srgbClr val="EDB021"/>
              </a:solidFill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9" name="Rectangle 248">
                <a:extLst>
                  <a:ext uri="{FF2B5EF4-FFF2-40B4-BE49-F238E27FC236}">
                    <a16:creationId xmlns:a16="http://schemas.microsoft.com/office/drawing/2014/main" id="{8CF19684-CB2F-9A74-42E3-C0270A34C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016500"/>
                <a:ext cx="1952625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0" name="Rectangle 249">
                <a:extLst>
                  <a:ext uri="{FF2B5EF4-FFF2-40B4-BE49-F238E27FC236}">
                    <a16:creationId xmlns:a16="http://schemas.microsoft.com/office/drawing/2014/main" id="{AAE8AD2A-AAEE-7E62-C6E2-532661C3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0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1" name="Rectangle 250">
                <a:extLst>
                  <a:ext uri="{FF2B5EF4-FFF2-40B4-BE49-F238E27FC236}">
                    <a16:creationId xmlns:a16="http://schemas.microsoft.com/office/drawing/2014/main" id="{0B5DF7CF-F4F4-0994-CBAA-9D2DB3DFE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6413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2" name="Rectangle 251">
                <a:extLst>
                  <a:ext uri="{FF2B5EF4-FFF2-40B4-BE49-F238E27FC236}">
                    <a16:creationId xmlns:a16="http://schemas.microsoft.com/office/drawing/2014/main" id="{66CE92D7-7885-6E40-9DF7-26FEF1BB8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0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3" name="Rectangle 252">
                <a:extLst>
                  <a:ext uri="{FF2B5EF4-FFF2-40B4-BE49-F238E27FC236}">
                    <a16:creationId xmlns:a16="http://schemas.microsoft.com/office/drawing/2014/main" id="{6167A7A6-0EC9-39E7-CCA1-1D1EB2523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96150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4" name="Rectangle 253">
                <a:extLst>
                  <a:ext uri="{FF2B5EF4-FFF2-40B4-BE49-F238E27FC236}">
                    <a16:creationId xmlns:a16="http://schemas.microsoft.com/office/drawing/2014/main" id="{0AED0AB1-8466-91BC-E030-05B184851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99325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5" name="Rectangle 254">
                <a:extLst>
                  <a:ext uri="{FF2B5EF4-FFF2-40B4-BE49-F238E27FC236}">
                    <a16:creationId xmlns:a16="http://schemas.microsoft.com/office/drawing/2014/main" id="{B0502EA2-B1B6-33CF-DF3B-40C45FDDD7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96150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6" name="Rectangle 255">
                <a:extLst>
                  <a:ext uri="{FF2B5EF4-FFF2-40B4-BE49-F238E27FC236}">
                    <a16:creationId xmlns:a16="http://schemas.microsoft.com/office/drawing/2014/main" id="{B48C6676-BEE1-C4ED-C399-29FC580B81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2238" y="5016500"/>
                <a:ext cx="11113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7" name="Rectangle 256">
                <a:extLst>
                  <a:ext uri="{FF2B5EF4-FFF2-40B4-BE49-F238E27FC236}">
                    <a16:creationId xmlns:a16="http://schemas.microsoft.com/office/drawing/2014/main" id="{4FA5BF44-D080-9B88-730E-2DE2CDD29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3825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8" name="Rectangle 257">
                <a:extLst>
                  <a:ext uri="{FF2B5EF4-FFF2-40B4-BE49-F238E27FC236}">
                    <a16:creationId xmlns:a16="http://schemas.microsoft.com/office/drawing/2014/main" id="{4DD57498-4D7F-9FA6-5140-75A4F9307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2238" y="5016500"/>
                <a:ext cx="11113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9" name="Rectangle 258">
                <a:extLst>
                  <a:ext uri="{FF2B5EF4-FFF2-40B4-BE49-F238E27FC236}">
                    <a16:creationId xmlns:a16="http://schemas.microsoft.com/office/drawing/2014/main" id="{531AB323-3195-2A13-D8E2-F26E7263D8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65087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0" name="Rectangle 259">
                <a:extLst>
                  <a:ext uri="{FF2B5EF4-FFF2-40B4-BE49-F238E27FC236}">
                    <a16:creationId xmlns:a16="http://schemas.microsoft.com/office/drawing/2014/main" id="{84D9D0DF-9304-93C5-F6DB-AAC6C8E433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6511925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1" name="Rectangle 260">
                <a:extLst>
                  <a:ext uri="{FF2B5EF4-FFF2-40B4-BE49-F238E27FC236}">
                    <a16:creationId xmlns:a16="http://schemas.microsoft.com/office/drawing/2014/main" id="{B964D61F-B63E-8621-7AD7-978EB9633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65087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2" name="Rectangle 261">
                <a:extLst>
                  <a:ext uri="{FF2B5EF4-FFF2-40B4-BE49-F238E27FC236}">
                    <a16:creationId xmlns:a16="http://schemas.microsoft.com/office/drawing/2014/main" id="{DBC4C0EE-7923-FFB5-6EE2-8BDC8669C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61626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3" name="Rectangle 262">
                <a:extLst>
                  <a:ext uri="{FF2B5EF4-FFF2-40B4-BE49-F238E27FC236}">
                    <a16:creationId xmlns:a16="http://schemas.microsoft.com/office/drawing/2014/main" id="{3D84F672-15BD-27FC-EDF1-AD634D56AD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6164263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4" name="Rectangle 263">
                <a:extLst>
                  <a:ext uri="{FF2B5EF4-FFF2-40B4-BE49-F238E27FC236}">
                    <a16:creationId xmlns:a16="http://schemas.microsoft.com/office/drawing/2014/main" id="{F5EA6CA5-5DC3-CDF8-3C22-5D4F330A0A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61626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5" name="Rectangle 264">
                <a:extLst>
                  <a:ext uri="{FF2B5EF4-FFF2-40B4-BE49-F238E27FC236}">
                    <a16:creationId xmlns:a16="http://schemas.microsoft.com/office/drawing/2014/main" id="{F690AA2F-4324-B36A-FBEE-C25053F08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815013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6" name="Rectangle 265">
                <a:extLst>
                  <a:ext uri="{FF2B5EF4-FFF2-40B4-BE49-F238E27FC236}">
                    <a16:creationId xmlns:a16="http://schemas.microsoft.com/office/drawing/2014/main" id="{F6AD3EFA-4701-5C19-3CDF-DEDA53BC3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815013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7" name="Rectangle 266">
                <a:extLst>
                  <a:ext uri="{FF2B5EF4-FFF2-40B4-BE49-F238E27FC236}">
                    <a16:creationId xmlns:a16="http://schemas.microsoft.com/office/drawing/2014/main" id="{94C8A87D-034F-C03C-3029-F8AD3F43A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815013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8" name="Rectangle 267">
                <a:extLst>
                  <a:ext uri="{FF2B5EF4-FFF2-40B4-BE49-F238E27FC236}">
                    <a16:creationId xmlns:a16="http://schemas.microsoft.com/office/drawing/2014/main" id="{54868AB9-BC9B-F754-1A3D-E3CBEFF59A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462588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9" name="Rectangle 268">
                <a:extLst>
                  <a:ext uri="{FF2B5EF4-FFF2-40B4-BE49-F238E27FC236}">
                    <a16:creationId xmlns:a16="http://schemas.microsoft.com/office/drawing/2014/main" id="{90DC2171-40EB-F9EE-69F9-7BBF5D1C0B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465763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90" name="Rectangle 269">
                <a:extLst>
                  <a:ext uri="{FF2B5EF4-FFF2-40B4-BE49-F238E27FC236}">
                    <a16:creationId xmlns:a16="http://schemas.microsoft.com/office/drawing/2014/main" id="{F0880331-858D-673F-021F-15BF34A0C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462588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91" name="Rectangle 270">
                <a:extLst>
                  <a:ext uri="{FF2B5EF4-FFF2-40B4-BE49-F238E27FC236}">
                    <a16:creationId xmlns:a16="http://schemas.microsoft.com/office/drawing/2014/main" id="{7ED68A24-4F6D-9BE8-CCAA-3730E757E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11492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92" name="Rectangle 271">
                <a:extLst>
                  <a:ext uri="{FF2B5EF4-FFF2-40B4-BE49-F238E27FC236}">
                    <a16:creationId xmlns:a16="http://schemas.microsoft.com/office/drawing/2014/main" id="{22B1EB57-4C92-C138-0687-5F4BA7BAA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118100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93" name="Rectangle 272">
                <a:extLst>
                  <a:ext uri="{FF2B5EF4-FFF2-40B4-BE49-F238E27FC236}">
                    <a16:creationId xmlns:a16="http://schemas.microsoft.com/office/drawing/2014/main" id="{58861E24-8ACB-FB09-72BF-90BB83490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11492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94" name="Line 273">
                <a:extLst>
                  <a:ext uri="{FF2B5EF4-FFF2-40B4-BE49-F238E27FC236}">
                    <a16:creationId xmlns:a16="http://schemas.microsoft.com/office/drawing/2014/main" id="{CA3D058F-00C9-4887-8CA1-BE3F2326A5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6515100"/>
                <a:ext cx="1952625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01" name="Line 280">
                <a:extLst>
                  <a:ext uri="{FF2B5EF4-FFF2-40B4-BE49-F238E27FC236}">
                    <a16:creationId xmlns:a16="http://schemas.microsoft.com/office/drawing/2014/main" id="{038E6B99-7EDC-8994-B74F-F9CAFB492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26188" y="5016500"/>
                <a:ext cx="0" cy="149860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02" name="Line 281">
                <a:extLst>
                  <a:ext uri="{FF2B5EF4-FFF2-40B4-BE49-F238E27FC236}">
                    <a16:creationId xmlns:a16="http://schemas.microsoft.com/office/drawing/2014/main" id="{214F2DDA-A688-48D2-0621-849405F772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6515100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03" name="Line 282">
                <a:extLst>
                  <a:ext uri="{FF2B5EF4-FFF2-40B4-BE49-F238E27FC236}">
                    <a16:creationId xmlns:a16="http://schemas.microsoft.com/office/drawing/2014/main" id="{628AA009-C56C-C4AE-D90E-BE5E888D2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6167438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04" name="Line 283">
                <a:extLst>
                  <a:ext uri="{FF2B5EF4-FFF2-40B4-BE49-F238E27FC236}">
                    <a16:creationId xmlns:a16="http://schemas.microsoft.com/office/drawing/2014/main" id="{3AE8081F-9614-2762-1EDB-77C5E56A4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5818188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05" name="Line 284">
                <a:extLst>
                  <a:ext uri="{FF2B5EF4-FFF2-40B4-BE49-F238E27FC236}">
                    <a16:creationId xmlns:a16="http://schemas.microsoft.com/office/drawing/2014/main" id="{28C2B007-5DFC-E22A-4076-AAAE855FB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5468938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06" name="Line 285">
                <a:extLst>
                  <a:ext uri="{FF2B5EF4-FFF2-40B4-BE49-F238E27FC236}">
                    <a16:creationId xmlns:a16="http://schemas.microsoft.com/office/drawing/2014/main" id="{60673201-4E97-4560-D28A-42807DF781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5121275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07" name="Rectangle 286">
                <a:extLst>
                  <a:ext uri="{FF2B5EF4-FFF2-40B4-BE49-F238E27FC236}">
                    <a16:creationId xmlns:a16="http://schemas.microsoft.com/office/drawing/2014/main" id="{E32FD59A-6CAF-5914-3779-70A8F24F7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4113" y="6470650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8" name="Rectangle 287">
                <a:extLst>
                  <a:ext uri="{FF2B5EF4-FFF2-40B4-BE49-F238E27FC236}">
                    <a16:creationId xmlns:a16="http://schemas.microsoft.com/office/drawing/2014/main" id="{DF47AB42-91D9-7E14-4B9E-0259EDEA9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8550" y="6124575"/>
                <a:ext cx="147638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9" name="Rectangle 288">
                <a:extLst>
                  <a:ext uri="{FF2B5EF4-FFF2-40B4-BE49-F238E27FC236}">
                    <a16:creationId xmlns:a16="http://schemas.microsoft.com/office/drawing/2014/main" id="{26C80D90-7397-4C1C-2FEF-A56FBF5A9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8550" y="5772150"/>
                <a:ext cx="147638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20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0" name="Rectangle 289">
                <a:extLst>
                  <a:ext uri="{FF2B5EF4-FFF2-40B4-BE49-F238E27FC236}">
                    <a16:creationId xmlns:a16="http://schemas.microsoft.com/office/drawing/2014/main" id="{7E3B7205-499A-4C6A-E85D-DF4E7B6CA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8550" y="5424488"/>
                <a:ext cx="147638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30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1" name="Rectangle 290">
                <a:extLst>
                  <a:ext uri="{FF2B5EF4-FFF2-40B4-BE49-F238E27FC236}">
                    <a16:creationId xmlns:a16="http://schemas.microsoft.com/office/drawing/2014/main" id="{C8ADF4A8-BB65-C5D1-369F-C8CBD6FB3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8550" y="5076825"/>
                <a:ext cx="147638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40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2" name="Line 291">
                <a:extLst>
                  <a:ext uri="{FF2B5EF4-FFF2-40B4-BE49-F238E27FC236}">
                    <a16:creationId xmlns:a16="http://schemas.microsoft.com/office/drawing/2014/main" id="{020466F7-1435-9ABD-5B09-5CC3ED14B4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6515100"/>
                <a:ext cx="1952625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13" name="Freeform 292">
                <a:extLst>
                  <a:ext uri="{FF2B5EF4-FFF2-40B4-BE49-F238E27FC236}">
                    <a16:creationId xmlns:a16="http://schemas.microsoft.com/office/drawing/2014/main" id="{CFAD795F-0253-C7E6-5C9A-C9C33C9FA5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1788" y="5229225"/>
                <a:ext cx="1243013" cy="1285875"/>
              </a:xfrm>
              <a:custGeom>
                <a:avLst/>
                <a:gdLst>
                  <a:gd name="T0" fmla="*/ 224 w 783"/>
                  <a:gd name="T1" fmla="*/ 810 h 810"/>
                  <a:gd name="T2" fmla="*/ 224 w 783"/>
                  <a:gd name="T3" fmla="*/ 10 h 810"/>
                  <a:gd name="T4" fmla="*/ 0 w 783"/>
                  <a:gd name="T5" fmla="*/ 10 h 810"/>
                  <a:gd name="T6" fmla="*/ 0 w 783"/>
                  <a:gd name="T7" fmla="*/ 810 h 810"/>
                  <a:gd name="T8" fmla="*/ 224 w 783"/>
                  <a:gd name="T9" fmla="*/ 810 h 810"/>
                  <a:gd name="T10" fmla="*/ 503 w 783"/>
                  <a:gd name="T11" fmla="*/ 810 h 810"/>
                  <a:gd name="T12" fmla="*/ 503 w 783"/>
                  <a:gd name="T13" fmla="*/ 0 h 810"/>
                  <a:gd name="T14" fmla="*/ 280 w 783"/>
                  <a:gd name="T15" fmla="*/ 0 h 810"/>
                  <a:gd name="T16" fmla="*/ 280 w 783"/>
                  <a:gd name="T17" fmla="*/ 810 h 810"/>
                  <a:gd name="T18" fmla="*/ 503 w 783"/>
                  <a:gd name="T19" fmla="*/ 810 h 810"/>
                  <a:gd name="T20" fmla="*/ 783 w 783"/>
                  <a:gd name="T21" fmla="*/ 810 h 810"/>
                  <a:gd name="T22" fmla="*/ 783 w 783"/>
                  <a:gd name="T23" fmla="*/ 10 h 810"/>
                  <a:gd name="T24" fmla="*/ 559 w 783"/>
                  <a:gd name="T25" fmla="*/ 10 h 810"/>
                  <a:gd name="T26" fmla="*/ 559 w 783"/>
                  <a:gd name="T27" fmla="*/ 810 h 810"/>
                  <a:gd name="T28" fmla="*/ 783 w 783"/>
                  <a:gd name="T29" fmla="*/ 810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3" h="810">
                    <a:moveTo>
                      <a:pt x="224" y="810"/>
                    </a:moveTo>
                    <a:lnTo>
                      <a:pt x="224" y="10"/>
                    </a:lnTo>
                    <a:lnTo>
                      <a:pt x="0" y="10"/>
                    </a:lnTo>
                    <a:lnTo>
                      <a:pt x="0" y="810"/>
                    </a:lnTo>
                    <a:lnTo>
                      <a:pt x="224" y="810"/>
                    </a:lnTo>
                    <a:close/>
                    <a:moveTo>
                      <a:pt x="503" y="810"/>
                    </a:moveTo>
                    <a:lnTo>
                      <a:pt x="503" y="0"/>
                    </a:lnTo>
                    <a:lnTo>
                      <a:pt x="280" y="0"/>
                    </a:lnTo>
                    <a:lnTo>
                      <a:pt x="280" y="810"/>
                    </a:lnTo>
                    <a:lnTo>
                      <a:pt x="503" y="810"/>
                    </a:lnTo>
                    <a:close/>
                    <a:moveTo>
                      <a:pt x="783" y="810"/>
                    </a:moveTo>
                    <a:lnTo>
                      <a:pt x="783" y="10"/>
                    </a:lnTo>
                    <a:lnTo>
                      <a:pt x="559" y="10"/>
                    </a:lnTo>
                    <a:lnTo>
                      <a:pt x="559" y="810"/>
                    </a:lnTo>
                    <a:lnTo>
                      <a:pt x="783" y="810"/>
                    </a:lnTo>
                    <a:close/>
                  </a:path>
                </a:pathLst>
              </a:custGeom>
              <a:solidFill>
                <a:srgbClr val="0072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14" name="Rectangle 293">
                <a:extLst>
                  <a:ext uri="{FF2B5EF4-FFF2-40B4-BE49-F238E27FC236}">
                    <a16:creationId xmlns:a16="http://schemas.microsoft.com/office/drawing/2014/main" id="{DA93273C-4BE9-02A4-75B4-FF2396BE9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1788" y="5245100"/>
                <a:ext cx="355600" cy="1270000"/>
              </a:xfrm>
              <a:prstGeom prst="rect">
                <a:avLst/>
              </a:prstGeom>
              <a:noFill/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15" name="Rectangle 294">
                <a:extLst>
                  <a:ext uri="{FF2B5EF4-FFF2-40B4-BE49-F238E27FC236}">
                    <a16:creationId xmlns:a16="http://schemas.microsoft.com/office/drawing/2014/main" id="{C6AA6C18-8128-356B-E4B7-3E84CEA32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6288" y="5229225"/>
                <a:ext cx="354013" cy="1285875"/>
              </a:xfrm>
              <a:prstGeom prst="rect">
                <a:avLst/>
              </a:prstGeom>
              <a:solidFill>
                <a:srgbClr val="D9541A"/>
              </a:solidFill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16" name="Rectangle 295">
                <a:extLst>
                  <a:ext uri="{FF2B5EF4-FFF2-40B4-BE49-F238E27FC236}">
                    <a16:creationId xmlns:a16="http://schemas.microsoft.com/office/drawing/2014/main" id="{55F2975E-C180-4704-6BCF-1A3302EEA4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69200" y="5245100"/>
                <a:ext cx="355600" cy="1270000"/>
              </a:xfrm>
              <a:prstGeom prst="rect">
                <a:avLst/>
              </a:prstGeom>
              <a:solidFill>
                <a:srgbClr val="EDB021"/>
              </a:solidFill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17" name="Rectangle 37">
                <a:extLst>
                  <a:ext uri="{FF2B5EF4-FFF2-40B4-BE49-F238E27FC236}">
                    <a16:creationId xmlns:a16="http://schemas.microsoft.com/office/drawing/2014/main" id="{4E14E4F9-9B94-D0D2-759B-E9CE925B2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7813" y="6519862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8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140:4:0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8" name="Rectangle 38">
                <a:extLst>
                  <a:ext uri="{FF2B5EF4-FFF2-40B4-BE49-F238E27FC236}">
                    <a16:creationId xmlns:a16="http://schemas.microsoft.com/office/drawing/2014/main" id="{7FE72815-B388-A07A-F50A-3E81A6CEA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2313" y="6519862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solidFill>
                      <a:srgbClr val="262626"/>
                    </a:solidFill>
                  </a:rPr>
                  <a:t>140:4:1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9" name="Rectangle 39">
                <a:extLst>
                  <a:ext uri="{FF2B5EF4-FFF2-40B4-BE49-F238E27FC236}">
                    <a16:creationId xmlns:a16="http://schemas.microsoft.com/office/drawing/2014/main" id="{1A115960-0C19-867A-9FBF-7257442BF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400" y="6519862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solidFill>
                      <a:srgbClr val="262626"/>
                    </a:solidFill>
                  </a:rPr>
                  <a:t>140:4:2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0" name="Rectangle 37">
                <a:extLst>
                  <a:ext uri="{FF2B5EF4-FFF2-40B4-BE49-F238E27FC236}">
                    <a16:creationId xmlns:a16="http://schemas.microsoft.com/office/drawing/2014/main" id="{BF3C651D-767F-C7A7-6D7D-BB1B603D44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9184" y="6521014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8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140:4:0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1" name="Rectangle 38">
                <a:extLst>
                  <a:ext uri="{FF2B5EF4-FFF2-40B4-BE49-F238E27FC236}">
                    <a16:creationId xmlns:a16="http://schemas.microsoft.com/office/drawing/2014/main" id="{28C8E4A3-A302-F565-283B-230EA125B4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3684" y="6521014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solidFill>
                      <a:srgbClr val="262626"/>
                    </a:solidFill>
                  </a:rPr>
                  <a:t>140:4:1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2" name="Rectangle 39">
                <a:extLst>
                  <a:ext uri="{FF2B5EF4-FFF2-40B4-BE49-F238E27FC236}">
                    <a16:creationId xmlns:a16="http://schemas.microsoft.com/office/drawing/2014/main" id="{16966B29-76A6-0C02-4B6A-DC6AF689D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9771" y="6521014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solidFill>
                      <a:srgbClr val="262626"/>
                    </a:solidFill>
                  </a:rPr>
                  <a:t>140:4:2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3" name="Rectangle 37">
                <a:extLst>
                  <a:ext uri="{FF2B5EF4-FFF2-40B4-BE49-F238E27FC236}">
                    <a16:creationId xmlns:a16="http://schemas.microsoft.com/office/drawing/2014/main" id="{916989F8-C357-1A2E-1DAE-2E221B920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5988" y="6521014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8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140:4:0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4" name="Rectangle 38">
                <a:extLst>
                  <a:ext uri="{FF2B5EF4-FFF2-40B4-BE49-F238E27FC236}">
                    <a16:creationId xmlns:a16="http://schemas.microsoft.com/office/drawing/2014/main" id="{6CF8898F-8414-AF7F-B7FC-B59CC2DD25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40488" y="6521014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solidFill>
                      <a:srgbClr val="262626"/>
                    </a:solidFill>
                  </a:rPr>
                  <a:t>140:4:1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5" name="Rectangle 39">
                <a:extLst>
                  <a:ext uri="{FF2B5EF4-FFF2-40B4-BE49-F238E27FC236}">
                    <a16:creationId xmlns:a16="http://schemas.microsoft.com/office/drawing/2014/main" id="{10A777E3-D4B5-07AF-85A1-125F9910F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86575" y="6521014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solidFill>
                      <a:srgbClr val="262626"/>
                    </a:solidFill>
                  </a:rPr>
                  <a:t>140:4:2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A4BBC039-5B32-AFA8-DEFA-4D5F5BDD5E3E}"/>
                  </a:ext>
                </a:extLst>
              </p:cNvPr>
              <p:cNvSpPr txBox="1"/>
              <p:nvPr/>
            </p:nvSpPr>
            <p:spPr>
              <a:xfrm rot="16200000">
                <a:off x="103540" y="5725639"/>
                <a:ext cx="1561036" cy="3005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i="1" dirty="0"/>
                  <a:t>평균 재방문주기</a:t>
                </a:r>
                <a:r>
                  <a:rPr lang="en-US" altLang="ko-KR" sz="1200" b="1" i="1" dirty="0"/>
                  <a:t> (min)</a:t>
                </a:r>
                <a:endParaRPr lang="ko-KR" altLang="en-US" sz="1200" b="1" i="1" dirty="0"/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503C4FA8-A87B-970B-9841-4FFCA7D333CB}"/>
                  </a:ext>
                </a:extLst>
              </p:cNvPr>
              <p:cNvSpPr txBox="1"/>
              <p:nvPr/>
            </p:nvSpPr>
            <p:spPr>
              <a:xfrm rot="16200000">
                <a:off x="2598388" y="5639315"/>
                <a:ext cx="17572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i="1" dirty="0"/>
                  <a:t>최대 재방문주기</a:t>
                </a:r>
                <a:r>
                  <a:rPr lang="en-US" altLang="ko-KR" sz="1200" b="1" i="1" dirty="0"/>
                  <a:t> (min)</a:t>
                </a:r>
                <a:endParaRPr lang="ko-KR" altLang="en-US" sz="1200" b="1" i="1" dirty="0"/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E9C91CF0-4EE8-8192-B3C8-B70359C34EF2}"/>
                  </a:ext>
                </a:extLst>
              </p:cNvPr>
              <p:cNvSpPr txBox="1"/>
              <p:nvPr/>
            </p:nvSpPr>
            <p:spPr>
              <a:xfrm rot="16200000">
                <a:off x="5223021" y="5627895"/>
                <a:ext cx="16337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i="1" dirty="0"/>
                  <a:t>재방문주기 총합 </a:t>
                </a:r>
                <a:r>
                  <a:rPr lang="en-US" altLang="ko-KR" sz="1200" b="1" i="1" dirty="0"/>
                  <a:t>(</a:t>
                </a:r>
                <a:r>
                  <a:rPr lang="en-US" altLang="ko-KR" sz="1200" b="1" i="1" dirty="0" err="1"/>
                  <a:t>hr</a:t>
                </a:r>
                <a:r>
                  <a:rPr lang="en-US" altLang="ko-KR" sz="1200" b="1" i="1" dirty="0"/>
                  <a:t>)</a:t>
                </a:r>
                <a:endParaRPr lang="ko-KR" altLang="en-US" sz="1200" b="1" i="1" dirty="0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134F54A-F562-91D8-53BF-8963A2921999}"/>
                </a:ext>
              </a:extLst>
            </p:cNvPr>
            <p:cNvSpPr txBox="1"/>
            <p:nvPr/>
          </p:nvSpPr>
          <p:spPr>
            <a:xfrm>
              <a:off x="1900847" y="6639552"/>
              <a:ext cx="48763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DEACBF-9E74-C96B-920F-16B1F88E9AFD}"/>
                </a:ext>
              </a:extLst>
            </p:cNvPr>
            <p:cNvSpPr txBox="1"/>
            <p:nvPr/>
          </p:nvSpPr>
          <p:spPr>
            <a:xfrm>
              <a:off x="4498442" y="6645379"/>
              <a:ext cx="48763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267890-67B1-2BEA-5577-F6B804D2A1A1}"/>
                </a:ext>
              </a:extLst>
            </p:cNvPr>
            <p:cNvSpPr txBox="1"/>
            <p:nvPr/>
          </p:nvSpPr>
          <p:spPr>
            <a:xfrm>
              <a:off x="7049022" y="6645379"/>
              <a:ext cx="48763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5CEDC2-3DAF-209D-5DAA-4AA1E5E74507}"/>
                </a:ext>
              </a:extLst>
            </p:cNvPr>
            <p:cNvSpPr txBox="1"/>
            <p:nvPr/>
          </p:nvSpPr>
          <p:spPr>
            <a:xfrm>
              <a:off x="1479728" y="5405336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1.44</a:t>
              </a:r>
              <a:endParaRPr lang="ko-KR" altLang="en-US" sz="1050" b="1" i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33CCDD-8204-BCD6-ACE1-FC86A0BB6FED}"/>
                </a:ext>
              </a:extLst>
            </p:cNvPr>
            <p:cNvSpPr txBox="1"/>
            <p:nvPr/>
          </p:nvSpPr>
          <p:spPr>
            <a:xfrm>
              <a:off x="1929170" y="5391569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1.45</a:t>
              </a:r>
              <a:endParaRPr lang="ko-KR" altLang="en-US" sz="1050" b="1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B2F072-2DC5-D874-7F96-1E5183B176ED}"/>
                </a:ext>
              </a:extLst>
            </p:cNvPr>
            <p:cNvSpPr txBox="1"/>
            <p:nvPr/>
          </p:nvSpPr>
          <p:spPr>
            <a:xfrm>
              <a:off x="2370644" y="5444373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1.39</a:t>
              </a:r>
              <a:endParaRPr lang="ko-KR" altLang="en-US" sz="1050" b="1" i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0EB2F1-665C-E20A-5667-E0D5E110679C}"/>
                </a:ext>
              </a:extLst>
            </p:cNvPr>
            <p:cNvSpPr txBox="1"/>
            <p:nvPr/>
          </p:nvSpPr>
          <p:spPr>
            <a:xfrm>
              <a:off x="4054673" y="5521504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5.79</a:t>
              </a:r>
              <a:endParaRPr lang="ko-KR" altLang="en-US" sz="1050" b="1" i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5CAE2E8-1D52-1F48-B109-C5F4D4478A1E}"/>
                </a:ext>
              </a:extLst>
            </p:cNvPr>
            <p:cNvSpPr txBox="1"/>
            <p:nvPr/>
          </p:nvSpPr>
          <p:spPr>
            <a:xfrm>
              <a:off x="4488849" y="5703314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4.66</a:t>
              </a:r>
              <a:endParaRPr lang="ko-KR" altLang="en-US" sz="1050" b="1" i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1ADFD5-A656-F3C8-B3AB-159A8B974A4A}"/>
                </a:ext>
              </a:extLst>
            </p:cNvPr>
            <p:cNvSpPr txBox="1"/>
            <p:nvPr/>
          </p:nvSpPr>
          <p:spPr>
            <a:xfrm>
              <a:off x="4953910" y="5644347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5.00</a:t>
              </a:r>
              <a:endParaRPr lang="ko-KR" altLang="en-US" sz="1050" b="1" i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1B13DD-163F-DD43-C33A-EA9887A56C27}"/>
                </a:ext>
              </a:extLst>
            </p:cNvPr>
            <p:cNvSpPr txBox="1"/>
            <p:nvPr/>
          </p:nvSpPr>
          <p:spPr>
            <a:xfrm>
              <a:off x="6639826" y="5291404"/>
              <a:ext cx="4491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i="1" dirty="0"/>
                <a:t>36.44</a:t>
              </a:r>
              <a:endParaRPr lang="ko-KR" altLang="en-US" sz="800" b="1" i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3BFCFAF-145D-2722-97FE-C9D71D0C7BE0}"/>
                </a:ext>
              </a:extLst>
            </p:cNvPr>
            <p:cNvSpPr txBox="1"/>
            <p:nvPr/>
          </p:nvSpPr>
          <p:spPr>
            <a:xfrm>
              <a:off x="7083548" y="5268544"/>
              <a:ext cx="4491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i="1" dirty="0"/>
                <a:t>36.89</a:t>
              </a:r>
              <a:endParaRPr lang="ko-KR" altLang="en-US" sz="800" b="1" i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6F83D71-1AA2-286C-408D-5D2DA800AAA8}"/>
                </a:ext>
              </a:extLst>
            </p:cNvPr>
            <p:cNvSpPr txBox="1"/>
            <p:nvPr/>
          </p:nvSpPr>
          <p:spPr>
            <a:xfrm>
              <a:off x="7514179" y="5299024"/>
              <a:ext cx="4491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i="1" dirty="0"/>
                <a:t>36.43</a:t>
              </a:r>
              <a:endParaRPr lang="ko-KR" altLang="en-US" sz="800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12022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재방문 주기 평균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최대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총합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</a:t>
                </a:r>
                <a:r>
                  <a:rPr lang="en-US" altLang="ko-KR" dirty="0">
                    <a:sym typeface="Wingdings" panose="05000000000000000000" pitchFamily="2" charset="2"/>
                  </a:rPr>
                  <a:t>-</a:t>
                </a:r>
                <a:r>
                  <a:rPr lang="ko-KR" altLang="en-US" dirty="0">
                    <a:sym typeface="Wingdings" panose="05000000000000000000" pitchFamily="2" charset="2"/>
                  </a:rPr>
                  <a:t>지상간 통신의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불연속성 존재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ko-KR" sz="1400" b="1" i="1" kern="100" smtClean="0">
                        <a:effectLst/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altLang="ko-KR" dirty="0"/>
                  <a:t> (</a:t>
                </a:r>
                <a:r>
                  <a:rPr lang="ko-KR" altLang="en-US" dirty="0"/>
                  <a:t>상대 위도인수 차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조정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위성간</a:t>
                </a:r>
                <a:r>
                  <a:rPr lang="ko-KR" altLang="en-US" dirty="0"/>
                  <a:t> 상대거리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최대 위성간 통신 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(2000 km)   </a:t>
                </a:r>
                <a:r>
                  <a:rPr lang="ko-KR" altLang="en-US" dirty="0"/>
                  <a:t>위성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위성간 통신 가능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설계 파라미터 설정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dirty="0"/>
                  <a:t> 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ko-KR" altLang="en-US" dirty="0"/>
                  <a:t>시뮬레이션 결과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[3/3]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21EBF5F1-BF30-C287-DEB7-BC1307A8D6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4660033"/>
                  </p:ext>
                </p:extLst>
              </p:nvPr>
            </p:nvGraphicFramePr>
            <p:xfrm>
              <a:off x="257075" y="2659227"/>
              <a:ext cx="8629843" cy="6096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총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위성 평면 수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평면 당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상대 위도인수 차</a:t>
                          </a:r>
                          <a:r>
                            <a:rPr lang="en-US" altLang="ko-KR" sz="14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0, 1, 2, 3, 4, 5, 6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21EBF5F1-BF30-C287-DEB7-BC1307A8D6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4660033"/>
                  </p:ext>
                </p:extLst>
              </p:nvPr>
            </p:nvGraphicFramePr>
            <p:xfrm>
              <a:off x="257075" y="2659227"/>
              <a:ext cx="8629843" cy="6096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252" t="-3922" r="-300971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7742" t="-3922" r="-200000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576" t="-3922" r="-100647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8576" t="-3922" r="-647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0, 1, 2, 3, 4, 5, 6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EEF068E4-C86A-FC47-50FC-1AF9E35135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7758018"/>
                  </p:ext>
                </p:extLst>
              </p:nvPr>
            </p:nvGraphicFramePr>
            <p:xfrm>
              <a:off x="246193" y="3660714"/>
              <a:ext cx="8629839" cy="1219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105121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242790581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400" dirty="0"/>
                            <a:t>상대 위도인수 차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1.70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1.79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1.92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7.45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8.50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7.40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2445.75 min (40.76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2489.30 min (41.49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2532.64 min (42.71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EEF068E4-C86A-FC47-50FC-1AF9E35135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7758018"/>
                  </p:ext>
                </p:extLst>
              </p:nvPr>
            </p:nvGraphicFramePr>
            <p:xfrm>
              <a:off x="246193" y="3660714"/>
              <a:ext cx="8629839" cy="1219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105121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2427905810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89" t="-2000" r="-310116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1.70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1.79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1.92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7.45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8.50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7.40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2445.75 min (40.76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2489.30 min (41.49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2532.64 min (42.71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13261E7B-7271-51E5-1FF7-92D3D597CB74}"/>
              </a:ext>
            </a:extLst>
          </p:cNvPr>
          <p:cNvGrpSpPr/>
          <p:nvPr/>
        </p:nvGrpSpPr>
        <p:grpSpPr>
          <a:xfrm>
            <a:off x="733792" y="4899025"/>
            <a:ext cx="7676415" cy="2000270"/>
            <a:chOff x="733792" y="4899025"/>
            <a:chExt cx="7676415" cy="2000270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C2B69350-142B-A0D1-55A4-EABCB7ED227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33792" y="4899025"/>
              <a:ext cx="7676415" cy="18335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C7D7D5E4-FC4B-4E65-2960-20A2610B58BB}"/>
                </a:ext>
              </a:extLst>
            </p:cNvPr>
            <p:cNvGrpSpPr/>
            <p:nvPr/>
          </p:nvGrpSpPr>
          <p:grpSpPr>
            <a:xfrm>
              <a:off x="733793" y="4899209"/>
              <a:ext cx="7551370" cy="1766688"/>
              <a:chOff x="733793" y="4880159"/>
              <a:chExt cx="7551370" cy="1766688"/>
            </a:xfrm>
          </p:grpSpPr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DE556D46-9E9B-42B8-D9FE-30105629B7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016500"/>
                <a:ext cx="1952625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" name="Rectangle 6">
                <a:extLst>
                  <a:ext uri="{FF2B5EF4-FFF2-40B4-BE49-F238E27FC236}">
                    <a16:creationId xmlns:a16="http://schemas.microsoft.com/office/drawing/2014/main" id="{B22590B2-BAD0-FD8B-5E07-31995DBCD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7675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" name="Rectangle 7">
                <a:extLst>
                  <a:ext uri="{FF2B5EF4-FFF2-40B4-BE49-F238E27FC236}">
                    <a16:creationId xmlns:a16="http://schemas.microsoft.com/office/drawing/2014/main" id="{B5F5FFDE-A612-B943-E95F-4C4A951869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2438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" name="Rectangle 8">
                <a:extLst>
                  <a:ext uri="{FF2B5EF4-FFF2-40B4-BE49-F238E27FC236}">
                    <a16:creationId xmlns:a16="http://schemas.microsoft.com/office/drawing/2014/main" id="{A72E42D2-D676-05F4-DEF6-859729B55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7675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7" name="Rectangle 9">
                <a:extLst>
                  <a:ext uri="{FF2B5EF4-FFF2-40B4-BE49-F238E27FC236}">
                    <a16:creationId xmlns:a16="http://schemas.microsoft.com/office/drawing/2014/main" id="{2AA30EA2-A710-DA64-3C02-257A9F53E2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2175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8" name="Rectangle 10">
                <a:extLst>
                  <a:ext uri="{FF2B5EF4-FFF2-40B4-BE49-F238E27FC236}">
                    <a16:creationId xmlns:a16="http://schemas.microsoft.com/office/drawing/2014/main" id="{BD8C7E6B-87A0-7A03-0BBA-6FBC56E708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5350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" name="Rectangle 11">
                <a:extLst>
                  <a:ext uri="{FF2B5EF4-FFF2-40B4-BE49-F238E27FC236}">
                    <a16:creationId xmlns:a16="http://schemas.microsoft.com/office/drawing/2014/main" id="{7A59E69F-F283-F399-4508-E247B3CB4D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2175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" name="Rectangle 12">
                <a:extLst>
                  <a:ext uri="{FF2B5EF4-FFF2-40B4-BE49-F238E27FC236}">
                    <a16:creationId xmlns:a16="http://schemas.microsoft.com/office/drawing/2014/main" id="{5506DCE8-1156-B7B5-01FE-1AD8970EA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6675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1" name="Rectangle 13">
                <a:extLst>
                  <a:ext uri="{FF2B5EF4-FFF2-40B4-BE49-F238E27FC236}">
                    <a16:creationId xmlns:a16="http://schemas.microsoft.com/office/drawing/2014/main" id="{EEBE1485-3BEF-7030-D29B-C494E1BB7D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9850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2" name="Rectangle 14">
                <a:extLst>
                  <a:ext uri="{FF2B5EF4-FFF2-40B4-BE49-F238E27FC236}">
                    <a16:creationId xmlns:a16="http://schemas.microsoft.com/office/drawing/2014/main" id="{EAD93727-3E5C-5CF8-7FD1-0B722B1BD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6675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" name="Rectangle 15">
                <a:extLst>
                  <a:ext uri="{FF2B5EF4-FFF2-40B4-BE49-F238E27FC236}">
                    <a16:creationId xmlns:a16="http://schemas.microsoft.com/office/drawing/2014/main" id="{29F07D96-F208-F704-2CDF-650E670182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65087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4" name="Rectangle 16">
                <a:extLst>
                  <a:ext uri="{FF2B5EF4-FFF2-40B4-BE49-F238E27FC236}">
                    <a16:creationId xmlns:a16="http://schemas.microsoft.com/office/drawing/2014/main" id="{F3EB5C6B-1D20-A374-A967-DDB5D0884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6511925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5" name="Rectangle 17">
                <a:extLst>
                  <a:ext uri="{FF2B5EF4-FFF2-40B4-BE49-F238E27FC236}">
                    <a16:creationId xmlns:a16="http://schemas.microsoft.com/office/drawing/2014/main" id="{F66562C4-FF98-D823-8D99-A0471A2AF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65087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6" name="Rectangle 18">
                <a:extLst>
                  <a:ext uri="{FF2B5EF4-FFF2-40B4-BE49-F238E27FC236}">
                    <a16:creationId xmlns:a16="http://schemas.microsoft.com/office/drawing/2014/main" id="{4DCE9C45-2A3F-4369-8F6D-2B4251479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61372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7" name="Rectangle 19">
                <a:extLst>
                  <a:ext uri="{FF2B5EF4-FFF2-40B4-BE49-F238E27FC236}">
                    <a16:creationId xmlns:a16="http://schemas.microsoft.com/office/drawing/2014/main" id="{92573B35-E4AD-A33C-F401-E502470576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6137275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8" name="Rectangle 20">
                <a:extLst>
                  <a:ext uri="{FF2B5EF4-FFF2-40B4-BE49-F238E27FC236}">
                    <a16:creationId xmlns:a16="http://schemas.microsoft.com/office/drawing/2014/main" id="{11073D27-32B4-DD4E-FC25-E28E0D38BD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61372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9" name="Rectangle 21">
                <a:extLst>
                  <a:ext uri="{FF2B5EF4-FFF2-40B4-BE49-F238E27FC236}">
                    <a16:creationId xmlns:a16="http://schemas.microsoft.com/office/drawing/2014/main" id="{5EF801D0-5180-CD37-40C4-6113F93611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7594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0" name="Rectangle 22">
                <a:extLst>
                  <a:ext uri="{FF2B5EF4-FFF2-40B4-BE49-F238E27FC236}">
                    <a16:creationId xmlns:a16="http://schemas.microsoft.com/office/drawing/2014/main" id="{C6DB0A3A-71C4-A5D5-BA64-0261EBE20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762625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1" name="Rectangle 23">
                <a:extLst>
                  <a:ext uri="{FF2B5EF4-FFF2-40B4-BE49-F238E27FC236}">
                    <a16:creationId xmlns:a16="http://schemas.microsoft.com/office/drawing/2014/main" id="{517EE8E4-9164-588C-FF2B-D80A49CEA5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7594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2" name="Rectangle 24">
                <a:extLst>
                  <a:ext uri="{FF2B5EF4-FFF2-40B4-BE49-F238E27FC236}">
                    <a16:creationId xmlns:a16="http://schemas.microsoft.com/office/drawing/2014/main" id="{A97CC164-27D0-DCDE-6052-350DDBC6B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3879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3" name="Rectangle 25">
                <a:extLst>
                  <a:ext uri="{FF2B5EF4-FFF2-40B4-BE49-F238E27FC236}">
                    <a16:creationId xmlns:a16="http://schemas.microsoft.com/office/drawing/2014/main" id="{C2045F46-C970-F52B-DBEE-DA26D7C472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387975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4" name="Rectangle 26">
                <a:extLst>
                  <a:ext uri="{FF2B5EF4-FFF2-40B4-BE49-F238E27FC236}">
                    <a16:creationId xmlns:a16="http://schemas.microsoft.com/office/drawing/2014/main" id="{7F9C5375-C80B-8374-9597-6A891D4BE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3879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5" name="Rectangle 27">
                <a:extLst>
                  <a:ext uri="{FF2B5EF4-FFF2-40B4-BE49-F238E27FC236}">
                    <a16:creationId xmlns:a16="http://schemas.microsoft.com/office/drawing/2014/main" id="{B2B48DAB-DD5B-B02F-7A4A-9ACF8B00E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0101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6" name="Rectangle 28">
                <a:extLst>
                  <a:ext uri="{FF2B5EF4-FFF2-40B4-BE49-F238E27FC236}">
                    <a16:creationId xmlns:a16="http://schemas.microsoft.com/office/drawing/2014/main" id="{FA4BA918-38A4-D615-0DE4-E8A54604C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013325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7" name="Rectangle 29">
                <a:extLst>
                  <a:ext uri="{FF2B5EF4-FFF2-40B4-BE49-F238E27FC236}">
                    <a16:creationId xmlns:a16="http://schemas.microsoft.com/office/drawing/2014/main" id="{66318C5A-67A3-870A-DB14-BD4F9C5DB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213" y="50101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8" name="Line 30">
                <a:extLst>
                  <a:ext uri="{FF2B5EF4-FFF2-40B4-BE49-F238E27FC236}">
                    <a16:creationId xmlns:a16="http://schemas.microsoft.com/office/drawing/2014/main" id="{A6EAA534-AC4B-7FF7-7AD7-62C51A5026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6515100"/>
                <a:ext cx="1952625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9" name="Line 31">
                <a:extLst>
                  <a:ext uri="{FF2B5EF4-FFF2-40B4-BE49-F238E27FC236}">
                    <a16:creationId xmlns:a16="http://schemas.microsoft.com/office/drawing/2014/main" id="{4E5ECDBC-92BF-114E-80A7-6D4E24382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5613" y="6496050"/>
                <a:ext cx="0" cy="1905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0" name="Line 32">
                <a:extLst>
                  <a:ext uri="{FF2B5EF4-FFF2-40B4-BE49-F238E27FC236}">
                    <a16:creationId xmlns:a16="http://schemas.microsoft.com/office/drawing/2014/main" id="{61A8F174-D7EF-6E91-B43E-4DEED5FB0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8525" y="6496050"/>
                <a:ext cx="0" cy="1905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1" name="Line 33">
                <a:extLst>
                  <a:ext uri="{FF2B5EF4-FFF2-40B4-BE49-F238E27FC236}">
                    <a16:creationId xmlns:a16="http://schemas.microsoft.com/office/drawing/2014/main" id="{FC988B49-EC5A-1DFC-56EE-4414945B7E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13025" y="6496050"/>
                <a:ext cx="0" cy="1905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5" name="Line 37">
                <a:extLst>
                  <a:ext uri="{FF2B5EF4-FFF2-40B4-BE49-F238E27FC236}">
                    <a16:creationId xmlns:a16="http://schemas.microsoft.com/office/drawing/2014/main" id="{46F3E6B9-62F2-E898-D9BE-5BF6A320E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92213" y="5016500"/>
                <a:ext cx="0" cy="149860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6" name="Line 38">
                <a:extLst>
                  <a:ext uri="{FF2B5EF4-FFF2-40B4-BE49-F238E27FC236}">
                    <a16:creationId xmlns:a16="http://schemas.microsoft.com/office/drawing/2014/main" id="{AE831763-6F79-CEE0-2768-C162DF2253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6515100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7" name="Line 39">
                <a:extLst>
                  <a:ext uri="{FF2B5EF4-FFF2-40B4-BE49-F238E27FC236}">
                    <a16:creationId xmlns:a16="http://schemas.microsoft.com/office/drawing/2014/main" id="{A302DD86-0310-51D8-DA16-EDE82802B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6140450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8" name="Line 40">
                <a:extLst>
                  <a:ext uri="{FF2B5EF4-FFF2-40B4-BE49-F238E27FC236}">
                    <a16:creationId xmlns:a16="http://schemas.microsoft.com/office/drawing/2014/main" id="{21BBFCC8-BE73-3B41-19B3-8F12DC27BF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5765800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9" name="Line 41">
                <a:extLst>
                  <a:ext uri="{FF2B5EF4-FFF2-40B4-BE49-F238E27FC236}">
                    <a16:creationId xmlns:a16="http://schemas.microsoft.com/office/drawing/2014/main" id="{DD578A4E-6A74-D1D4-AF33-A65633B83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5391150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0" name="Line 42">
                <a:extLst>
                  <a:ext uri="{FF2B5EF4-FFF2-40B4-BE49-F238E27FC236}">
                    <a16:creationId xmlns:a16="http://schemas.microsoft.com/office/drawing/2014/main" id="{64C54223-9516-3CEA-39C2-57A23ABF6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5016500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1" name="Rectangle 43">
                <a:extLst>
                  <a:ext uri="{FF2B5EF4-FFF2-40B4-BE49-F238E27FC236}">
                    <a16:creationId xmlns:a16="http://schemas.microsoft.com/office/drawing/2014/main" id="{6B6BD79C-A8F4-2E4A-8A61-EE171020B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138" y="6470650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" name="Rectangle 44">
                <a:extLst>
                  <a:ext uri="{FF2B5EF4-FFF2-40B4-BE49-F238E27FC236}">
                    <a16:creationId xmlns:a16="http://schemas.microsoft.com/office/drawing/2014/main" id="{64E1AB44-F30A-503E-87C4-69E5832BE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2825" y="6099175"/>
                <a:ext cx="179388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0.5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" name="Rectangle 45">
                <a:extLst>
                  <a:ext uri="{FF2B5EF4-FFF2-40B4-BE49-F238E27FC236}">
                    <a16:creationId xmlns:a16="http://schemas.microsoft.com/office/drawing/2014/main" id="{363D8990-2FD9-950C-4466-88C03B495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138" y="5721350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4" name="Rectangle 46">
                <a:extLst>
                  <a:ext uri="{FF2B5EF4-FFF2-40B4-BE49-F238E27FC236}">
                    <a16:creationId xmlns:a16="http://schemas.microsoft.com/office/drawing/2014/main" id="{5CEB8AB4-D256-D237-2BC8-2350982A9D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2825" y="5349875"/>
                <a:ext cx="179388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1.5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5" name="Rectangle 47">
                <a:extLst>
                  <a:ext uri="{FF2B5EF4-FFF2-40B4-BE49-F238E27FC236}">
                    <a16:creationId xmlns:a16="http://schemas.microsoft.com/office/drawing/2014/main" id="{8BA5A83A-73F4-4AD2-E5FB-316F9859B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138" y="4972050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6" name="Line 48">
                <a:extLst>
                  <a:ext uri="{FF2B5EF4-FFF2-40B4-BE49-F238E27FC236}">
                    <a16:creationId xmlns:a16="http://schemas.microsoft.com/office/drawing/2014/main" id="{55DB7F78-D17D-69C5-1FFA-529C038E82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2213" y="6515100"/>
                <a:ext cx="1952625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49">
                <a:extLst>
                  <a:ext uri="{FF2B5EF4-FFF2-40B4-BE49-F238E27FC236}">
                    <a16:creationId xmlns:a16="http://schemas.microsoft.com/office/drawing/2014/main" id="{65A792E9-3F63-BCAE-B3F2-BE7177C3E4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47813" y="5076825"/>
                <a:ext cx="1241425" cy="1438275"/>
              </a:xfrm>
              <a:custGeom>
                <a:avLst/>
                <a:gdLst>
                  <a:gd name="T0" fmla="*/ 223 w 782"/>
                  <a:gd name="T1" fmla="*/ 906 h 906"/>
                  <a:gd name="T2" fmla="*/ 223 w 782"/>
                  <a:gd name="T3" fmla="*/ 104 h 906"/>
                  <a:gd name="T4" fmla="*/ 0 w 782"/>
                  <a:gd name="T5" fmla="*/ 104 h 906"/>
                  <a:gd name="T6" fmla="*/ 0 w 782"/>
                  <a:gd name="T7" fmla="*/ 906 h 906"/>
                  <a:gd name="T8" fmla="*/ 223 w 782"/>
                  <a:gd name="T9" fmla="*/ 906 h 906"/>
                  <a:gd name="T10" fmla="*/ 503 w 782"/>
                  <a:gd name="T11" fmla="*/ 906 h 906"/>
                  <a:gd name="T12" fmla="*/ 503 w 782"/>
                  <a:gd name="T13" fmla="*/ 61 h 906"/>
                  <a:gd name="T14" fmla="*/ 279 w 782"/>
                  <a:gd name="T15" fmla="*/ 61 h 906"/>
                  <a:gd name="T16" fmla="*/ 279 w 782"/>
                  <a:gd name="T17" fmla="*/ 906 h 906"/>
                  <a:gd name="T18" fmla="*/ 503 w 782"/>
                  <a:gd name="T19" fmla="*/ 906 h 906"/>
                  <a:gd name="T20" fmla="*/ 782 w 782"/>
                  <a:gd name="T21" fmla="*/ 906 h 906"/>
                  <a:gd name="T22" fmla="*/ 782 w 782"/>
                  <a:gd name="T23" fmla="*/ 0 h 906"/>
                  <a:gd name="T24" fmla="*/ 559 w 782"/>
                  <a:gd name="T25" fmla="*/ 0 h 906"/>
                  <a:gd name="T26" fmla="*/ 559 w 782"/>
                  <a:gd name="T27" fmla="*/ 906 h 906"/>
                  <a:gd name="T28" fmla="*/ 782 w 782"/>
                  <a:gd name="T29" fmla="*/ 906 h 9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2" h="906">
                    <a:moveTo>
                      <a:pt x="223" y="906"/>
                    </a:moveTo>
                    <a:lnTo>
                      <a:pt x="223" y="104"/>
                    </a:lnTo>
                    <a:lnTo>
                      <a:pt x="0" y="104"/>
                    </a:lnTo>
                    <a:lnTo>
                      <a:pt x="0" y="906"/>
                    </a:lnTo>
                    <a:lnTo>
                      <a:pt x="223" y="906"/>
                    </a:lnTo>
                    <a:close/>
                    <a:moveTo>
                      <a:pt x="503" y="906"/>
                    </a:moveTo>
                    <a:lnTo>
                      <a:pt x="503" y="61"/>
                    </a:lnTo>
                    <a:lnTo>
                      <a:pt x="279" y="61"/>
                    </a:lnTo>
                    <a:lnTo>
                      <a:pt x="279" y="906"/>
                    </a:lnTo>
                    <a:lnTo>
                      <a:pt x="503" y="906"/>
                    </a:lnTo>
                    <a:close/>
                    <a:moveTo>
                      <a:pt x="782" y="906"/>
                    </a:moveTo>
                    <a:lnTo>
                      <a:pt x="782" y="0"/>
                    </a:lnTo>
                    <a:lnTo>
                      <a:pt x="559" y="0"/>
                    </a:lnTo>
                    <a:lnTo>
                      <a:pt x="559" y="906"/>
                    </a:lnTo>
                    <a:lnTo>
                      <a:pt x="782" y="906"/>
                    </a:lnTo>
                    <a:close/>
                  </a:path>
                </a:pathLst>
              </a:custGeom>
              <a:solidFill>
                <a:srgbClr val="0072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Rectangle 50">
                <a:extLst>
                  <a:ext uri="{FF2B5EF4-FFF2-40B4-BE49-F238E27FC236}">
                    <a16:creationId xmlns:a16="http://schemas.microsoft.com/office/drawing/2014/main" id="{6F1B80E7-4782-985D-7623-C1991D3C6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7813" y="5241925"/>
                <a:ext cx="354013" cy="1273175"/>
              </a:xfrm>
              <a:prstGeom prst="rect">
                <a:avLst/>
              </a:prstGeom>
              <a:noFill/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Rectangle 51">
                <a:extLst>
                  <a:ext uri="{FF2B5EF4-FFF2-40B4-BE49-F238E27FC236}">
                    <a16:creationId xmlns:a16="http://schemas.microsoft.com/office/drawing/2014/main" id="{18255F47-9478-7317-A782-5364F40950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0725" y="5173663"/>
                <a:ext cx="355600" cy="1341438"/>
              </a:xfrm>
              <a:prstGeom prst="rect">
                <a:avLst/>
              </a:prstGeom>
              <a:solidFill>
                <a:srgbClr val="D9541A"/>
              </a:solidFill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0" name="Rectangle 52">
                <a:extLst>
                  <a:ext uri="{FF2B5EF4-FFF2-40B4-BE49-F238E27FC236}">
                    <a16:creationId xmlns:a16="http://schemas.microsoft.com/office/drawing/2014/main" id="{449234B5-42B0-2252-6F47-43291E952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5225" y="5076825"/>
                <a:ext cx="354013" cy="1438275"/>
              </a:xfrm>
              <a:prstGeom prst="rect">
                <a:avLst/>
              </a:prstGeom>
              <a:solidFill>
                <a:srgbClr val="EDB021"/>
              </a:solidFill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1" name="Rectangle 53">
                <a:extLst>
                  <a:ext uri="{FF2B5EF4-FFF2-40B4-BE49-F238E27FC236}">
                    <a16:creationId xmlns:a16="http://schemas.microsoft.com/office/drawing/2014/main" id="{38FC1F8C-1166-50DE-6CFB-9B01CDAB5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016500"/>
                <a:ext cx="1952625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2" name="Rectangle 54">
                <a:extLst>
                  <a:ext uri="{FF2B5EF4-FFF2-40B4-BE49-F238E27FC236}">
                    <a16:creationId xmlns:a16="http://schemas.microsoft.com/office/drawing/2014/main" id="{53FABCEC-EF0F-3316-DB44-4292510538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1488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3" name="Rectangle 55">
                <a:extLst>
                  <a:ext uri="{FF2B5EF4-FFF2-40B4-BE49-F238E27FC236}">
                    <a16:creationId xmlns:a16="http://schemas.microsoft.com/office/drawing/2014/main" id="{7B7BC7FC-69F5-44FA-F1AC-49E2C620A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6250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4" name="Rectangle 56">
                <a:extLst>
                  <a:ext uri="{FF2B5EF4-FFF2-40B4-BE49-F238E27FC236}">
                    <a16:creationId xmlns:a16="http://schemas.microsoft.com/office/drawing/2014/main" id="{FE84AB38-82E6-046B-34D3-28E12DAEC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1488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5" name="Rectangle 57">
                <a:extLst>
                  <a:ext uri="{FF2B5EF4-FFF2-40B4-BE49-F238E27FC236}">
                    <a16:creationId xmlns:a16="http://schemas.microsoft.com/office/drawing/2014/main" id="{33A0FCC9-F603-1DA0-AF6C-A02B27086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5988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6" name="Rectangle 58">
                <a:extLst>
                  <a:ext uri="{FF2B5EF4-FFF2-40B4-BE49-F238E27FC236}">
                    <a16:creationId xmlns:a16="http://schemas.microsoft.com/office/drawing/2014/main" id="{6FF0F0EA-6C70-2F0E-ACD3-D07DF46BF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9163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7" name="Rectangle 59">
                <a:extLst>
                  <a:ext uri="{FF2B5EF4-FFF2-40B4-BE49-F238E27FC236}">
                    <a16:creationId xmlns:a16="http://schemas.microsoft.com/office/drawing/2014/main" id="{2ADFF275-4D06-5F0A-530B-243018D33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5988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8" name="Rectangle 60">
                <a:extLst>
                  <a:ext uri="{FF2B5EF4-FFF2-40B4-BE49-F238E27FC236}">
                    <a16:creationId xmlns:a16="http://schemas.microsoft.com/office/drawing/2014/main" id="{46E7AB38-2627-1786-8414-FADC35805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2075" y="5016500"/>
                <a:ext cx="11113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9" name="Rectangle 61">
                <a:extLst>
                  <a:ext uri="{FF2B5EF4-FFF2-40B4-BE49-F238E27FC236}">
                    <a16:creationId xmlns:a16="http://schemas.microsoft.com/office/drawing/2014/main" id="{72CD5875-71DE-B9FA-9C86-58D32597C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3663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0" name="Rectangle 62">
                <a:extLst>
                  <a:ext uri="{FF2B5EF4-FFF2-40B4-BE49-F238E27FC236}">
                    <a16:creationId xmlns:a16="http://schemas.microsoft.com/office/drawing/2014/main" id="{FD4EA965-D0EB-6C6D-C0C1-467FCA178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2075" y="5016500"/>
                <a:ext cx="11113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1" name="Rectangle 63">
                <a:extLst>
                  <a:ext uri="{FF2B5EF4-FFF2-40B4-BE49-F238E27FC236}">
                    <a16:creationId xmlns:a16="http://schemas.microsoft.com/office/drawing/2014/main" id="{1724E9E3-C164-18F9-11C2-C46383A43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65087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2" name="Rectangle 64">
                <a:extLst>
                  <a:ext uri="{FF2B5EF4-FFF2-40B4-BE49-F238E27FC236}">
                    <a16:creationId xmlns:a16="http://schemas.microsoft.com/office/drawing/2014/main" id="{9645B8D0-9234-3A0D-CF11-561B806B2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6511925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3" name="Rectangle 65">
                <a:extLst>
                  <a:ext uri="{FF2B5EF4-FFF2-40B4-BE49-F238E27FC236}">
                    <a16:creationId xmlns:a16="http://schemas.microsoft.com/office/drawing/2014/main" id="{5FC6ECAF-4388-CC02-DBB7-97DE2C66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65087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4" name="Rectangle 66">
                <a:extLst>
                  <a:ext uri="{FF2B5EF4-FFF2-40B4-BE49-F238E27FC236}">
                    <a16:creationId xmlns:a16="http://schemas.microsoft.com/office/drawing/2014/main" id="{51B195D9-969F-CE97-3C5B-53D4C08DC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61626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5" name="Rectangle 67">
                <a:extLst>
                  <a:ext uri="{FF2B5EF4-FFF2-40B4-BE49-F238E27FC236}">
                    <a16:creationId xmlns:a16="http://schemas.microsoft.com/office/drawing/2014/main" id="{44BDE54C-5B12-056C-C6E3-357C35CCA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6164263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6" name="Rectangle 68">
                <a:extLst>
                  <a:ext uri="{FF2B5EF4-FFF2-40B4-BE49-F238E27FC236}">
                    <a16:creationId xmlns:a16="http://schemas.microsoft.com/office/drawing/2014/main" id="{BBFD3D5E-C7B5-BDBC-47BD-FD8EE338D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61626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7" name="Rectangle 69">
                <a:extLst>
                  <a:ext uri="{FF2B5EF4-FFF2-40B4-BE49-F238E27FC236}">
                    <a16:creationId xmlns:a16="http://schemas.microsoft.com/office/drawing/2014/main" id="{B612D03E-7332-9BD8-A29F-6E4EE8C3E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815013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8" name="Rectangle 70">
                <a:extLst>
                  <a:ext uri="{FF2B5EF4-FFF2-40B4-BE49-F238E27FC236}">
                    <a16:creationId xmlns:a16="http://schemas.microsoft.com/office/drawing/2014/main" id="{3D8B37DA-6CBD-94E2-E0C6-24DF5746F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815013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9" name="Rectangle 71">
                <a:extLst>
                  <a:ext uri="{FF2B5EF4-FFF2-40B4-BE49-F238E27FC236}">
                    <a16:creationId xmlns:a16="http://schemas.microsoft.com/office/drawing/2014/main" id="{A8BA3E87-831F-97F4-42AC-A3282B509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815013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0" name="Rectangle 72">
                <a:extLst>
                  <a:ext uri="{FF2B5EF4-FFF2-40B4-BE49-F238E27FC236}">
                    <a16:creationId xmlns:a16="http://schemas.microsoft.com/office/drawing/2014/main" id="{E1686FE9-A626-9678-A4AE-6EC5EB3B8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462588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1" name="Rectangle 73">
                <a:extLst>
                  <a:ext uri="{FF2B5EF4-FFF2-40B4-BE49-F238E27FC236}">
                    <a16:creationId xmlns:a16="http://schemas.microsoft.com/office/drawing/2014/main" id="{A1BBB6AA-37D4-6DDD-38B8-96A41D7B83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465763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2" name="Rectangle 74">
                <a:extLst>
                  <a:ext uri="{FF2B5EF4-FFF2-40B4-BE49-F238E27FC236}">
                    <a16:creationId xmlns:a16="http://schemas.microsoft.com/office/drawing/2014/main" id="{9F9E01D4-027C-CEEC-6079-A6B755DDE2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462588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3" name="Rectangle 75">
                <a:extLst>
                  <a:ext uri="{FF2B5EF4-FFF2-40B4-BE49-F238E27FC236}">
                    <a16:creationId xmlns:a16="http://schemas.microsoft.com/office/drawing/2014/main" id="{D040F94A-1154-A602-4BDD-A756C5AF2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11492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4" name="Rectangle 76">
                <a:extLst>
                  <a:ext uri="{FF2B5EF4-FFF2-40B4-BE49-F238E27FC236}">
                    <a16:creationId xmlns:a16="http://schemas.microsoft.com/office/drawing/2014/main" id="{C7396535-2EB4-0413-90AA-6BDD36F54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118100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5" name="Rectangle 77">
                <a:extLst>
                  <a:ext uri="{FF2B5EF4-FFF2-40B4-BE49-F238E27FC236}">
                    <a16:creationId xmlns:a16="http://schemas.microsoft.com/office/drawing/2014/main" id="{271C0977-CD14-FD3A-276E-4AAE3224E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025" y="511492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6" name="Line 78">
                <a:extLst>
                  <a:ext uri="{FF2B5EF4-FFF2-40B4-BE49-F238E27FC236}">
                    <a16:creationId xmlns:a16="http://schemas.microsoft.com/office/drawing/2014/main" id="{9941E1B6-E81E-3EB3-FB71-96484CF52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6515100"/>
                <a:ext cx="1952625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7" name="Line 79">
                <a:extLst>
                  <a:ext uri="{FF2B5EF4-FFF2-40B4-BE49-F238E27FC236}">
                    <a16:creationId xmlns:a16="http://schemas.microsoft.com/office/drawing/2014/main" id="{4B9E7B30-6F1E-511B-DE95-A3516AFBA1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9425" y="6496050"/>
                <a:ext cx="0" cy="1905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8" name="Line 80">
                <a:extLst>
                  <a:ext uri="{FF2B5EF4-FFF2-40B4-BE49-F238E27FC236}">
                    <a16:creationId xmlns:a16="http://schemas.microsoft.com/office/drawing/2014/main" id="{F083E2BB-F1D0-1B60-FC5C-2B2E58474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32338" y="6496050"/>
                <a:ext cx="0" cy="1905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89" name="Line 81">
                <a:extLst>
                  <a:ext uri="{FF2B5EF4-FFF2-40B4-BE49-F238E27FC236}">
                    <a16:creationId xmlns:a16="http://schemas.microsoft.com/office/drawing/2014/main" id="{0AEEAA94-724E-B622-63CF-51E80156E1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76838" y="6496050"/>
                <a:ext cx="0" cy="1905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3" name="Line 85">
                <a:extLst>
                  <a:ext uri="{FF2B5EF4-FFF2-40B4-BE49-F238E27FC236}">
                    <a16:creationId xmlns:a16="http://schemas.microsoft.com/office/drawing/2014/main" id="{E481C42B-A0DD-2DB6-9B7B-55FBBB359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56025" y="5016500"/>
                <a:ext cx="0" cy="149860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4" name="Line 86">
                <a:extLst>
                  <a:ext uri="{FF2B5EF4-FFF2-40B4-BE49-F238E27FC236}">
                    <a16:creationId xmlns:a16="http://schemas.microsoft.com/office/drawing/2014/main" id="{FF479EA2-41E5-3BA4-E32C-11AD8A612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6515100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5" name="Line 87">
                <a:extLst>
                  <a:ext uri="{FF2B5EF4-FFF2-40B4-BE49-F238E27FC236}">
                    <a16:creationId xmlns:a16="http://schemas.microsoft.com/office/drawing/2014/main" id="{78811B50-7F7B-C283-A3A7-C9752390C9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6167438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6" name="Line 88">
                <a:extLst>
                  <a:ext uri="{FF2B5EF4-FFF2-40B4-BE49-F238E27FC236}">
                    <a16:creationId xmlns:a16="http://schemas.microsoft.com/office/drawing/2014/main" id="{893185D1-4B8D-49EE-3952-8360A5077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5818188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7" name="Line 89">
                <a:extLst>
                  <a:ext uri="{FF2B5EF4-FFF2-40B4-BE49-F238E27FC236}">
                    <a16:creationId xmlns:a16="http://schemas.microsoft.com/office/drawing/2014/main" id="{2CB6B3E3-A001-77BB-0FF5-7DCF446F8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5468938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8" name="Line 90">
                <a:extLst>
                  <a:ext uri="{FF2B5EF4-FFF2-40B4-BE49-F238E27FC236}">
                    <a16:creationId xmlns:a16="http://schemas.microsoft.com/office/drawing/2014/main" id="{7599C27B-94A1-992D-03EB-66AB36F8DF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5121275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9" name="Rectangle 91">
                <a:extLst>
                  <a:ext uri="{FF2B5EF4-FFF2-40B4-BE49-F238E27FC236}">
                    <a16:creationId xmlns:a16="http://schemas.microsoft.com/office/drawing/2014/main" id="{86543F53-CFF1-0879-92FE-C85EB359B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950" y="6470650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0" name="Rectangle 92">
                <a:extLst>
                  <a:ext uri="{FF2B5EF4-FFF2-40B4-BE49-F238E27FC236}">
                    <a16:creationId xmlns:a16="http://schemas.microsoft.com/office/drawing/2014/main" id="{50F5C4A6-6D7D-D58B-DBCF-94C78008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950" y="6124575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1" name="Rectangle 93">
                <a:extLst>
                  <a:ext uri="{FF2B5EF4-FFF2-40B4-BE49-F238E27FC236}">
                    <a16:creationId xmlns:a16="http://schemas.microsoft.com/office/drawing/2014/main" id="{C259F211-FE55-490D-186F-2B7CC5DDA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950" y="5772150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4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2" name="Rectangle 94">
                <a:extLst>
                  <a:ext uri="{FF2B5EF4-FFF2-40B4-BE49-F238E27FC236}">
                    <a16:creationId xmlns:a16="http://schemas.microsoft.com/office/drawing/2014/main" id="{56A98EE0-496D-C306-C026-32CD2B7C12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950" y="5424488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6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3" name="Rectangle 95">
                <a:extLst>
                  <a:ext uri="{FF2B5EF4-FFF2-40B4-BE49-F238E27FC236}">
                    <a16:creationId xmlns:a16="http://schemas.microsoft.com/office/drawing/2014/main" id="{2EB06781-67F9-08FF-575C-99147D8D2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950" y="5076825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8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" name="Line 96">
                <a:extLst>
                  <a:ext uri="{FF2B5EF4-FFF2-40B4-BE49-F238E27FC236}">
                    <a16:creationId xmlns:a16="http://schemas.microsoft.com/office/drawing/2014/main" id="{C23CB38D-AFE5-B2B3-CE85-82ED42775B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6025" y="6515100"/>
                <a:ext cx="1952625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5" name="Freeform 97">
                <a:extLst>
                  <a:ext uri="{FF2B5EF4-FFF2-40B4-BE49-F238E27FC236}">
                    <a16:creationId xmlns:a16="http://schemas.microsoft.com/office/drawing/2014/main" id="{73204838-6D8A-06CC-C0CC-099825B23B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11625" y="5033963"/>
                <a:ext cx="1243013" cy="1481138"/>
              </a:xfrm>
              <a:custGeom>
                <a:avLst/>
                <a:gdLst>
                  <a:gd name="T0" fmla="*/ 224 w 783"/>
                  <a:gd name="T1" fmla="*/ 933 h 933"/>
                  <a:gd name="T2" fmla="*/ 224 w 783"/>
                  <a:gd name="T3" fmla="*/ 115 h 933"/>
                  <a:gd name="T4" fmla="*/ 0 w 783"/>
                  <a:gd name="T5" fmla="*/ 115 h 933"/>
                  <a:gd name="T6" fmla="*/ 0 w 783"/>
                  <a:gd name="T7" fmla="*/ 933 h 933"/>
                  <a:gd name="T8" fmla="*/ 224 w 783"/>
                  <a:gd name="T9" fmla="*/ 933 h 933"/>
                  <a:gd name="T10" fmla="*/ 503 w 783"/>
                  <a:gd name="T11" fmla="*/ 933 h 933"/>
                  <a:gd name="T12" fmla="*/ 503 w 783"/>
                  <a:gd name="T13" fmla="*/ 0 h 933"/>
                  <a:gd name="T14" fmla="*/ 280 w 783"/>
                  <a:gd name="T15" fmla="*/ 0 h 933"/>
                  <a:gd name="T16" fmla="*/ 280 w 783"/>
                  <a:gd name="T17" fmla="*/ 933 h 933"/>
                  <a:gd name="T18" fmla="*/ 503 w 783"/>
                  <a:gd name="T19" fmla="*/ 933 h 933"/>
                  <a:gd name="T20" fmla="*/ 783 w 783"/>
                  <a:gd name="T21" fmla="*/ 933 h 933"/>
                  <a:gd name="T22" fmla="*/ 783 w 783"/>
                  <a:gd name="T23" fmla="*/ 121 h 933"/>
                  <a:gd name="T24" fmla="*/ 559 w 783"/>
                  <a:gd name="T25" fmla="*/ 121 h 933"/>
                  <a:gd name="T26" fmla="*/ 559 w 783"/>
                  <a:gd name="T27" fmla="*/ 933 h 933"/>
                  <a:gd name="T28" fmla="*/ 783 w 783"/>
                  <a:gd name="T29" fmla="*/ 933 h 9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3" h="933">
                    <a:moveTo>
                      <a:pt x="224" y="933"/>
                    </a:moveTo>
                    <a:lnTo>
                      <a:pt x="224" y="115"/>
                    </a:lnTo>
                    <a:lnTo>
                      <a:pt x="0" y="115"/>
                    </a:lnTo>
                    <a:lnTo>
                      <a:pt x="0" y="933"/>
                    </a:lnTo>
                    <a:lnTo>
                      <a:pt x="224" y="933"/>
                    </a:lnTo>
                    <a:close/>
                    <a:moveTo>
                      <a:pt x="503" y="933"/>
                    </a:moveTo>
                    <a:lnTo>
                      <a:pt x="503" y="0"/>
                    </a:lnTo>
                    <a:lnTo>
                      <a:pt x="280" y="0"/>
                    </a:lnTo>
                    <a:lnTo>
                      <a:pt x="280" y="933"/>
                    </a:lnTo>
                    <a:lnTo>
                      <a:pt x="503" y="933"/>
                    </a:lnTo>
                    <a:close/>
                    <a:moveTo>
                      <a:pt x="783" y="933"/>
                    </a:moveTo>
                    <a:lnTo>
                      <a:pt x="783" y="121"/>
                    </a:lnTo>
                    <a:lnTo>
                      <a:pt x="559" y="121"/>
                    </a:lnTo>
                    <a:lnTo>
                      <a:pt x="559" y="933"/>
                    </a:lnTo>
                    <a:lnTo>
                      <a:pt x="783" y="933"/>
                    </a:lnTo>
                    <a:close/>
                  </a:path>
                </a:pathLst>
              </a:custGeom>
              <a:solidFill>
                <a:srgbClr val="0072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6" name="Rectangle 98">
                <a:extLst>
                  <a:ext uri="{FF2B5EF4-FFF2-40B4-BE49-F238E27FC236}">
                    <a16:creationId xmlns:a16="http://schemas.microsoft.com/office/drawing/2014/main" id="{C634D832-B97A-4031-F6BB-69600C5A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1625" y="5216525"/>
                <a:ext cx="355600" cy="1298575"/>
              </a:xfrm>
              <a:prstGeom prst="rect">
                <a:avLst/>
              </a:prstGeom>
              <a:noFill/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7" name="Rectangle 99">
                <a:extLst>
                  <a:ext uri="{FF2B5EF4-FFF2-40B4-BE49-F238E27FC236}">
                    <a16:creationId xmlns:a16="http://schemas.microsoft.com/office/drawing/2014/main" id="{5C46BC38-CE08-517C-A3A1-336501A23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6125" y="5033963"/>
                <a:ext cx="354013" cy="1481138"/>
              </a:xfrm>
              <a:prstGeom prst="rect">
                <a:avLst/>
              </a:prstGeom>
              <a:solidFill>
                <a:srgbClr val="D9541A"/>
              </a:solidFill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8" name="Rectangle 100">
                <a:extLst>
                  <a:ext uri="{FF2B5EF4-FFF2-40B4-BE49-F238E27FC236}">
                    <a16:creationId xmlns:a16="http://schemas.microsoft.com/office/drawing/2014/main" id="{844B701D-3CB0-DD9C-2FCD-7CCE7AEB66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9038" y="5226050"/>
                <a:ext cx="355600" cy="1289050"/>
              </a:xfrm>
              <a:prstGeom prst="rect">
                <a:avLst/>
              </a:prstGeom>
              <a:solidFill>
                <a:srgbClr val="EDB021"/>
              </a:solidFill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9" name="Rectangle 101">
                <a:extLst>
                  <a:ext uri="{FF2B5EF4-FFF2-40B4-BE49-F238E27FC236}">
                    <a16:creationId xmlns:a16="http://schemas.microsoft.com/office/drawing/2014/main" id="{48825A4F-972B-FA8C-E4E8-29ADD5ED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016500"/>
                <a:ext cx="1952625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0" name="Rectangle 102">
                <a:extLst>
                  <a:ext uri="{FF2B5EF4-FFF2-40B4-BE49-F238E27FC236}">
                    <a16:creationId xmlns:a16="http://schemas.microsoft.com/office/drawing/2014/main" id="{DAE8F56A-A9E9-0195-FE59-E251D03F4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0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1" name="Rectangle 103">
                <a:extLst>
                  <a:ext uri="{FF2B5EF4-FFF2-40B4-BE49-F238E27FC236}">
                    <a16:creationId xmlns:a16="http://schemas.microsoft.com/office/drawing/2014/main" id="{56D756D6-AC70-486C-9681-DCA212C42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6413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2" name="Rectangle 104">
                <a:extLst>
                  <a:ext uri="{FF2B5EF4-FFF2-40B4-BE49-F238E27FC236}">
                    <a16:creationId xmlns:a16="http://schemas.microsoft.com/office/drawing/2014/main" id="{812855EA-2E63-6EA1-2FB1-D9AD40309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0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3" name="Rectangle 105">
                <a:extLst>
                  <a:ext uri="{FF2B5EF4-FFF2-40B4-BE49-F238E27FC236}">
                    <a16:creationId xmlns:a16="http://schemas.microsoft.com/office/drawing/2014/main" id="{75ED30DE-5B24-5012-D57F-DCFAF9E8B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96150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4" name="Rectangle 106">
                <a:extLst>
                  <a:ext uri="{FF2B5EF4-FFF2-40B4-BE49-F238E27FC236}">
                    <a16:creationId xmlns:a16="http://schemas.microsoft.com/office/drawing/2014/main" id="{4AA9DA65-32B1-3E30-D147-CA68E3EC8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99325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5" name="Rectangle 107">
                <a:extLst>
                  <a:ext uri="{FF2B5EF4-FFF2-40B4-BE49-F238E27FC236}">
                    <a16:creationId xmlns:a16="http://schemas.microsoft.com/office/drawing/2014/main" id="{A39C9F60-3CAD-5CB7-9465-AC1CCC51C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96150" y="5016500"/>
                <a:ext cx="12700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6" name="Rectangle 108">
                <a:extLst>
                  <a:ext uri="{FF2B5EF4-FFF2-40B4-BE49-F238E27FC236}">
                    <a16:creationId xmlns:a16="http://schemas.microsoft.com/office/drawing/2014/main" id="{B7BDF63F-CB60-E6E9-3660-C011E963F4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2238" y="5016500"/>
                <a:ext cx="11113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7" name="Rectangle 109">
                <a:extLst>
                  <a:ext uri="{FF2B5EF4-FFF2-40B4-BE49-F238E27FC236}">
                    <a16:creationId xmlns:a16="http://schemas.microsoft.com/office/drawing/2014/main" id="{C287B8FC-E2B0-98BF-9818-E047583F7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3825" y="5016500"/>
                <a:ext cx="6350" cy="149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8" name="Rectangle 110">
                <a:extLst>
                  <a:ext uri="{FF2B5EF4-FFF2-40B4-BE49-F238E27FC236}">
                    <a16:creationId xmlns:a16="http://schemas.microsoft.com/office/drawing/2014/main" id="{6230D7D5-6399-FD54-FA0E-97CC21EEB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2238" y="5016500"/>
                <a:ext cx="11113" cy="150495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9" name="Rectangle 111">
                <a:extLst>
                  <a:ext uri="{FF2B5EF4-FFF2-40B4-BE49-F238E27FC236}">
                    <a16:creationId xmlns:a16="http://schemas.microsoft.com/office/drawing/2014/main" id="{9E576748-F048-5AA1-87E1-50DAEAF1A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65087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0" name="Rectangle 112">
                <a:extLst>
                  <a:ext uri="{FF2B5EF4-FFF2-40B4-BE49-F238E27FC236}">
                    <a16:creationId xmlns:a16="http://schemas.microsoft.com/office/drawing/2014/main" id="{C8034F98-2A56-19B4-4BF5-A18F98DEC0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6511925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1" name="Rectangle 113">
                <a:extLst>
                  <a:ext uri="{FF2B5EF4-FFF2-40B4-BE49-F238E27FC236}">
                    <a16:creationId xmlns:a16="http://schemas.microsoft.com/office/drawing/2014/main" id="{CE351BA2-A8FC-DD41-7BDD-1F2AE268B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6508750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2" name="Rectangle 114">
                <a:extLst>
                  <a:ext uri="{FF2B5EF4-FFF2-40B4-BE49-F238E27FC236}">
                    <a16:creationId xmlns:a16="http://schemas.microsoft.com/office/drawing/2014/main" id="{E9354BF7-E379-74FD-E8F5-3BCB9A0C14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61626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3" name="Rectangle 115">
                <a:extLst>
                  <a:ext uri="{FF2B5EF4-FFF2-40B4-BE49-F238E27FC236}">
                    <a16:creationId xmlns:a16="http://schemas.microsoft.com/office/drawing/2014/main" id="{F0E02159-F608-8131-C742-53483A908B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6164263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4" name="Rectangle 116">
                <a:extLst>
                  <a:ext uri="{FF2B5EF4-FFF2-40B4-BE49-F238E27FC236}">
                    <a16:creationId xmlns:a16="http://schemas.microsoft.com/office/drawing/2014/main" id="{DEDAE506-05BD-59A6-0783-A60DE824AA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616267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5" name="Rectangle 117">
                <a:extLst>
                  <a:ext uri="{FF2B5EF4-FFF2-40B4-BE49-F238E27FC236}">
                    <a16:creationId xmlns:a16="http://schemas.microsoft.com/office/drawing/2014/main" id="{F5D715DA-56E0-E756-F8FA-9D4B1EFDE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815013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6" name="Rectangle 118">
                <a:extLst>
                  <a:ext uri="{FF2B5EF4-FFF2-40B4-BE49-F238E27FC236}">
                    <a16:creationId xmlns:a16="http://schemas.microsoft.com/office/drawing/2014/main" id="{4BC85174-F4CE-8E94-7287-B9C1717E41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815013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7" name="Rectangle 119">
                <a:extLst>
                  <a:ext uri="{FF2B5EF4-FFF2-40B4-BE49-F238E27FC236}">
                    <a16:creationId xmlns:a16="http://schemas.microsoft.com/office/drawing/2014/main" id="{DFE949DA-2533-86CE-A602-55C58DCA0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815013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8" name="Rectangle 120">
                <a:extLst>
                  <a:ext uri="{FF2B5EF4-FFF2-40B4-BE49-F238E27FC236}">
                    <a16:creationId xmlns:a16="http://schemas.microsoft.com/office/drawing/2014/main" id="{D908F710-6504-86EC-5F35-02BF8F7682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462588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9" name="Rectangle 121">
                <a:extLst>
                  <a:ext uri="{FF2B5EF4-FFF2-40B4-BE49-F238E27FC236}">
                    <a16:creationId xmlns:a16="http://schemas.microsoft.com/office/drawing/2014/main" id="{95B5B7BB-020F-F041-BF11-DFD96B9A7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465763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0" name="Rectangle 122">
                <a:extLst>
                  <a:ext uri="{FF2B5EF4-FFF2-40B4-BE49-F238E27FC236}">
                    <a16:creationId xmlns:a16="http://schemas.microsoft.com/office/drawing/2014/main" id="{A4CFB04A-DC22-5C9D-AA10-C0D8B9626E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462588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1" name="Rectangle 123">
                <a:extLst>
                  <a:ext uri="{FF2B5EF4-FFF2-40B4-BE49-F238E27FC236}">
                    <a16:creationId xmlns:a16="http://schemas.microsoft.com/office/drawing/2014/main" id="{F5AD1B22-5D33-A322-8C19-C8AF77A41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11492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2" name="Rectangle 124">
                <a:extLst>
                  <a:ext uri="{FF2B5EF4-FFF2-40B4-BE49-F238E27FC236}">
                    <a16:creationId xmlns:a16="http://schemas.microsoft.com/office/drawing/2014/main" id="{DA236152-5AA6-0056-F8DF-8842F0DEDF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118100"/>
                <a:ext cx="195262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3" name="Rectangle 125">
                <a:extLst>
                  <a:ext uri="{FF2B5EF4-FFF2-40B4-BE49-F238E27FC236}">
                    <a16:creationId xmlns:a16="http://schemas.microsoft.com/office/drawing/2014/main" id="{32530B28-D50E-AC08-071C-577BBE22A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6188" y="5114925"/>
                <a:ext cx="1958975" cy="12700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4" name="Line 126">
                <a:extLst>
                  <a:ext uri="{FF2B5EF4-FFF2-40B4-BE49-F238E27FC236}">
                    <a16:creationId xmlns:a16="http://schemas.microsoft.com/office/drawing/2014/main" id="{E6982029-5E4E-D69F-3603-0187CBB61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6515100"/>
                <a:ext cx="1952625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5" name="Line 127">
                <a:extLst>
                  <a:ext uri="{FF2B5EF4-FFF2-40B4-BE49-F238E27FC236}">
                    <a16:creationId xmlns:a16="http://schemas.microsoft.com/office/drawing/2014/main" id="{F0C088A8-0AFB-0132-747F-A7FB85574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59588" y="6496050"/>
                <a:ext cx="0" cy="1905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6" name="Line 128">
                <a:extLst>
                  <a:ext uri="{FF2B5EF4-FFF2-40B4-BE49-F238E27FC236}">
                    <a16:creationId xmlns:a16="http://schemas.microsoft.com/office/drawing/2014/main" id="{AF61716A-0BDB-F8BE-EFA5-C03C018597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302500" y="6496050"/>
                <a:ext cx="0" cy="1905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7" name="Line 129">
                <a:extLst>
                  <a:ext uri="{FF2B5EF4-FFF2-40B4-BE49-F238E27FC236}">
                    <a16:creationId xmlns:a16="http://schemas.microsoft.com/office/drawing/2014/main" id="{8A80FB0B-B6A8-3C4C-D45C-D388BBE108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747000" y="6496050"/>
                <a:ext cx="0" cy="1905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1" name="Line 133">
                <a:extLst>
                  <a:ext uri="{FF2B5EF4-FFF2-40B4-BE49-F238E27FC236}">
                    <a16:creationId xmlns:a16="http://schemas.microsoft.com/office/drawing/2014/main" id="{FACDE177-A5CD-5CE2-B524-4D98FB91EB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26188" y="5016500"/>
                <a:ext cx="0" cy="149860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2" name="Line 134">
                <a:extLst>
                  <a:ext uri="{FF2B5EF4-FFF2-40B4-BE49-F238E27FC236}">
                    <a16:creationId xmlns:a16="http://schemas.microsoft.com/office/drawing/2014/main" id="{C1B954B0-90ED-3AB3-5C22-04DC9CCB92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6515100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3" name="Line 135">
                <a:extLst>
                  <a:ext uri="{FF2B5EF4-FFF2-40B4-BE49-F238E27FC236}">
                    <a16:creationId xmlns:a16="http://schemas.microsoft.com/office/drawing/2014/main" id="{D402674D-C3B3-050E-C142-255EEDF83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6167438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" name="Line 136">
                <a:extLst>
                  <a:ext uri="{FF2B5EF4-FFF2-40B4-BE49-F238E27FC236}">
                    <a16:creationId xmlns:a16="http://schemas.microsoft.com/office/drawing/2014/main" id="{3CD1C8AA-16A5-BBD3-1CEC-843222BE84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5818188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5" name="Line 137">
                <a:extLst>
                  <a:ext uri="{FF2B5EF4-FFF2-40B4-BE49-F238E27FC236}">
                    <a16:creationId xmlns:a16="http://schemas.microsoft.com/office/drawing/2014/main" id="{46236D20-C0AF-03E2-3426-F124EB73D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5468938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" name="Line 138">
                <a:extLst>
                  <a:ext uri="{FF2B5EF4-FFF2-40B4-BE49-F238E27FC236}">
                    <a16:creationId xmlns:a16="http://schemas.microsoft.com/office/drawing/2014/main" id="{F0B76E88-EFAA-35FD-5DA8-337A0071AF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5121275"/>
                <a:ext cx="20638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" name="Rectangle 139">
                <a:extLst>
                  <a:ext uri="{FF2B5EF4-FFF2-40B4-BE49-F238E27FC236}">
                    <a16:creationId xmlns:a16="http://schemas.microsoft.com/office/drawing/2014/main" id="{EDCC7975-0422-4235-FDFD-C19CC96C7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4113" y="6470650"/>
                <a:ext cx="98425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8" name="Rectangle 140">
                <a:extLst>
                  <a:ext uri="{FF2B5EF4-FFF2-40B4-BE49-F238E27FC236}">
                    <a16:creationId xmlns:a16="http://schemas.microsoft.com/office/drawing/2014/main" id="{8E248A66-C5A5-C16B-2557-D9D22F813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8550" y="6124575"/>
                <a:ext cx="147638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9" name="Rectangle 141">
                <a:extLst>
                  <a:ext uri="{FF2B5EF4-FFF2-40B4-BE49-F238E27FC236}">
                    <a16:creationId xmlns:a16="http://schemas.microsoft.com/office/drawing/2014/main" id="{130D96AE-F1D1-EF20-678B-DFD3C13431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8550" y="5772150"/>
                <a:ext cx="147638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20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0" name="Rectangle 142">
                <a:extLst>
                  <a:ext uri="{FF2B5EF4-FFF2-40B4-BE49-F238E27FC236}">
                    <a16:creationId xmlns:a16="http://schemas.microsoft.com/office/drawing/2014/main" id="{9E20DC84-FEE0-A4B0-262C-5B4FD849F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8550" y="5424488"/>
                <a:ext cx="147638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30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1" name="Rectangle 143">
                <a:extLst>
                  <a:ext uri="{FF2B5EF4-FFF2-40B4-BE49-F238E27FC236}">
                    <a16:creationId xmlns:a16="http://schemas.microsoft.com/office/drawing/2014/main" id="{21E02398-5D74-A942-0CC2-83777EA44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8550" y="5076825"/>
                <a:ext cx="147638" cy="136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40</a:t>
                </a:r>
                <a:endParaRPr kumimoji="0" lang="ko-KR" altLang="ko-KR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2" name="Line 144">
                <a:extLst>
                  <a:ext uri="{FF2B5EF4-FFF2-40B4-BE49-F238E27FC236}">
                    <a16:creationId xmlns:a16="http://schemas.microsoft.com/office/drawing/2014/main" id="{76C9A478-12AA-A6C8-F359-85F849BB4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6188" y="6515100"/>
                <a:ext cx="1952625" cy="0"/>
              </a:xfrm>
              <a:prstGeom prst="line">
                <a:avLst/>
              </a:prstGeom>
              <a:noFill/>
              <a:ln w="4763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" name="Freeform 145">
                <a:extLst>
                  <a:ext uri="{FF2B5EF4-FFF2-40B4-BE49-F238E27FC236}">
                    <a16:creationId xmlns:a16="http://schemas.microsoft.com/office/drawing/2014/main" id="{75540BF2-E616-F462-F695-BE3A7887D9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1788" y="5026025"/>
                <a:ext cx="1243013" cy="1489075"/>
              </a:xfrm>
              <a:custGeom>
                <a:avLst/>
                <a:gdLst>
                  <a:gd name="T0" fmla="*/ 224 w 783"/>
                  <a:gd name="T1" fmla="*/ 938 h 938"/>
                  <a:gd name="T2" fmla="*/ 224 w 783"/>
                  <a:gd name="T3" fmla="*/ 43 h 938"/>
                  <a:gd name="T4" fmla="*/ 0 w 783"/>
                  <a:gd name="T5" fmla="*/ 43 h 938"/>
                  <a:gd name="T6" fmla="*/ 0 w 783"/>
                  <a:gd name="T7" fmla="*/ 938 h 938"/>
                  <a:gd name="T8" fmla="*/ 224 w 783"/>
                  <a:gd name="T9" fmla="*/ 938 h 938"/>
                  <a:gd name="T10" fmla="*/ 503 w 783"/>
                  <a:gd name="T11" fmla="*/ 938 h 938"/>
                  <a:gd name="T12" fmla="*/ 503 w 783"/>
                  <a:gd name="T13" fmla="*/ 27 h 938"/>
                  <a:gd name="T14" fmla="*/ 280 w 783"/>
                  <a:gd name="T15" fmla="*/ 27 h 938"/>
                  <a:gd name="T16" fmla="*/ 280 w 783"/>
                  <a:gd name="T17" fmla="*/ 938 h 938"/>
                  <a:gd name="T18" fmla="*/ 503 w 783"/>
                  <a:gd name="T19" fmla="*/ 938 h 938"/>
                  <a:gd name="T20" fmla="*/ 783 w 783"/>
                  <a:gd name="T21" fmla="*/ 938 h 938"/>
                  <a:gd name="T22" fmla="*/ 783 w 783"/>
                  <a:gd name="T23" fmla="*/ 0 h 938"/>
                  <a:gd name="T24" fmla="*/ 559 w 783"/>
                  <a:gd name="T25" fmla="*/ 0 h 938"/>
                  <a:gd name="T26" fmla="*/ 559 w 783"/>
                  <a:gd name="T27" fmla="*/ 938 h 938"/>
                  <a:gd name="T28" fmla="*/ 783 w 783"/>
                  <a:gd name="T29" fmla="*/ 938 h 9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3" h="938">
                    <a:moveTo>
                      <a:pt x="224" y="938"/>
                    </a:moveTo>
                    <a:lnTo>
                      <a:pt x="224" y="43"/>
                    </a:lnTo>
                    <a:lnTo>
                      <a:pt x="0" y="43"/>
                    </a:lnTo>
                    <a:lnTo>
                      <a:pt x="0" y="938"/>
                    </a:lnTo>
                    <a:lnTo>
                      <a:pt x="224" y="938"/>
                    </a:lnTo>
                    <a:close/>
                    <a:moveTo>
                      <a:pt x="503" y="938"/>
                    </a:moveTo>
                    <a:lnTo>
                      <a:pt x="503" y="27"/>
                    </a:lnTo>
                    <a:lnTo>
                      <a:pt x="280" y="27"/>
                    </a:lnTo>
                    <a:lnTo>
                      <a:pt x="280" y="938"/>
                    </a:lnTo>
                    <a:lnTo>
                      <a:pt x="503" y="938"/>
                    </a:lnTo>
                    <a:close/>
                    <a:moveTo>
                      <a:pt x="783" y="938"/>
                    </a:moveTo>
                    <a:lnTo>
                      <a:pt x="783" y="0"/>
                    </a:lnTo>
                    <a:lnTo>
                      <a:pt x="559" y="0"/>
                    </a:lnTo>
                    <a:lnTo>
                      <a:pt x="559" y="938"/>
                    </a:lnTo>
                    <a:lnTo>
                      <a:pt x="783" y="938"/>
                    </a:lnTo>
                    <a:close/>
                  </a:path>
                </a:pathLst>
              </a:custGeom>
              <a:solidFill>
                <a:srgbClr val="0072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4" name="Rectangle 146">
                <a:extLst>
                  <a:ext uri="{FF2B5EF4-FFF2-40B4-BE49-F238E27FC236}">
                    <a16:creationId xmlns:a16="http://schemas.microsoft.com/office/drawing/2014/main" id="{BE215D19-3A2C-6FC4-65DF-819DF587C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1788" y="5094288"/>
                <a:ext cx="355600" cy="1420813"/>
              </a:xfrm>
              <a:prstGeom prst="rect">
                <a:avLst/>
              </a:prstGeom>
              <a:noFill/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5" name="Rectangle 147">
                <a:extLst>
                  <a:ext uri="{FF2B5EF4-FFF2-40B4-BE49-F238E27FC236}">
                    <a16:creationId xmlns:a16="http://schemas.microsoft.com/office/drawing/2014/main" id="{353A3189-A275-8568-1A94-08C63D481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6288" y="5068888"/>
                <a:ext cx="354013" cy="1446213"/>
              </a:xfrm>
              <a:prstGeom prst="rect">
                <a:avLst/>
              </a:prstGeom>
              <a:solidFill>
                <a:srgbClr val="D9541A"/>
              </a:solidFill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6" name="Rectangle 148">
                <a:extLst>
                  <a:ext uri="{FF2B5EF4-FFF2-40B4-BE49-F238E27FC236}">
                    <a16:creationId xmlns:a16="http://schemas.microsoft.com/office/drawing/2014/main" id="{D7021C61-CB5C-F6B9-9F13-47B2745AF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69200" y="5026025"/>
                <a:ext cx="355600" cy="1489075"/>
              </a:xfrm>
              <a:prstGeom prst="rect">
                <a:avLst/>
              </a:prstGeom>
              <a:solidFill>
                <a:srgbClr val="EDB021"/>
              </a:solidFill>
              <a:ln w="476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7" name="Rectangle 37">
                <a:extLst>
                  <a:ext uri="{FF2B5EF4-FFF2-40B4-BE49-F238E27FC236}">
                    <a16:creationId xmlns:a16="http://schemas.microsoft.com/office/drawing/2014/main" id="{A79CC01A-101A-7625-8E97-9BC0D8C23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7813" y="6522584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8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140:4:0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8" name="Rectangle 38">
                <a:extLst>
                  <a:ext uri="{FF2B5EF4-FFF2-40B4-BE49-F238E27FC236}">
                    <a16:creationId xmlns:a16="http://schemas.microsoft.com/office/drawing/2014/main" id="{836C85BA-F53B-B1BF-7A95-7C65D13AC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2313" y="6522584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solidFill>
                      <a:srgbClr val="262626"/>
                    </a:solidFill>
                  </a:rPr>
                  <a:t>140:4:1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9" name="Rectangle 39">
                <a:extLst>
                  <a:ext uri="{FF2B5EF4-FFF2-40B4-BE49-F238E27FC236}">
                    <a16:creationId xmlns:a16="http://schemas.microsoft.com/office/drawing/2014/main" id="{4B1C692F-7865-053C-A60F-4D1C55945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400" y="6522584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solidFill>
                      <a:srgbClr val="262626"/>
                    </a:solidFill>
                  </a:rPr>
                  <a:t>140:4:2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C5623B0F-4266-A2EC-6855-10AC1B2072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9184" y="6523736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8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140:4:0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F6C3269E-713F-5035-0515-41B488392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3684" y="6523736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solidFill>
                      <a:srgbClr val="262626"/>
                    </a:solidFill>
                  </a:rPr>
                  <a:t>140:4:1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2F84D936-2D31-4E0B-4305-676E3E66D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9771" y="6523736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solidFill>
                      <a:srgbClr val="262626"/>
                    </a:solidFill>
                  </a:rPr>
                  <a:t>140:4:2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3" name="Rectangle 37">
                <a:extLst>
                  <a:ext uri="{FF2B5EF4-FFF2-40B4-BE49-F238E27FC236}">
                    <a16:creationId xmlns:a16="http://schemas.microsoft.com/office/drawing/2014/main" id="{FC2DC1C3-985B-CC67-80F8-58A54456C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5988" y="6523736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8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140:4:0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4" name="Rectangle 38">
                <a:extLst>
                  <a:ext uri="{FF2B5EF4-FFF2-40B4-BE49-F238E27FC236}">
                    <a16:creationId xmlns:a16="http://schemas.microsoft.com/office/drawing/2014/main" id="{94771864-9D19-1397-0F8E-61F3E6128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40488" y="6523736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solidFill>
                      <a:srgbClr val="262626"/>
                    </a:solidFill>
                  </a:rPr>
                  <a:t>140:4:1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5" name="Rectangle 39">
                <a:extLst>
                  <a:ext uri="{FF2B5EF4-FFF2-40B4-BE49-F238E27FC236}">
                    <a16:creationId xmlns:a16="http://schemas.microsoft.com/office/drawing/2014/main" id="{D4DE6E1E-5415-621D-7B3F-159E75DCD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86575" y="6523736"/>
                <a:ext cx="346249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sz="800" dirty="0">
                    <a:solidFill>
                      <a:srgbClr val="262626"/>
                    </a:solidFill>
                  </a:rPr>
                  <a:t>140:4:2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FBB21DE7-F973-116A-13FB-9CF38A26CE02}"/>
                  </a:ext>
                </a:extLst>
              </p:cNvPr>
              <p:cNvSpPr txBox="1"/>
              <p:nvPr/>
            </p:nvSpPr>
            <p:spPr>
              <a:xfrm rot="16200000">
                <a:off x="103540" y="5706589"/>
                <a:ext cx="1561036" cy="3005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i="1" dirty="0"/>
                  <a:t>평균 재방문주기</a:t>
                </a:r>
                <a:r>
                  <a:rPr lang="en-US" altLang="ko-KR" sz="1200" b="1" i="1" dirty="0"/>
                  <a:t> (min)</a:t>
                </a:r>
                <a:endParaRPr lang="ko-KR" altLang="en-US" sz="1200" b="1" i="1" dirty="0"/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AE8D1696-A965-D3FC-7EA2-51BD3B7ADAB9}"/>
                  </a:ext>
                </a:extLst>
              </p:cNvPr>
              <p:cNvSpPr txBox="1"/>
              <p:nvPr/>
            </p:nvSpPr>
            <p:spPr>
              <a:xfrm rot="16200000">
                <a:off x="2598388" y="5620265"/>
                <a:ext cx="17572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i="1" dirty="0"/>
                  <a:t>최대 재방문주기</a:t>
                </a:r>
                <a:r>
                  <a:rPr lang="en-US" altLang="ko-KR" sz="1200" b="1" i="1" dirty="0"/>
                  <a:t> (min)</a:t>
                </a:r>
                <a:endParaRPr lang="ko-KR" altLang="en-US" sz="1200" b="1" i="1" dirty="0"/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D82D3515-6AE0-0C4B-7CB3-7DD1CF6A01F0}"/>
                  </a:ext>
                </a:extLst>
              </p:cNvPr>
              <p:cNvSpPr txBox="1"/>
              <p:nvPr/>
            </p:nvSpPr>
            <p:spPr>
              <a:xfrm rot="16200000">
                <a:off x="5223021" y="5608845"/>
                <a:ext cx="16337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i="1" dirty="0"/>
                  <a:t>재방문주기 총합 </a:t>
                </a:r>
                <a:r>
                  <a:rPr lang="en-US" altLang="ko-KR" sz="1200" b="1" i="1" dirty="0"/>
                  <a:t>(</a:t>
                </a:r>
                <a:r>
                  <a:rPr lang="en-US" altLang="ko-KR" sz="1200" b="1" i="1" dirty="0" err="1"/>
                  <a:t>hr</a:t>
                </a:r>
                <a:r>
                  <a:rPr lang="en-US" altLang="ko-KR" sz="1200" b="1" i="1" dirty="0"/>
                  <a:t>)</a:t>
                </a:r>
                <a:endParaRPr lang="ko-KR" altLang="en-US" sz="1200" b="1" i="1" dirty="0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3812C2B-7347-3B82-484C-AE3E87A5F1A6}"/>
                </a:ext>
              </a:extLst>
            </p:cNvPr>
            <p:cNvSpPr txBox="1"/>
            <p:nvPr/>
          </p:nvSpPr>
          <p:spPr>
            <a:xfrm>
              <a:off x="1900847" y="6639552"/>
              <a:ext cx="48763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8FAEFF-830B-86CF-E82D-8854C7DE0423}"/>
                </a:ext>
              </a:extLst>
            </p:cNvPr>
            <p:cNvSpPr txBox="1"/>
            <p:nvPr/>
          </p:nvSpPr>
          <p:spPr>
            <a:xfrm>
              <a:off x="4498442" y="6645379"/>
              <a:ext cx="48763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C6C704E-D875-9E74-AAF7-69474221C9DB}"/>
                </a:ext>
              </a:extLst>
            </p:cNvPr>
            <p:cNvSpPr txBox="1"/>
            <p:nvPr/>
          </p:nvSpPr>
          <p:spPr>
            <a:xfrm>
              <a:off x="7049022" y="6645379"/>
              <a:ext cx="48763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20C010-FF02-E435-A8E2-19DB715A289D}"/>
                </a:ext>
              </a:extLst>
            </p:cNvPr>
            <p:cNvSpPr txBox="1"/>
            <p:nvPr/>
          </p:nvSpPr>
          <p:spPr>
            <a:xfrm>
              <a:off x="6639826" y="5116144"/>
              <a:ext cx="4491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i="1" dirty="0"/>
                <a:t>40.76</a:t>
              </a:r>
              <a:endParaRPr lang="ko-KR" altLang="en-US" sz="800" b="1" i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10B075-2E92-8260-99AE-4E33815898E1}"/>
                </a:ext>
              </a:extLst>
            </p:cNvPr>
            <p:cNvSpPr txBox="1"/>
            <p:nvPr/>
          </p:nvSpPr>
          <p:spPr>
            <a:xfrm>
              <a:off x="7083548" y="5093284"/>
              <a:ext cx="4491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i="1" dirty="0"/>
                <a:t>41.49</a:t>
              </a:r>
              <a:endParaRPr lang="ko-KR" altLang="en-US" sz="800" b="1" i="1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A6321D5-D760-8340-9CAD-0D1E51B60EE8}"/>
                </a:ext>
              </a:extLst>
            </p:cNvPr>
            <p:cNvSpPr txBox="1"/>
            <p:nvPr/>
          </p:nvSpPr>
          <p:spPr>
            <a:xfrm>
              <a:off x="7514179" y="5047564"/>
              <a:ext cx="4491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i="1" dirty="0"/>
                <a:t>42.71</a:t>
              </a:r>
              <a:endParaRPr lang="ko-KR" altLang="en-US" sz="800" b="1" i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C102E26-6E97-6912-83FF-D181443A1B40}"/>
                </a:ext>
              </a:extLst>
            </p:cNvPr>
            <p:cNvSpPr txBox="1"/>
            <p:nvPr/>
          </p:nvSpPr>
          <p:spPr>
            <a:xfrm>
              <a:off x="1479728" y="5245316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1.70</a:t>
              </a:r>
              <a:endParaRPr lang="ko-KR" altLang="en-US" sz="1050" b="1" i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0D504DE-EB0A-5AED-DA81-10C00FF57305}"/>
                </a:ext>
              </a:extLst>
            </p:cNvPr>
            <p:cNvSpPr txBox="1"/>
            <p:nvPr/>
          </p:nvSpPr>
          <p:spPr>
            <a:xfrm>
              <a:off x="1929170" y="5170589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1.79</a:t>
              </a:r>
              <a:endParaRPr lang="ko-KR" altLang="en-US" sz="1050" b="1" i="1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4B9C987-B026-5409-0A23-35142D491B88}"/>
                </a:ext>
              </a:extLst>
            </p:cNvPr>
            <p:cNvSpPr txBox="1"/>
            <p:nvPr/>
          </p:nvSpPr>
          <p:spPr>
            <a:xfrm>
              <a:off x="2370644" y="5101473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1.92</a:t>
              </a:r>
              <a:endParaRPr lang="ko-KR" altLang="en-US" sz="1050" b="1" i="1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D665EF1-2D07-5CD7-632D-2303C8951209}"/>
                </a:ext>
              </a:extLst>
            </p:cNvPr>
            <p:cNvSpPr txBox="1"/>
            <p:nvPr/>
          </p:nvSpPr>
          <p:spPr>
            <a:xfrm>
              <a:off x="4046896" y="5227836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7.45</a:t>
              </a:r>
              <a:endParaRPr lang="ko-KR" altLang="en-US" sz="1050" b="1" i="1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67932DB-C124-6C73-B6B9-932392837692}"/>
                </a:ext>
              </a:extLst>
            </p:cNvPr>
            <p:cNvSpPr txBox="1"/>
            <p:nvPr/>
          </p:nvSpPr>
          <p:spPr>
            <a:xfrm>
              <a:off x="4496338" y="5061669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8.50</a:t>
              </a:r>
              <a:endParaRPr lang="ko-KR" altLang="en-US" sz="1050" b="1" i="1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1C67A6C-ED44-C27E-4BBC-DDB583B1F2CA}"/>
                </a:ext>
              </a:extLst>
            </p:cNvPr>
            <p:cNvSpPr txBox="1"/>
            <p:nvPr/>
          </p:nvSpPr>
          <p:spPr>
            <a:xfrm>
              <a:off x="4945432" y="5266873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7.40</a:t>
              </a:r>
              <a:endParaRPr lang="ko-KR" altLang="en-US" sz="1050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33642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090B32-95E2-3E22-AE67-B3F9ED29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1D92B27-F6CC-755B-AD70-0AFC9D987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</a:t>
                </a:r>
                <a:r>
                  <a:rPr lang="ko-KR" altLang="en-US" dirty="0" err="1"/>
                  <a:t>위성군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기준궤도</a:t>
                </a:r>
                <a:r>
                  <a:rPr lang="en-US" altLang="ko-KR" dirty="0"/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고도</a:t>
                </a:r>
                <a:r>
                  <a:rPr lang="en-US" altLang="ko-KR" dirty="0"/>
                  <a:t> 1200 km, </a:t>
                </a:r>
                <a:r>
                  <a:rPr lang="ko-KR" altLang="en-US" dirty="0"/>
                  <a:t>궤도경사각</a:t>
                </a:r>
                <a:r>
                  <a:rPr lang="en-US" altLang="ko-KR" dirty="0"/>
                  <a:t> 40 deg</a:t>
                </a:r>
              </a:p>
              <a:p>
                <a:pPr lvl="2"/>
                <a:r>
                  <a:rPr lang="ko-KR" altLang="en-US" dirty="0"/>
                  <a:t>한반도 관측을 위한 최적 궤도경사각</a:t>
                </a:r>
                <a:r>
                  <a:rPr lang="en-US" altLang="ko-KR" dirty="0"/>
                  <a:t> (39~40 deg)</a:t>
                </a:r>
              </a:p>
              <a:p>
                <a:pPr lvl="1"/>
                <a:r>
                  <a:rPr lang="ko-KR" altLang="en-US" b="1" u="sng" dirty="0"/>
                  <a:t>설계 파라미터</a:t>
                </a:r>
                <a:r>
                  <a:rPr lang="en-US" altLang="ko-KR" b="1" u="sng" dirty="0"/>
                  <a:t> </a:t>
                </a:r>
                <a:r>
                  <a:rPr lang="en-US" altLang="ko-KR" b="1" u="sng" dirty="0">
                    <a:sym typeface="Wingdings" panose="05000000000000000000" pitchFamily="2" charset="2"/>
                  </a:rPr>
                  <a:t>(T/P/F)</a:t>
                </a:r>
              </a:p>
              <a:p>
                <a:pPr lvl="2"/>
                <a:r>
                  <a:rPr lang="en-US" altLang="ko-KR" i="1" dirty="0">
                    <a:sym typeface="Wingdings" panose="05000000000000000000" pitchFamily="2" charset="2"/>
                  </a:rPr>
                  <a:t>T</a:t>
                </a:r>
                <a:r>
                  <a:rPr lang="en-US" altLang="ko-KR" dirty="0">
                    <a:sym typeface="Wingdings" panose="05000000000000000000" pitchFamily="2" charset="2"/>
                  </a:rPr>
                  <a:t> (</a:t>
                </a:r>
                <a:r>
                  <a:rPr lang="ko-KR" altLang="en-US" dirty="0">
                    <a:sym typeface="Wingdings" panose="05000000000000000000" pitchFamily="2" charset="2"/>
                  </a:rPr>
                  <a:t>총 위성수</a:t>
                </a:r>
                <a:r>
                  <a:rPr lang="en-US" altLang="ko-KR" dirty="0">
                    <a:sym typeface="Wingdings" panose="05000000000000000000" pitchFamily="2" charset="2"/>
                  </a:rPr>
                  <a:t>)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►</a:t>
                </a:r>
                <a:r>
                  <a:rPr lang="en-US" altLang="ko-KR" dirty="0">
                    <a:sym typeface="Wingdings" panose="05000000000000000000" pitchFamily="2" charset="2"/>
                  </a:rPr>
                  <a:t> 160</a:t>
                </a:r>
              </a:p>
              <a:p>
                <a:pPr lvl="2"/>
                <a:r>
                  <a:rPr lang="en-US" altLang="ko-KR" i="1" dirty="0">
                    <a:sym typeface="Wingdings" panose="05000000000000000000" pitchFamily="2" charset="2"/>
                  </a:rPr>
                  <a:t>P</a:t>
                </a:r>
                <a:r>
                  <a:rPr lang="en-US" altLang="ko-KR" dirty="0">
                    <a:sym typeface="Wingdings" panose="05000000000000000000" pitchFamily="2" charset="2"/>
                  </a:rPr>
                  <a:t> (</a:t>
                </a:r>
                <a:r>
                  <a:rPr lang="ko-KR" altLang="en-US" dirty="0">
                    <a:sym typeface="Wingdings" panose="05000000000000000000" pitchFamily="2" charset="2"/>
                  </a:rPr>
                  <a:t>궤도평면 수</a:t>
                </a:r>
                <a:r>
                  <a:rPr lang="en-US" altLang="ko-KR" dirty="0">
                    <a:sym typeface="Wingdings" panose="05000000000000000000" pitchFamily="2" charset="2"/>
                  </a:rPr>
                  <a:t>)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►</a:t>
                </a:r>
                <a:r>
                  <a:rPr lang="en-US" altLang="ko-KR" dirty="0">
                    <a:sym typeface="Wingdings" panose="05000000000000000000" pitchFamily="2" charset="2"/>
                  </a:rPr>
                  <a:t> 4, 5, 8</a:t>
                </a:r>
              </a:p>
              <a:p>
                <a:pPr lvl="2"/>
                <a:r>
                  <a:rPr lang="en-US" altLang="ko-KR" i="1" dirty="0"/>
                  <a:t>F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인접위성 간 위상 차</a:t>
                </a:r>
                <a:r>
                  <a:rPr lang="en-US" altLang="ko-KR" dirty="0"/>
                  <a:t>)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► 0 ~ 7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관심지역</a:t>
                </a:r>
                <a:r>
                  <a:rPr lang="en-US" altLang="ko-KR" dirty="0"/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대전</a:t>
                </a:r>
                <a:r>
                  <a:rPr lang="en-US" altLang="ko-KR" dirty="0"/>
                  <a:t> (</a:t>
                </a:r>
                <a:r>
                  <a:rPr lang="ko-KR" altLang="en-US" dirty="0"/>
                  <a:t>점 타겟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ko-KR" altLang="en-US" dirty="0" err="1"/>
                  <a:t>탑재체</a:t>
                </a:r>
                <a:r>
                  <a:rPr lang="ko-KR" altLang="en-US" dirty="0"/>
                  <a:t> 성능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지상 빔 직경</a:t>
                </a:r>
                <a:r>
                  <a:rPr lang="en-US" altLang="ko-KR" dirty="0"/>
                  <a:t>: 1280 km</a:t>
                </a:r>
              </a:p>
              <a:p>
                <a:pPr lvl="2"/>
                <a:r>
                  <a:rPr lang="ko-KR" altLang="en-US" dirty="0"/>
                  <a:t>최대 위성간 거리 </a:t>
                </a:r>
                <a:r>
                  <a:rPr lang="en-US" altLang="ko-KR" dirty="0"/>
                  <a:t>(ISL </a:t>
                </a:r>
                <a:r>
                  <a:rPr lang="ko-KR" altLang="en-US" dirty="0"/>
                  <a:t>통신</a:t>
                </a:r>
                <a:r>
                  <a:rPr lang="en-US" altLang="ko-KR" dirty="0"/>
                  <a:t>)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dirty="0"/>
                  <a:t> 2000 km</a:t>
                </a:r>
              </a:p>
              <a:p>
                <a:r>
                  <a:rPr lang="ko-KR" altLang="en-US" dirty="0"/>
                  <a:t>수치 시뮬레이션 </a:t>
                </a:r>
                <a:r>
                  <a:rPr lang="en-US" altLang="ko-KR" dirty="0"/>
                  <a:t>(two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body)</a:t>
                </a:r>
              </a:p>
              <a:p>
                <a:pPr lvl="1"/>
                <a:r>
                  <a:rPr lang="en-US" altLang="ko-KR" dirty="0" err="1">
                    <a:sym typeface="Wingdings" panose="05000000000000000000" pitchFamily="2" charset="2"/>
                  </a:rPr>
                  <a:t>FreeFlyer</a:t>
                </a:r>
                <a:r>
                  <a:rPr lang="en-US" altLang="ko-KR" dirty="0">
                    <a:sym typeface="Wingdings" panose="05000000000000000000" pitchFamily="2" charset="2"/>
                  </a:rPr>
                  <a:t>: </a:t>
                </a:r>
                <a:r>
                  <a:rPr lang="ko-KR" altLang="en-US" dirty="0" err="1">
                    <a:sym typeface="Wingdings" panose="05000000000000000000" pitchFamily="2" charset="2"/>
                  </a:rPr>
                  <a:t>위성군</a:t>
                </a:r>
                <a:r>
                  <a:rPr lang="ko-KR" altLang="en-US" dirty="0">
                    <a:sym typeface="Wingdings" panose="05000000000000000000" pitchFamily="2" charset="2"/>
                  </a:rPr>
                  <a:t> 설계 및 궤도전파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dirty="0">
                    <a:sym typeface="Wingdings" panose="05000000000000000000" pitchFamily="2" charset="2"/>
                  </a:rPr>
                  <a:t>MATLAB: </a:t>
                </a:r>
                <a:r>
                  <a:rPr lang="ko-KR" altLang="en-US" dirty="0">
                    <a:sym typeface="Wingdings" panose="05000000000000000000" pitchFamily="2" charset="2"/>
                  </a:rPr>
                  <a:t>데이터 분석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1D92B27-F6CC-755B-AD70-0AFC9D987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24F5EBA2-B414-C56E-41D4-D34CD021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설정</a:t>
            </a:r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82F279E0-FDD0-362D-F79C-DE7E3ABC602C}"/>
              </a:ext>
            </a:extLst>
          </p:cNvPr>
          <p:cNvGraphicFramePr>
            <a:graphicFrameLocks noGrp="1"/>
          </p:cNvGraphicFramePr>
          <p:nvPr/>
        </p:nvGraphicFramePr>
        <p:xfrm>
          <a:off x="5410199" y="3978779"/>
          <a:ext cx="3543238" cy="1524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771619">
                  <a:extLst>
                    <a:ext uri="{9D8B030D-6E8A-4147-A177-3AD203B41FA5}">
                      <a16:colId xmlns:a16="http://schemas.microsoft.com/office/drawing/2014/main" val="4127819577"/>
                    </a:ext>
                  </a:extLst>
                </a:gridCol>
                <a:gridCol w="1771619">
                  <a:extLst>
                    <a:ext uri="{9D8B030D-6E8A-4147-A177-3AD203B41FA5}">
                      <a16:colId xmlns:a16="http://schemas.microsoft.com/office/drawing/2014/main" val="214691260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동역학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64092"/>
                  </a:ext>
                </a:extLst>
              </a:tr>
              <a:tr h="1649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중력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대기항력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40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태양복사압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</a:t>
                      </a:r>
                      <a:r>
                        <a:rPr lang="ko-KR" altLang="en-US" sz="1400" b="1" dirty="0"/>
                        <a:t>체 중력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338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21592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CDC0A6DC-A35C-F7D5-3190-CFD0080A38DA}"/>
              </a:ext>
            </a:extLst>
          </p:cNvPr>
          <p:cNvGrpSpPr/>
          <p:nvPr/>
        </p:nvGrpSpPr>
        <p:grpSpPr>
          <a:xfrm>
            <a:off x="4460338" y="2102441"/>
            <a:ext cx="4476142" cy="1762071"/>
            <a:chOff x="4894571" y="2097143"/>
            <a:chExt cx="4189123" cy="164908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6AE2D95-3616-CBEB-E446-AD81073646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9899"/>
            <a:stretch/>
          </p:blipFill>
          <p:spPr>
            <a:xfrm>
              <a:off x="4894571" y="2097143"/>
              <a:ext cx="4121644" cy="134833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AD97F1-317A-5F6F-BEEF-F148A5962F36}"/>
                </a:ext>
              </a:extLst>
            </p:cNvPr>
            <p:cNvSpPr txBox="1"/>
            <p:nvPr/>
          </p:nvSpPr>
          <p:spPr>
            <a:xfrm>
              <a:off x="4978805" y="3544595"/>
              <a:ext cx="4104889" cy="2016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i="1" dirty="0"/>
                <a:t>&lt;</a:t>
              </a:r>
              <a:r>
                <a:rPr lang="ko-KR" altLang="en-US" sz="800" b="1" i="1" dirty="0"/>
                <a:t>워커</a:t>
              </a:r>
              <a:r>
                <a:rPr lang="en-US" altLang="ko-KR" sz="800" b="1" i="1" dirty="0"/>
                <a:t>-</a:t>
              </a:r>
              <a:r>
                <a:rPr lang="ko-KR" altLang="en-US" sz="800" b="1" i="1" dirty="0"/>
                <a:t>스타</a:t>
              </a:r>
              <a:r>
                <a:rPr lang="en-US" altLang="ko-KR" sz="800" b="1" i="1" dirty="0"/>
                <a:t>, </a:t>
              </a:r>
              <a:r>
                <a:rPr lang="ko-KR" altLang="en-US" sz="800" b="1" i="1" dirty="0"/>
                <a:t>워커</a:t>
              </a:r>
              <a:r>
                <a:rPr lang="en-US" altLang="ko-KR" sz="800" b="1" i="1" dirty="0"/>
                <a:t>-</a:t>
              </a:r>
              <a:r>
                <a:rPr lang="ko-KR" altLang="en-US" sz="800" b="1" i="1" dirty="0"/>
                <a:t>델타</a:t>
              </a:r>
              <a:r>
                <a:rPr lang="en-US" altLang="ko-KR" sz="800" b="1" i="1" dirty="0"/>
                <a:t>, </a:t>
              </a:r>
              <a:r>
                <a:rPr lang="ko-KR" altLang="en-US" sz="800" b="1" i="1" dirty="0"/>
                <a:t>혼합 위성군의 기하적 배치 형상 </a:t>
              </a:r>
              <a:r>
                <a:rPr lang="en-US" altLang="ko-KR" sz="800" b="1" i="1" dirty="0"/>
                <a:t>(I. Leyva-Mayorga et al., 2022) &gt;</a:t>
              </a:r>
              <a:endParaRPr lang="ko-KR" altLang="en-US" sz="800" b="1" i="1" dirty="0"/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CA5294C-E19D-4D3E-8127-E52B7AAF8B85}"/>
              </a:ext>
            </a:extLst>
          </p:cNvPr>
          <p:cNvGraphicFramePr>
            <a:graphicFrameLocks noGrp="1"/>
          </p:cNvGraphicFramePr>
          <p:nvPr/>
        </p:nvGraphicFramePr>
        <p:xfrm>
          <a:off x="336301" y="5773387"/>
          <a:ext cx="8629836" cy="9144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157459">
                  <a:extLst>
                    <a:ext uri="{9D8B030D-6E8A-4147-A177-3AD203B41FA5}">
                      <a16:colId xmlns:a16="http://schemas.microsoft.com/office/drawing/2014/main" val="4127819577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2146912604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646114146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2784239216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시뮬레이션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64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시작시각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종료시각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전파 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시간간격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40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2020-01-01 00:00:00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2020-01-04 00:00:00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 days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 sec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0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2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재방문 주기 평균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최대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총합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</a:t>
                </a:r>
                <a:r>
                  <a:rPr lang="en-US" altLang="ko-KR" dirty="0">
                    <a:sym typeface="Wingdings" panose="05000000000000000000" pitchFamily="2" charset="2"/>
                  </a:rPr>
                  <a:t>-</a:t>
                </a:r>
                <a:r>
                  <a:rPr lang="ko-KR" altLang="en-US" dirty="0">
                    <a:sym typeface="Wingdings" panose="05000000000000000000" pitchFamily="2" charset="2"/>
                  </a:rPr>
                  <a:t>지상간 통신의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불연속성 존재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ko-KR" sz="1400" b="1" i="1" kern="100" smtClean="0">
                        <a:effectLst/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altLang="ko-KR" dirty="0"/>
                  <a:t> (</a:t>
                </a:r>
                <a:r>
                  <a:rPr lang="ko-KR" altLang="en-US" dirty="0"/>
                  <a:t>상대 위도인수 차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조정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위성간</a:t>
                </a:r>
                <a:r>
                  <a:rPr lang="ko-KR" altLang="en-US" dirty="0"/>
                  <a:t> 상대거리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최대 위성간 통신 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(2000 km)   </a:t>
                </a:r>
                <a:r>
                  <a:rPr lang="ko-KR" altLang="en-US" dirty="0"/>
                  <a:t>위성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위성간 통신 가능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설계 파라미터 설정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dirty="0"/>
                  <a:t> 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ko-KR" altLang="en-US" dirty="0"/>
                  <a:t>시뮬레이션 결과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21EBF5F1-BF30-C287-DEB7-BC1307A8D6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57075" y="2659227"/>
              <a:ext cx="8629843" cy="6096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총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위성 평면 수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평면 당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상대 위도인수 차</a:t>
                          </a:r>
                          <a:r>
                            <a:rPr lang="en-US" altLang="ko-KR" sz="14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160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40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21EBF5F1-BF30-C287-DEB7-BC1307A8D6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8070670"/>
                  </p:ext>
                </p:extLst>
              </p:nvPr>
            </p:nvGraphicFramePr>
            <p:xfrm>
              <a:off x="257075" y="2659227"/>
              <a:ext cx="8629843" cy="6096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252" t="-3922" r="-300971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7742" t="-3922" r="-200000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576" t="-3922" r="-100647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8576" t="-3922" r="-647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160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40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F64C9927-A08D-94FF-33D3-019AFE3F61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207040"/>
                  </p:ext>
                </p:extLst>
              </p:nvPr>
            </p:nvGraphicFramePr>
            <p:xfrm>
              <a:off x="385621" y="3723936"/>
              <a:ext cx="6454933" cy="2438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105121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400" dirty="0"/>
                            <a:t>상대 위도인수 차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0662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0.95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2103864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4.83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81109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59.81 min (0.99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0973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F64C9927-A08D-94FF-33D3-019AFE3F61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207040"/>
                  </p:ext>
                </p:extLst>
              </p:nvPr>
            </p:nvGraphicFramePr>
            <p:xfrm>
              <a:off x="385621" y="3723936"/>
              <a:ext cx="6454933" cy="2438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105121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2174906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89" t="-2000" r="-206936" b="-7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  <a:tr h="304800">
                    <a:tc rowSpan="4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0662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0.95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21038649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4.83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811096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59.81 min (0.99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0973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57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재방문 주기 평균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최대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총합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</a:t>
                </a:r>
                <a:r>
                  <a:rPr lang="en-US" altLang="ko-KR" dirty="0">
                    <a:sym typeface="Wingdings" panose="05000000000000000000" pitchFamily="2" charset="2"/>
                  </a:rPr>
                  <a:t>-</a:t>
                </a:r>
                <a:r>
                  <a:rPr lang="ko-KR" altLang="en-US" dirty="0">
                    <a:sym typeface="Wingdings" panose="05000000000000000000" pitchFamily="2" charset="2"/>
                  </a:rPr>
                  <a:t>지상간 통신의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불연속성 존재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ko-KR" sz="1400" b="1" i="1" kern="100" smtClean="0">
                        <a:effectLst/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altLang="ko-KR" dirty="0"/>
                  <a:t> (</a:t>
                </a:r>
                <a:r>
                  <a:rPr lang="ko-KR" altLang="en-US" dirty="0"/>
                  <a:t>상대 위도인수 차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조정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위성간</a:t>
                </a:r>
                <a:r>
                  <a:rPr lang="ko-KR" altLang="en-US" dirty="0"/>
                  <a:t> 상대거리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최대 위성간 통신 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(2000 km)   </a:t>
                </a:r>
                <a:r>
                  <a:rPr lang="ko-KR" altLang="en-US" dirty="0"/>
                  <a:t>위성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위성간 통신 가능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설계 파라미터 설정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dirty="0"/>
                  <a:t> 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ko-KR" altLang="en-US" dirty="0"/>
                  <a:t>시뮬레이션 결과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21EBF5F1-BF30-C287-DEB7-BC1307A8D6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57075" y="2659227"/>
              <a:ext cx="8629843" cy="6096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총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위성 평면 수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평면 당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상대 위도인수 차</a:t>
                          </a:r>
                          <a:r>
                            <a:rPr lang="en-US" altLang="ko-KR" sz="14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160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32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21EBF5F1-BF30-C287-DEB7-BC1307A8D6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0284788"/>
                  </p:ext>
                </p:extLst>
              </p:nvPr>
            </p:nvGraphicFramePr>
            <p:xfrm>
              <a:off x="257075" y="2659227"/>
              <a:ext cx="8629843" cy="6096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252" t="-3922" r="-300971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7742" t="-3922" r="-200000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576" t="-3922" r="-100647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8576" t="-3922" r="-647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160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32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F64C9927-A08D-94FF-33D3-019AFE3F61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374130"/>
                  </p:ext>
                </p:extLst>
              </p:nvPr>
            </p:nvGraphicFramePr>
            <p:xfrm>
              <a:off x="257075" y="3723936"/>
              <a:ext cx="8629844" cy="2438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050190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2193218">
                      <a:extLst>
                        <a:ext uri="{9D8B030D-6E8A-4147-A177-3AD203B41FA5}">
                          <a16:colId xmlns:a16="http://schemas.microsoft.com/office/drawing/2014/main" val="3060258433"/>
                        </a:ext>
                      </a:extLst>
                    </a:gridCol>
                    <a:gridCol w="2193218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2193218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400" dirty="0"/>
                            <a:t>상대 위도인수 차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ko-KR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0.45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0.52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0.48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1.67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3.62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4.27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446.92 min (7.45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405.07 min (6.75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337.2 min (5.62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  <a:tr h="0">
                    <a:tc rowSpan="4" gridSpan="2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4"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0662"/>
                      </a:ext>
                    </a:extLst>
                  </a:tr>
                  <a:tr h="0">
                    <a:tc gridSpan="2"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0.57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0.65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21038649"/>
                      </a:ext>
                    </a:extLst>
                  </a:tr>
                  <a:tr h="0">
                    <a:tc gridSpan="2"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7.17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9.33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811096"/>
                      </a:ext>
                    </a:extLst>
                  </a:tr>
                  <a:tr h="0">
                    <a:tc gridSpan="2"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377.25min (6.29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488.43 min (8.14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0973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F64C9927-A08D-94FF-33D3-019AFE3F61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374130"/>
                  </p:ext>
                </p:extLst>
              </p:nvPr>
            </p:nvGraphicFramePr>
            <p:xfrm>
              <a:off x="257075" y="3723936"/>
              <a:ext cx="8629844" cy="24384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050190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2193218">
                      <a:extLst>
                        <a:ext uri="{9D8B030D-6E8A-4147-A177-3AD203B41FA5}">
                          <a16:colId xmlns:a16="http://schemas.microsoft.com/office/drawing/2014/main" val="3060258433"/>
                        </a:ext>
                      </a:extLst>
                    </a:gridCol>
                    <a:gridCol w="2193218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2193218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8" t="-2000" r="-322024" b="-7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ko-KR" alt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0.45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0.52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0.48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1.67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3.62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4.27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446.92 min (7.45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405.07 min (6.75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337.2 min (5.62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  <a:tr h="304800">
                    <a:tc rowSpan="4" gridSpan="2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4"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0662"/>
                      </a:ext>
                    </a:extLst>
                  </a:tr>
                  <a:tr h="304800">
                    <a:tc gridSpan="2"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0.57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0.65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21038649"/>
                      </a:ext>
                    </a:extLst>
                  </a:tr>
                  <a:tr h="304800">
                    <a:tc gridSpan="2"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7.17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9.33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811096"/>
                      </a:ext>
                    </a:extLst>
                  </a:tr>
                  <a:tr h="304800">
                    <a:tc gridSpan="2"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377.25min (6.29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488.43 min (8.14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0973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51636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재방문 주기 평균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최대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총합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</a:t>
                </a:r>
                <a:r>
                  <a:rPr lang="en-US" altLang="ko-KR" dirty="0">
                    <a:sym typeface="Wingdings" panose="05000000000000000000" pitchFamily="2" charset="2"/>
                  </a:rPr>
                  <a:t>-</a:t>
                </a:r>
                <a:r>
                  <a:rPr lang="ko-KR" altLang="en-US" dirty="0">
                    <a:sym typeface="Wingdings" panose="05000000000000000000" pitchFamily="2" charset="2"/>
                  </a:rPr>
                  <a:t>지상간 통신의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불연속성 존재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ko-KR" sz="1400" b="1" i="1" kern="100" smtClean="0">
                        <a:effectLst/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altLang="ko-KR" dirty="0"/>
                  <a:t> (</a:t>
                </a:r>
                <a:r>
                  <a:rPr lang="ko-KR" altLang="en-US" dirty="0"/>
                  <a:t>상대 위도인수 차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조정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위성간</a:t>
                </a:r>
                <a:r>
                  <a:rPr lang="ko-KR" altLang="en-US" dirty="0"/>
                  <a:t> 상대거리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최대 위성간 통신 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(2000 km)   </a:t>
                </a:r>
                <a:r>
                  <a:rPr lang="ko-KR" altLang="en-US" dirty="0"/>
                  <a:t>위성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위성간 통신 가능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설계 파라미터 설정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dirty="0"/>
                  <a:t> 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ko-KR" altLang="en-US" dirty="0"/>
                  <a:t>시뮬레이션 결과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21EBF5F1-BF30-C287-DEB7-BC1307A8D6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2051232"/>
                  </p:ext>
                </p:extLst>
              </p:nvPr>
            </p:nvGraphicFramePr>
            <p:xfrm>
              <a:off x="257075" y="2659227"/>
              <a:ext cx="8629843" cy="6096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총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위성 평면 수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평면 당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상대 위도인수 차</a:t>
                          </a:r>
                          <a:r>
                            <a:rPr lang="en-US" altLang="ko-KR" sz="14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160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21EBF5F1-BF30-C287-DEB7-BC1307A8D6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2051232"/>
                  </p:ext>
                </p:extLst>
              </p:nvPr>
            </p:nvGraphicFramePr>
            <p:xfrm>
              <a:off x="257075" y="2659227"/>
              <a:ext cx="8629843" cy="6096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252" t="-3922" r="-300971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7742" t="-3922" r="-200000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8576" t="-3922" r="-100647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8576" t="-3922" r="-647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160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B44A68E-E3A8-C5BB-E5C5-147D488474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4957481"/>
                  </p:ext>
                </p:extLst>
              </p:nvPr>
            </p:nvGraphicFramePr>
            <p:xfrm>
              <a:off x="385621" y="3723936"/>
              <a:ext cx="8501297" cy="286512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772493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432201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432201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432201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432201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400" dirty="0"/>
                            <a:t>상대 위도인수 차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3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2.41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1.86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1.07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0.48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4.63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4.47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4.38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2.92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1792.98 min (29.88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1398.47 min (23.31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796.05 min</a:t>
                          </a:r>
                        </a:p>
                        <a:p>
                          <a:pPr algn="ctr" latinLnBrk="1"/>
                          <a:r>
                            <a:rPr lang="en-US" altLang="ko-KR" sz="1400" dirty="0"/>
                            <a:t>(13.27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 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267.52 min (4.459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0662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1.02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0.67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1.08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1.77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2103864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5.73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9.42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12.8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16.47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81109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243.73 min (4.06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335.38 min (5.59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719.18 min (11.97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1200.2 min (20.0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0973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B44A68E-E3A8-C5BB-E5C5-147D488474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4957481"/>
                  </p:ext>
                </p:extLst>
              </p:nvPr>
            </p:nvGraphicFramePr>
            <p:xfrm>
              <a:off x="385621" y="3723936"/>
              <a:ext cx="8501297" cy="286512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772493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432201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432201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432201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432201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0" t="-2000" r="-207033" b="-86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3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2.41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1.86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1.07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0.48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4.63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4.47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4.38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2.92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1792.98 min (29.88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1398.47 min (23.31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796.05 min</a:t>
                          </a:r>
                        </a:p>
                        <a:p>
                          <a:pPr algn="ctr" latinLnBrk="1"/>
                          <a:r>
                            <a:rPr lang="en-US" altLang="ko-KR" sz="1400" dirty="0"/>
                            <a:t>(13.27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 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267.52 min (4.459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  <a:tr h="304800">
                    <a:tc rowSpan="4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0662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1.02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0.67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1.08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1.77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21038649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5.73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9.42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12.8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16.47 min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811096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243.73 min (4.06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335.38 min (5.59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719.18 min (11.97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1200.2 min (20.0 </a:t>
                          </a:r>
                          <a:r>
                            <a:rPr lang="en-US" altLang="ko-KR" sz="1400" dirty="0" err="1"/>
                            <a:t>hr</a:t>
                          </a:r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0973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46431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79394</TotalTime>
  <Words>1514</Words>
  <Application>Microsoft Office PowerPoint</Application>
  <PresentationFormat>화면 슬라이드 쇼(4:3)</PresentationFormat>
  <Paragraphs>441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정기 연구미팅 보고</vt:lpstr>
      <vt:lpstr>시뮬레이션 설정</vt:lpstr>
      <vt:lpstr>시뮬레이션 결과 [1/3]</vt:lpstr>
      <vt:lpstr>시뮬레이션 결과 [1/3]</vt:lpstr>
      <vt:lpstr>시뮬레이션 결과 [2/3]</vt:lpstr>
      <vt:lpstr>시뮬레이션 결과 [3/3]</vt:lpstr>
      <vt:lpstr>시뮬레이션 설정</vt:lpstr>
      <vt:lpstr>시뮬레이션 결과 [1/3]</vt:lpstr>
      <vt:lpstr>시뮬레이션 결과 [1/3]</vt:lpstr>
      <vt:lpstr>시뮬레이션 결과 [1/3]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4496</cp:revision>
  <dcterms:created xsi:type="dcterms:W3CDTF">2018-01-29T02:45:56Z</dcterms:created>
  <dcterms:modified xsi:type="dcterms:W3CDTF">2022-11-16T10:07:48Z</dcterms:modified>
</cp:coreProperties>
</file>