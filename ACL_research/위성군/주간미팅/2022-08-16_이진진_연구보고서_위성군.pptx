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8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78" r:id="rId6"/>
    <p:sldId id="279" r:id="rId7"/>
    <p:sldId id="282" r:id="rId8"/>
    <p:sldId id="280" r:id="rId9"/>
    <p:sldId id="281" r:id="rId10"/>
    <p:sldId id="283" r:id="rId11"/>
    <p:sldId id="284" r:id="rId12"/>
    <p:sldId id="286" r:id="rId13"/>
    <p:sldId id="285" r:id="rId14"/>
    <p:sldId id="287" r:id="rId15"/>
    <p:sldId id="288" r:id="rId16"/>
    <p:sldId id="274" r:id="rId17"/>
    <p:sldId id="276" r:id="rId18"/>
    <p:sldId id="277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95" d="100"/>
          <a:sy n="95" d="100"/>
        </p:scale>
        <p:origin x="2268" y="78"/>
      </p:cViewPr>
      <p:guideLst>
        <p:guide orient="horz" pos="2157"/>
        <p:guide pos="287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2022-08-16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이진진</a:t>
            </a:r>
          </a:p>
          <a:p>
            <a:pPr lvl="0">
              <a:defRPr/>
            </a:pPr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</a:p>
          <a:p>
            <a:pPr lvl="0">
              <a:defRPr/>
            </a:pPr>
            <a:r>
              <a:rPr lang="en-US" altLang="ko-KR" dirty="0"/>
              <a:t>2022-08-16</a:t>
            </a:r>
          </a:p>
        </p:txBody>
      </p:sp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정기 연구미팅 보고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/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2000" b="1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2000" b="1">
                          <a:solidFill>
                            <a:schemeClr val="tx1"/>
                          </a:solidFill>
                        </a:rPr>
                        <a:t>에 대한 연구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주제 및 성격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주요 목표 및 진행 상황</a:t>
            </a:r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885550"/>
              </p:ext>
            </p:extLst>
          </p:nvPr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선행연구 자료조사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2022.07.25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맑은 고딕"/>
                          <a:cs typeface="Times New Roman"/>
                        </a:rPr>
                        <a:t>2022.08.16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Free Flyer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프로그램 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2022.08.16</a:t>
                      </a: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2022.08.31</a:t>
                      </a: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33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종 위성군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OptiSAR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에 대한 위성군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Free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Flyer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소프트웨어 </a:t>
            </a: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선행 </a:t>
            </a:r>
            <a:r>
              <a:rPr lang="ko-KR" altLang="en-US" dirty="0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Coverage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15BBD1-6E44-1C77-17DE-1058C97E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67" y="1629661"/>
            <a:ext cx="6930644" cy="4403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https://ai-solutions.com/_help_Files/sample_mission_plans.htm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5837751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Blockage diagram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CA8425-6EA7-8CE0-398C-856EBB79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507253"/>
            <a:ext cx="6556498" cy="461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671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2A237D-11D1-E896-A39C-011E7ADA7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67" y="1015537"/>
            <a:ext cx="3094683" cy="51113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44DE2B-6AAF-441A-D772-03B9B5CF3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47" y="1050263"/>
            <a:ext cx="4658855" cy="429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110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Cardinal points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2050" name="Picture 2" descr="A visual representation of the Alpha angle.">
            <a:extLst>
              <a:ext uri="{FF2B5EF4-FFF2-40B4-BE49-F238E27FC236}">
                <a16:creationId xmlns:a16="http://schemas.microsoft.com/office/drawing/2014/main" id="{CA0034C7-DE81-7DAA-270B-90E7267D7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487267"/>
            <a:ext cx="5239257" cy="460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7985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Cardinal points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3074" name="Picture 2" descr="Example of the output from the CardinalPoints.MissionPlan. ">
            <a:extLst>
              <a:ext uri="{FF2B5EF4-FFF2-40B4-BE49-F238E27FC236}">
                <a16:creationId xmlns:a16="http://schemas.microsoft.com/office/drawing/2014/main" id="{F34C8D27-1691-FB2F-4267-A5A29843E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6" y="1497859"/>
            <a:ext cx="8777063" cy="453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4312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Region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4098" name="Picture 2" descr="Circular Region on the east coast of the U.S.">
            <a:extLst>
              <a:ext uri="{FF2B5EF4-FFF2-40B4-BE49-F238E27FC236}">
                <a16:creationId xmlns:a16="http://schemas.microsoft.com/office/drawing/2014/main" id="{076CC464-17F7-B710-B374-D7C47AD0F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653764"/>
            <a:ext cx="6126716" cy="4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328D9B-D584-01F5-28A7-BA71D9921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838" y="5758664"/>
            <a:ext cx="235267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4878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Region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5122" name="Picture 2" descr="South Atlantic Anomaly Regions">
            <a:extLst>
              <a:ext uri="{FF2B5EF4-FFF2-40B4-BE49-F238E27FC236}">
                <a16:creationId xmlns:a16="http://schemas.microsoft.com/office/drawing/2014/main" id="{E15AE275-A01E-AD2B-F8CF-5533C03D9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651643"/>
            <a:ext cx="5744805" cy="432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5006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Contact and Light time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6146" name="Picture 2" descr="Plot showing union of contact and light times">
            <a:extLst>
              <a:ext uri="{FF2B5EF4-FFF2-40B4-BE49-F238E27FC236}">
                <a16:creationId xmlns:a16="http://schemas.microsoft.com/office/drawing/2014/main" id="{741AC80E-74E8-A054-F781-4F4B95144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2060250"/>
            <a:ext cx="8277225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1187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Point group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6148" name="Picture 4" descr="PointGroup Coverage by LEO and GEO Spacecraft">
            <a:extLst>
              <a:ext uri="{FF2B5EF4-FFF2-40B4-BE49-F238E27FC236}">
                <a16:creationId xmlns:a16="http://schemas.microsoft.com/office/drawing/2014/main" id="{8CAC8D34-608D-838B-C379-ABF8C92C3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799135"/>
            <a:ext cx="7597296" cy="406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9596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Point group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7170" name="Picture 2" descr="5000 Points showing Revisit statistics">
            <a:extLst>
              <a:ext uri="{FF2B5EF4-FFF2-40B4-BE49-F238E27FC236}">
                <a16:creationId xmlns:a16="http://schemas.microsoft.com/office/drawing/2014/main" id="{04694295-D1F2-0E35-65A5-972E737E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705127"/>
            <a:ext cx="6493311" cy="406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4762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8691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FreeFlyer</a:t>
            </a:r>
            <a:r>
              <a:rPr lang="en-US" altLang="ko-KR" dirty="0"/>
              <a:t> – Spacecraft Contact and Access</a:t>
            </a:r>
          </a:p>
          <a:p>
            <a:pPr marL="216000" lvl="1" indent="0">
              <a:buNone/>
              <a:defRPr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7E58D-0274-CB18-B57B-028A28C3CB81}"/>
              </a:ext>
            </a:extLst>
          </p:cNvPr>
          <p:cNvSpPr txBox="1"/>
          <p:nvPr/>
        </p:nvSpPr>
        <p:spPr>
          <a:xfrm>
            <a:off x="771467" y="61269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https://ai-solutions.com/_help_Files/coverage_and_contact_smp.htm</a:t>
            </a:r>
            <a:endParaRPr lang="ko-KR" altLang="en-US" sz="1100" dirty="0"/>
          </a:p>
        </p:txBody>
      </p:sp>
      <p:pic>
        <p:nvPicPr>
          <p:cNvPr id="8194" name="Picture 2" descr="3D View of two orbiting Spacecraft">
            <a:extLst>
              <a:ext uri="{FF2B5EF4-FFF2-40B4-BE49-F238E27FC236}">
                <a16:creationId xmlns:a16="http://schemas.microsoft.com/office/drawing/2014/main" id="{435189F7-965E-7CD3-8196-6EF8DB1BA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67" y="1823687"/>
            <a:ext cx="7466034" cy="421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93078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047425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연구계획</a:t>
            </a:r>
          </a:p>
          <a:p>
            <a:pPr lvl="0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 err="1"/>
              <a:t>Freeflyer</a:t>
            </a:r>
            <a:r>
              <a:rPr lang="ko-KR" altLang="en-US" dirty="0"/>
              <a:t>를 통한 시뮬레이션</a:t>
            </a:r>
            <a:r>
              <a:rPr lang="en-US" altLang="ko-KR" dirty="0"/>
              <a:t> </a:t>
            </a:r>
            <a:r>
              <a:rPr lang="ko-KR" altLang="en-US" dirty="0"/>
              <a:t>실행 방법 익히기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석사논문에 기재된 궤도 중 하나를 선정하여 적용해보기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단일 위성과 비교하였을 때 </a:t>
            </a:r>
            <a:r>
              <a:rPr lang="en-US" altLang="ko-KR" dirty="0"/>
              <a:t>2</a:t>
            </a:r>
            <a:r>
              <a:rPr lang="ko-KR" altLang="en-US" dirty="0"/>
              <a:t>종위성군의 성능 파악하기 </a:t>
            </a:r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요약 및 연구계획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450</Words>
  <Application>Microsoft Office PowerPoint</Application>
  <PresentationFormat>화면 슬라이드 쇼(4:3)</PresentationFormat>
  <Paragraphs>103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Arial</vt:lpstr>
      <vt:lpstr>times</vt:lpstr>
      <vt:lpstr>Times New Roman</vt:lpstr>
      <vt:lpstr>Wingdings</vt:lpstr>
      <vt:lpstr>Office 테마</vt:lpstr>
      <vt:lpstr>정기 연구미팅 보고</vt:lpstr>
      <vt:lpstr>목차</vt:lpstr>
      <vt:lpstr>연구/개발 개요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Freeflyer 소프트웨어 선행 연구 조사</vt:lpstr>
      <vt:lpstr>결론</vt:lpstr>
      <vt:lpstr>요약 및 연구계획</vt:lpstr>
      <vt:lpstr>경청해 주셔서 감사합니다.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3095</cp:revision>
  <dcterms:created xsi:type="dcterms:W3CDTF">2018-01-29T02:45:56Z</dcterms:created>
  <dcterms:modified xsi:type="dcterms:W3CDTF">2022-08-16T07:03:46Z</dcterms:modified>
  <cp:version>1000.0000.01</cp:version>
</cp:coreProperties>
</file>