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229" r:id="rId2"/>
    <p:sldId id="2300" r:id="rId3"/>
    <p:sldId id="2438" r:id="rId4"/>
    <p:sldId id="2455" r:id="rId5"/>
    <p:sldId id="2444" r:id="rId6"/>
    <p:sldId id="2456" r:id="rId7"/>
    <p:sldId id="2457" r:id="rId8"/>
    <p:sldId id="2446" r:id="rId9"/>
    <p:sldId id="2458" r:id="rId10"/>
    <p:sldId id="2459" r:id="rId11"/>
    <p:sldId id="2448" r:id="rId12"/>
    <p:sldId id="2460" r:id="rId13"/>
    <p:sldId id="2461" r:id="rId14"/>
    <p:sldId id="2462" r:id="rId15"/>
    <p:sldId id="2447" r:id="rId16"/>
    <p:sldId id="2463" r:id="rId17"/>
    <p:sldId id="2464" r:id="rId18"/>
    <p:sldId id="2465" r:id="rId19"/>
    <p:sldId id="2466" r:id="rId20"/>
    <p:sldId id="2467" r:id="rId21"/>
    <p:sldId id="2468" r:id="rId22"/>
    <p:sldId id="2469" r:id="rId23"/>
    <p:sldId id="2470" r:id="rId24"/>
    <p:sldId id="2471" r:id="rId25"/>
    <p:sldId id="2472" r:id="rId26"/>
    <p:sldId id="2473" r:id="rId27"/>
    <p:sldId id="2474" r:id="rId28"/>
    <p:sldId id="2297" r:id="rId29"/>
    <p:sldId id="2441" r:id="rId30"/>
    <p:sldId id="268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839407-16B0-4FF1-B5E9-1209FD72C606}" v="1397" dt="2023-06-07T13:09:25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2" d="100"/>
          <a:sy n="82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3D839407-16B0-4FF1-B5E9-1209FD72C606}"/>
    <pc:docChg chg="undo redo custSel addSld delSld modSld sldOrd">
      <pc:chgData name="이진진" userId="2c4bb6cd-31fa-4501-9704-1dfc32333b2e" providerId="ADAL" clId="{3D839407-16B0-4FF1-B5E9-1209FD72C606}" dt="2023-06-08T05:59:13.981" v="24256" actId="20577"/>
      <pc:docMkLst>
        <pc:docMk/>
      </pc:docMkLst>
      <pc:sldChg chg="modSp mod modNotesTx">
        <pc:chgData name="이진진" userId="2c4bb6cd-31fa-4501-9704-1dfc32333b2e" providerId="ADAL" clId="{3D839407-16B0-4FF1-B5E9-1209FD72C606}" dt="2023-06-08T05:33:40.748" v="20996" actId="20577"/>
        <pc:sldMkLst>
          <pc:docMk/>
          <pc:sldMk cId="2002698055" sldId="2300"/>
        </pc:sldMkLst>
        <pc:spChg chg="mod">
          <ac:chgData name="이진진" userId="2c4bb6cd-31fa-4501-9704-1dfc32333b2e" providerId="ADAL" clId="{3D839407-16B0-4FF1-B5E9-1209FD72C606}" dt="2023-06-07T08:22:55.610" v="8" actId="27636"/>
          <ac:spMkLst>
            <pc:docMk/>
            <pc:sldMk cId="2002698055" sldId="2300"/>
            <ac:spMk id="3" creationId="{00000000-0000-0000-0000-000000000000}"/>
          </ac:spMkLst>
        </pc:spChg>
      </pc:sldChg>
      <pc:sldChg chg="modSp mod modNotesTx">
        <pc:chgData name="이진진" userId="2c4bb6cd-31fa-4501-9704-1dfc32333b2e" providerId="ADAL" clId="{3D839407-16B0-4FF1-B5E9-1209FD72C606}" dt="2023-06-08T05:35:50.685" v="21291" actId="20577"/>
        <pc:sldMkLst>
          <pc:docMk/>
          <pc:sldMk cId="607627868" sldId="2438"/>
        </pc:sldMkLst>
        <pc:spChg chg="mod">
          <ac:chgData name="이진진" userId="2c4bb6cd-31fa-4501-9704-1dfc32333b2e" providerId="ADAL" clId="{3D839407-16B0-4FF1-B5E9-1209FD72C606}" dt="2023-06-08T05:34:49.136" v="21156" actId="115"/>
          <ac:spMkLst>
            <pc:docMk/>
            <pc:sldMk cId="607627868" sldId="2438"/>
            <ac:spMk id="6" creationId="{AA33FD4D-E8EB-E5CA-49D5-D206DAC5F910}"/>
          </ac:spMkLst>
        </pc:spChg>
      </pc:sldChg>
      <pc:sldChg chg="modSp mod">
        <pc:chgData name="이진진" userId="2c4bb6cd-31fa-4501-9704-1dfc32333b2e" providerId="ADAL" clId="{3D839407-16B0-4FF1-B5E9-1209FD72C606}" dt="2023-06-08T05:56:30.638" v="24218" actId="20577"/>
        <pc:sldMkLst>
          <pc:docMk/>
          <pc:sldMk cId="1032048580" sldId="2441"/>
        </pc:sldMkLst>
        <pc:spChg chg="mod">
          <ac:chgData name="이진진" userId="2c4bb6cd-31fa-4501-9704-1dfc32333b2e" providerId="ADAL" clId="{3D839407-16B0-4FF1-B5E9-1209FD72C606}" dt="2023-06-08T05:56:30.638" v="24218" actId="20577"/>
          <ac:spMkLst>
            <pc:docMk/>
            <pc:sldMk cId="1032048580" sldId="2441"/>
            <ac:spMk id="6" creationId="{AA33FD4D-E8EB-E5CA-49D5-D206DAC5F910}"/>
          </ac:spMkLst>
        </pc:spChg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3653557241" sldId="2443"/>
        </pc:sldMkLst>
      </pc:sldChg>
      <pc:sldChg chg="delSp modSp mod modNotesTx">
        <pc:chgData name="이진진" userId="2c4bb6cd-31fa-4501-9704-1dfc32333b2e" providerId="ADAL" clId="{3D839407-16B0-4FF1-B5E9-1209FD72C606}" dt="2023-06-08T05:38:35.797" v="21593" actId="20577"/>
        <pc:sldMkLst>
          <pc:docMk/>
          <pc:sldMk cId="1148163736" sldId="2444"/>
        </pc:sldMkLst>
        <pc:spChg chg="mod">
          <ac:chgData name="이진진" userId="2c4bb6cd-31fa-4501-9704-1dfc32333b2e" providerId="ADAL" clId="{3D839407-16B0-4FF1-B5E9-1209FD72C606}" dt="2023-06-07T11:18:59.827" v="7700" actId="6549"/>
          <ac:spMkLst>
            <pc:docMk/>
            <pc:sldMk cId="1148163736" sldId="2444"/>
            <ac:spMk id="6" creationId="{AA33FD4D-E8EB-E5CA-49D5-D206DAC5F910}"/>
          </ac:spMkLst>
        </pc:spChg>
        <pc:picChg chg="del">
          <ac:chgData name="이진진" userId="2c4bb6cd-31fa-4501-9704-1dfc32333b2e" providerId="ADAL" clId="{3D839407-16B0-4FF1-B5E9-1209FD72C606}" dt="2023-06-07T08:52:47.666" v="1716" actId="21"/>
          <ac:picMkLst>
            <pc:docMk/>
            <pc:sldMk cId="1148163736" sldId="2444"/>
            <ac:picMk id="5" creationId="{71B6AF10-0A46-4B02-9F12-FA013447F190}"/>
          </ac:picMkLst>
        </pc:picChg>
      </pc:sldChg>
      <pc:sldChg chg="modSp del mod">
        <pc:chgData name="이진진" userId="2c4bb6cd-31fa-4501-9704-1dfc32333b2e" providerId="ADAL" clId="{3D839407-16B0-4FF1-B5E9-1209FD72C606}" dt="2023-06-07T11:47:08.324" v="8177" actId="2696"/>
        <pc:sldMkLst>
          <pc:docMk/>
          <pc:sldMk cId="4007265862" sldId="2445"/>
        </pc:sldMkLst>
        <pc:spChg chg="mod">
          <ac:chgData name="이진진" userId="2c4bb6cd-31fa-4501-9704-1dfc32333b2e" providerId="ADAL" clId="{3D839407-16B0-4FF1-B5E9-1209FD72C606}" dt="2023-06-07T11:40:49.934" v="8104" actId="27636"/>
          <ac:spMkLst>
            <pc:docMk/>
            <pc:sldMk cId="4007265862" sldId="2445"/>
            <ac:spMk id="6" creationId="{AA33FD4D-E8EB-E5CA-49D5-D206DAC5F910}"/>
          </ac:spMkLst>
        </pc:spChg>
      </pc:sldChg>
      <pc:sldChg chg="modSp mod modNotesTx">
        <pc:chgData name="이진진" userId="2c4bb6cd-31fa-4501-9704-1dfc32333b2e" providerId="ADAL" clId="{3D839407-16B0-4FF1-B5E9-1209FD72C606}" dt="2023-06-08T05:39:58.973" v="21847" actId="20577"/>
        <pc:sldMkLst>
          <pc:docMk/>
          <pc:sldMk cId="3904486488" sldId="2446"/>
        </pc:sldMkLst>
        <pc:spChg chg="mod">
          <ac:chgData name="이진진" userId="2c4bb6cd-31fa-4501-9704-1dfc32333b2e" providerId="ADAL" clId="{3D839407-16B0-4FF1-B5E9-1209FD72C606}" dt="2023-06-07T13:07:16.492" v="12772"/>
          <ac:spMkLst>
            <pc:docMk/>
            <pc:sldMk cId="3904486488" sldId="2446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7T12:40:25.466" v="10143"/>
          <ac:spMkLst>
            <pc:docMk/>
            <pc:sldMk cId="3904486488" sldId="2446"/>
            <ac:spMk id="6" creationId="{AA33FD4D-E8EB-E5CA-49D5-D206DAC5F910}"/>
          </ac:spMkLst>
        </pc:spChg>
      </pc:sldChg>
      <pc:sldChg chg="addSp delSp modSp mod modNotesTx">
        <pc:chgData name="이진진" userId="2c4bb6cd-31fa-4501-9704-1dfc32333b2e" providerId="ADAL" clId="{3D839407-16B0-4FF1-B5E9-1209FD72C606}" dt="2023-06-08T05:45:16.651" v="22659" actId="20577"/>
        <pc:sldMkLst>
          <pc:docMk/>
          <pc:sldMk cId="8295381" sldId="2447"/>
        </pc:sldMkLst>
        <pc:spChg chg="mod">
          <ac:chgData name="이진진" userId="2c4bb6cd-31fa-4501-9704-1dfc32333b2e" providerId="ADAL" clId="{3D839407-16B0-4FF1-B5E9-1209FD72C606}" dt="2023-06-08T02:38:20.365" v="16204"/>
          <ac:spMkLst>
            <pc:docMk/>
            <pc:sldMk cId="8295381" sldId="2447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8T03:54:58.245" v="18731" actId="20577"/>
          <ac:spMkLst>
            <pc:docMk/>
            <pc:sldMk cId="8295381" sldId="2447"/>
            <ac:spMk id="6" creationId="{AA33FD4D-E8EB-E5CA-49D5-D206DAC5F910}"/>
          </ac:spMkLst>
        </pc:spChg>
        <pc:spChg chg="add mod">
          <ac:chgData name="이진진" userId="2c4bb6cd-31fa-4501-9704-1dfc32333b2e" providerId="ADAL" clId="{3D839407-16B0-4FF1-B5E9-1209FD72C606}" dt="2023-06-08T04:24:11.058" v="19803" actId="20577"/>
          <ac:spMkLst>
            <pc:docMk/>
            <pc:sldMk cId="8295381" sldId="2447"/>
            <ac:spMk id="10" creationId="{9FB173F9-98F8-5243-06CD-301EC7BC1C4D}"/>
          </ac:spMkLst>
        </pc:spChg>
        <pc:spChg chg="add del mod">
          <ac:chgData name="이진진" userId="2c4bb6cd-31fa-4501-9704-1dfc32333b2e" providerId="ADAL" clId="{3D839407-16B0-4FF1-B5E9-1209FD72C606}" dt="2023-06-08T03:15:41.247" v="17602"/>
          <ac:spMkLst>
            <pc:docMk/>
            <pc:sldMk cId="8295381" sldId="2447"/>
            <ac:spMk id="16" creationId="{9983E997-6594-A8EA-7829-1251A0108A52}"/>
          </ac:spMkLst>
        </pc:spChg>
        <pc:spChg chg="add del mod">
          <ac:chgData name="이진진" userId="2c4bb6cd-31fa-4501-9704-1dfc32333b2e" providerId="ADAL" clId="{3D839407-16B0-4FF1-B5E9-1209FD72C606}" dt="2023-06-08T03:15:56.234" v="17610"/>
          <ac:spMkLst>
            <pc:docMk/>
            <pc:sldMk cId="8295381" sldId="2447"/>
            <ac:spMk id="18" creationId="{CB5659AE-F731-2EFA-AAA9-BA61F9777A15}"/>
          </ac:spMkLst>
        </pc:spChg>
        <pc:spChg chg="add mod">
          <ac:chgData name="이진진" userId="2c4bb6cd-31fa-4501-9704-1dfc32333b2e" providerId="ADAL" clId="{3D839407-16B0-4FF1-B5E9-1209FD72C606}" dt="2023-06-08T03:17:48.231" v="17836" actId="20577"/>
          <ac:spMkLst>
            <pc:docMk/>
            <pc:sldMk cId="8295381" sldId="2447"/>
            <ac:spMk id="20" creationId="{FCB5A6DF-A937-EBE7-E1F4-DB93C2EC3648}"/>
          </ac:spMkLst>
        </pc:spChg>
        <pc:picChg chg="add mod">
          <ac:chgData name="이진진" userId="2c4bb6cd-31fa-4501-9704-1dfc32333b2e" providerId="ADAL" clId="{3D839407-16B0-4FF1-B5E9-1209FD72C606}" dt="2023-06-08T03:00:07.013" v="17462" actId="1076"/>
          <ac:picMkLst>
            <pc:docMk/>
            <pc:sldMk cId="8295381" sldId="2447"/>
            <ac:picMk id="5" creationId="{8A58DBF1-876C-D29A-6508-5D61373C9A69}"/>
          </ac:picMkLst>
        </pc:picChg>
        <pc:picChg chg="add del mod">
          <ac:chgData name="이진진" userId="2c4bb6cd-31fa-4501-9704-1dfc32333b2e" providerId="ADAL" clId="{3D839407-16B0-4FF1-B5E9-1209FD72C606}" dt="2023-06-08T03:13:54.379" v="17574" actId="21"/>
          <ac:picMkLst>
            <pc:docMk/>
            <pc:sldMk cId="8295381" sldId="2447"/>
            <ac:picMk id="8" creationId="{AE2DDDE2-BE25-6803-C2AA-1BF3B5495609}"/>
          </ac:picMkLst>
        </pc:picChg>
        <pc:picChg chg="add mod">
          <ac:chgData name="이진진" userId="2c4bb6cd-31fa-4501-9704-1dfc32333b2e" providerId="ADAL" clId="{3D839407-16B0-4FF1-B5E9-1209FD72C606}" dt="2023-06-08T03:10:45.474" v="17529" actId="1076"/>
          <ac:picMkLst>
            <pc:docMk/>
            <pc:sldMk cId="8295381" sldId="2447"/>
            <ac:picMk id="12" creationId="{EF766F51-F896-EBF9-F990-B41887881F8D}"/>
          </ac:picMkLst>
        </pc:picChg>
        <pc:picChg chg="add mod">
          <ac:chgData name="이진진" userId="2c4bb6cd-31fa-4501-9704-1dfc32333b2e" providerId="ADAL" clId="{3D839407-16B0-4FF1-B5E9-1209FD72C606}" dt="2023-06-08T03:13:59.447" v="17582" actId="1035"/>
          <ac:picMkLst>
            <pc:docMk/>
            <pc:sldMk cId="8295381" sldId="2447"/>
            <ac:picMk id="14" creationId="{F6B168EB-3FBA-B678-7527-465B8D5CEBA2}"/>
          </ac:picMkLst>
        </pc:picChg>
      </pc:sldChg>
      <pc:sldChg chg="addSp modSp mod modNotesTx">
        <pc:chgData name="이진진" userId="2c4bb6cd-31fa-4501-9704-1dfc32333b2e" providerId="ADAL" clId="{3D839407-16B0-4FF1-B5E9-1209FD72C606}" dt="2023-06-08T05:42:17.413" v="22117" actId="20577"/>
        <pc:sldMkLst>
          <pc:docMk/>
          <pc:sldMk cId="3412052492" sldId="2448"/>
        </pc:sldMkLst>
        <pc:spChg chg="mod">
          <ac:chgData name="이진진" userId="2c4bb6cd-31fa-4501-9704-1dfc32333b2e" providerId="ADAL" clId="{3D839407-16B0-4FF1-B5E9-1209FD72C606}" dt="2023-06-07T13:08:35.449" v="12877" actId="20577"/>
          <ac:spMkLst>
            <pc:docMk/>
            <pc:sldMk cId="3412052492" sldId="2448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8T01:46:59.359" v="14649" actId="255"/>
          <ac:spMkLst>
            <pc:docMk/>
            <pc:sldMk cId="3412052492" sldId="2448"/>
            <ac:spMk id="6" creationId="{AA33FD4D-E8EB-E5CA-49D5-D206DAC5F910}"/>
          </ac:spMkLst>
        </pc:spChg>
        <pc:picChg chg="add mod">
          <ac:chgData name="이진진" userId="2c4bb6cd-31fa-4501-9704-1dfc32333b2e" providerId="ADAL" clId="{3D839407-16B0-4FF1-B5E9-1209FD72C606}" dt="2023-06-08T03:12:50.127" v="17571" actId="1038"/>
          <ac:picMkLst>
            <pc:docMk/>
            <pc:sldMk cId="3412052492" sldId="2448"/>
            <ac:picMk id="5" creationId="{039522FC-C46B-A4F8-E9B2-CACCB16927FD}"/>
          </ac:picMkLst>
        </pc:picChg>
        <pc:picChg chg="add mod">
          <ac:chgData name="이진진" userId="2c4bb6cd-31fa-4501-9704-1dfc32333b2e" providerId="ADAL" clId="{3D839407-16B0-4FF1-B5E9-1209FD72C606}" dt="2023-06-08T03:12:47.643" v="17560" actId="1038"/>
          <ac:picMkLst>
            <pc:docMk/>
            <pc:sldMk cId="3412052492" sldId="2448"/>
            <ac:picMk id="8" creationId="{4F643020-098F-2F16-2F11-AED9A31B3184}"/>
          </ac:picMkLst>
        </pc:picChg>
        <pc:picChg chg="add mod">
          <ac:chgData name="이진진" userId="2c4bb6cd-31fa-4501-9704-1dfc32333b2e" providerId="ADAL" clId="{3D839407-16B0-4FF1-B5E9-1209FD72C606}" dt="2023-06-08T03:12:41.907" v="17544" actId="1076"/>
          <ac:picMkLst>
            <pc:docMk/>
            <pc:sldMk cId="3412052492" sldId="2448"/>
            <ac:picMk id="10" creationId="{EB2D7CBF-9848-751B-92B8-2A76AF4174CC}"/>
          </ac:picMkLst>
        </pc:picChg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2744390954" sldId="2449"/>
        </pc:sldMkLst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1718741508" sldId="2450"/>
        </pc:sldMkLst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3747825701" sldId="2451"/>
        </pc:sldMkLst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1786519358" sldId="2452"/>
        </pc:sldMkLst>
      </pc:sldChg>
      <pc:sldChg chg="del">
        <pc:chgData name="이진진" userId="2c4bb6cd-31fa-4501-9704-1dfc32333b2e" providerId="ADAL" clId="{3D839407-16B0-4FF1-B5E9-1209FD72C606}" dt="2023-06-08T03:35:51.629" v="18354" actId="2696"/>
        <pc:sldMkLst>
          <pc:docMk/>
          <pc:sldMk cId="1769929266" sldId="2453"/>
        </pc:sldMkLst>
      </pc:sldChg>
      <pc:sldChg chg="modSp add del mod">
        <pc:chgData name="이진진" userId="2c4bb6cd-31fa-4501-9704-1dfc32333b2e" providerId="ADAL" clId="{3D839407-16B0-4FF1-B5E9-1209FD72C606}" dt="2023-06-07T12:34:21.642" v="9129" actId="2696"/>
        <pc:sldMkLst>
          <pc:docMk/>
          <pc:sldMk cId="2568836927" sldId="2454"/>
        </pc:sldMkLst>
        <pc:spChg chg="mod">
          <ac:chgData name="이진진" userId="2c4bb6cd-31fa-4501-9704-1dfc32333b2e" providerId="ADAL" clId="{3D839407-16B0-4FF1-B5E9-1209FD72C606}" dt="2023-06-07T11:51:11.256" v="8190" actId="21"/>
          <ac:spMkLst>
            <pc:docMk/>
            <pc:sldMk cId="2568836927" sldId="2454"/>
            <ac:spMk id="6" creationId="{AA33FD4D-E8EB-E5CA-49D5-D206DAC5F910}"/>
          </ac:spMkLst>
        </pc:spChg>
      </pc:sldChg>
      <pc:sldChg chg="modSp add mod ord modNotesTx">
        <pc:chgData name="이진진" userId="2c4bb6cd-31fa-4501-9704-1dfc32333b2e" providerId="ADAL" clId="{3D839407-16B0-4FF1-B5E9-1209FD72C606}" dt="2023-06-08T05:37:51.941" v="21476" actId="20577"/>
        <pc:sldMkLst>
          <pc:docMk/>
          <pc:sldMk cId="845331008" sldId="2455"/>
        </pc:sldMkLst>
        <pc:spChg chg="mod">
          <ac:chgData name="이진진" userId="2c4bb6cd-31fa-4501-9704-1dfc32333b2e" providerId="ADAL" clId="{3D839407-16B0-4FF1-B5E9-1209FD72C606}" dt="2023-06-08T05:37:08.725" v="21363" actId="6549"/>
          <ac:spMkLst>
            <pc:docMk/>
            <pc:sldMk cId="845331008" sldId="2455"/>
            <ac:spMk id="6" creationId="{AA33FD4D-E8EB-E5CA-49D5-D206DAC5F910}"/>
          </ac:spMkLst>
        </pc:spChg>
      </pc:sldChg>
      <pc:sldChg chg="modSp add mod modNotesTx">
        <pc:chgData name="이진진" userId="2c4bb6cd-31fa-4501-9704-1dfc32333b2e" providerId="ADAL" clId="{3D839407-16B0-4FF1-B5E9-1209FD72C606}" dt="2023-06-08T05:39:03.788" v="21691" actId="20577"/>
        <pc:sldMkLst>
          <pc:docMk/>
          <pc:sldMk cId="412666145" sldId="2456"/>
        </pc:sldMkLst>
        <pc:spChg chg="mod">
          <ac:chgData name="이진진" userId="2c4bb6cd-31fa-4501-9704-1dfc32333b2e" providerId="ADAL" clId="{3D839407-16B0-4FF1-B5E9-1209FD72C606}" dt="2023-06-07T11:39:19.943" v="8101"/>
          <ac:spMkLst>
            <pc:docMk/>
            <pc:sldMk cId="412666145" sldId="2456"/>
            <ac:spMk id="6" creationId="{AA33FD4D-E8EB-E5CA-49D5-D206DAC5F910}"/>
          </ac:spMkLst>
        </pc:spChg>
      </pc:sldChg>
      <pc:sldChg chg="modSp add mod modNotesTx">
        <pc:chgData name="이진진" userId="2c4bb6cd-31fa-4501-9704-1dfc32333b2e" providerId="ADAL" clId="{3D839407-16B0-4FF1-B5E9-1209FD72C606}" dt="2023-06-08T05:39:17.381" v="21712" actId="20577"/>
        <pc:sldMkLst>
          <pc:docMk/>
          <pc:sldMk cId="1035611463" sldId="2457"/>
        </pc:sldMkLst>
        <pc:spChg chg="mod">
          <ac:chgData name="이진진" userId="2c4bb6cd-31fa-4501-9704-1dfc32333b2e" providerId="ADAL" clId="{3D839407-16B0-4FF1-B5E9-1209FD72C606}" dt="2023-06-08T02:37:00.632" v="16190"/>
          <ac:spMkLst>
            <pc:docMk/>
            <pc:sldMk cId="1035611463" sldId="2457"/>
            <ac:spMk id="6" creationId="{AA33FD4D-E8EB-E5CA-49D5-D206DAC5F910}"/>
          </ac:spMkLst>
        </pc:spChg>
      </pc:sldChg>
      <pc:sldChg chg="modSp add mod modNotesTx">
        <pc:chgData name="이진진" userId="2c4bb6cd-31fa-4501-9704-1dfc32333b2e" providerId="ADAL" clId="{3D839407-16B0-4FF1-B5E9-1209FD72C606}" dt="2023-06-08T01:20:25.954" v="13898" actId="20577"/>
        <pc:sldMkLst>
          <pc:docMk/>
          <pc:sldMk cId="1633155832" sldId="2458"/>
        </pc:sldMkLst>
        <pc:spChg chg="mod">
          <ac:chgData name="이진진" userId="2c4bb6cd-31fa-4501-9704-1dfc32333b2e" providerId="ADAL" clId="{3D839407-16B0-4FF1-B5E9-1209FD72C606}" dt="2023-06-07T13:07:36.545" v="12795" actId="20577"/>
          <ac:spMkLst>
            <pc:docMk/>
            <pc:sldMk cId="1633155832" sldId="2458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7T12:53:49.998" v="11772" actId="14"/>
          <ac:spMkLst>
            <pc:docMk/>
            <pc:sldMk cId="1633155832" sldId="2458"/>
            <ac:spMk id="6" creationId="{AA33FD4D-E8EB-E5CA-49D5-D206DAC5F910}"/>
          </ac:spMkLst>
        </pc:spChg>
      </pc:sldChg>
      <pc:sldChg chg="modSp add mod modNotesTx">
        <pc:chgData name="이진진" userId="2c4bb6cd-31fa-4501-9704-1dfc32333b2e" providerId="ADAL" clId="{3D839407-16B0-4FF1-B5E9-1209FD72C606}" dt="2023-06-08T01:20:24.506" v="13897" actId="20577"/>
        <pc:sldMkLst>
          <pc:docMk/>
          <pc:sldMk cId="2943723579" sldId="2459"/>
        </pc:sldMkLst>
        <pc:spChg chg="mod">
          <ac:chgData name="이진진" userId="2c4bb6cd-31fa-4501-9704-1dfc32333b2e" providerId="ADAL" clId="{3D839407-16B0-4FF1-B5E9-1209FD72C606}" dt="2023-06-07T13:07:40.984" v="12806" actId="20577"/>
          <ac:spMkLst>
            <pc:docMk/>
            <pc:sldMk cId="2943723579" sldId="2459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7T13:01:44.739" v="12763" actId="20577"/>
          <ac:spMkLst>
            <pc:docMk/>
            <pc:sldMk cId="2943723579" sldId="2459"/>
            <ac:spMk id="6" creationId="{AA33FD4D-E8EB-E5CA-49D5-D206DAC5F910}"/>
          </ac:spMkLst>
        </pc:spChg>
      </pc:sldChg>
      <pc:sldChg chg="addSp delSp modSp add mod modNotesTx">
        <pc:chgData name="이진진" userId="2c4bb6cd-31fa-4501-9704-1dfc32333b2e" providerId="ADAL" clId="{3D839407-16B0-4FF1-B5E9-1209FD72C606}" dt="2023-06-08T05:42:42.949" v="22193" actId="20577"/>
        <pc:sldMkLst>
          <pc:docMk/>
          <pc:sldMk cId="2574002915" sldId="2460"/>
        </pc:sldMkLst>
        <pc:spChg chg="mod">
          <ac:chgData name="이진진" userId="2c4bb6cd-31fa-4501-9704-1dfc32333b2e" providerId="ADAL" clId="{3D839407-16B0-4FF1-B5E9-1209FD72C606}" dt="2023-06-08T02:27:29.251" v="15070"/>
          <ac:spMkLst>
            <pc:docMk/>
            <pc:sldMk cId="2574002915" sldId="2460"/>
            <ac:spMk id="6" creationId="{AA33FD4D-E8EB-E5CA-49D5-D206DAC5F910}"/>
          </ac:spMkLst>
        </pc:spChg>
        <pc:picChg chg="add del mod">
          <ac:chgData name="이진진" userId="2c4bb6cd-31fa-4501-9704-1dfc32333b2e" providerId="ADAL" clId="{3D839407-16B0-4FF1-B5E9-1209FD72C606}" dt="2023-06-08T02:17:36.511" v="14858" actId="21"/>
          <ac:picMkLst>
            <pc:docMk/>
            <pc:sldMk cId="2574002915" sldId="2460"/>
            <ac:picMk id="5" creationId="{A51D0E5A-5590-4AB9-2B84-A38170EEA619}"/>
          </ac:picMkLst>
        </pc:picChg>
        <pc:picChg chg="add mod">
          <ac:chgData name="이진진" userId="2c4bb6cd-31fa-4501-9704-1dfc32333b2e" providerId="ADAL" clId="{3D839407-16B0-4FF1-B5E9-1209FD72C606}" dt="2023-06-08T02:18:14.243" v="14865" actId="1076"/>
          <ac:picMkLst>
            <pc:docMk/>
            <pc:sldMk cId="2574002915" sldId="2460"/>
            <ac:picMk id="8" creationId="{2681A527-3C90-D0C6-D1AF-45D8B0EDBE49}"/>
          </ac:picMkLst>
        </pc:picChg>
      </pc:sldChg>
      <pc:sldChg chg="delSp modSp add mod modNotesTx">
        <pc:chgData name="이진진" userId="2c4bb6cd-31fa-4501-9704-1dfc32333b2e" providerId="ADAL" clId="{3D839407-16B0-4FF1-B5E9-1209FD72C606}" dt="2023-06-08T05:43:13.356" v="22280" actId="20577"/>
        <pc:sldMkLst>
          <pc:docMk/>
          <pc:sldMk cId="4142137124" sldId="2461"/>
        </pc:sldMkLst>
        <pc:spChg chg="mod">
          <ac:chgData name="이진진" userId="2c4bb6cd-31fa-4501-9704-1dfc32333b2e" providerId="ADAL" clId="{3D839407-16B0-4FF1-B5E9-1209FD72C606}" dt="2023-06-08T02:38:06.875" v="16203" actId="20577"/>
          <ac:spMkLst>
            <pc:docMk/>
            <pc:sldMk cId="4142137124" sldId="2461"/>
            <ac:spMk id="6" creationId="{AA33FD4D-E8EB-E5CA-49D5-D206DAC5F910}"/>
          </ac:spMkLst>
        </pc:spChg>
        <pc:picChg chg="del">
          <ac:chgData name="이진진" userId="2c4bb6cd-31fa-4501-9704-1dfc32333b2e" providerId="ADAL" clId="{3D839407-16B0-4FF1-B5E9-1209FD72C606}" dt="2023-06-08T02:27:36.076" v="15073" actId="21"/>
          <ac:picMkLst>
            <pc:docMk/>
            <pc:sldMk cId="4142137124" sldId="2461"/>
            <ac:picMk id="8" creationId="{2681A527-3C90-D0C6-D1AF-45D8B0EDBE49}"/>
          </ac:picMkLst>
        </pc:picChg>
      </pc:sldChg>
      <pc:sldChg chg="delSp modSp add mod ord modNotesTx">
        <pc:chgData name="이진진" userId="2c4bb6cd-31fa-4501-9704-1dfc32333b2e" providerId="ADAL" clId="{3D839407-16B0-4FF1-B5E9-1209FD72C606}" dt="2023-06-08T05:44:24.804" v="22479" actId="20577"/>
        <pc:sldMkLst>
          <pc:docMk/>
          <pc:sldMk cId="2795126205" sldId="2462"/>
        </pc:sldMkLst>
        <pc:spChg chg="mod">
          <ac:chgData name="이진진" userId="2c4bb6cd-31fa-4501-9704-1dfc32333b2e" providerId="ADAL" clId="{3D839407-16B0-4FF1-B5E9-1209FD72C606}" dt="2023-06-08T03:22:27.065" v="17990" actId="20577"/>
          <ac:spMkLst>
            <pc:docMk/>
            <pc:sldMk cId="2795126205" sldId="2462"/>
            <ac:spMk id="6" creationId="{AA33FD4D-E8EB-E5CA-49D5-D206DAC5F910}"/>
          </ac:spMkLst>
        </pc:spChg>
        <pc:picChg chg="del">
          <ac:chgData name="이진진" userId="2c4bb6cd-31fa-4501-9704-1dfc32333b2e" providerId="ADAL" clId="{3D839407-16B0-4FF1-B5E9-1209FD72C606}" dt="2023-06-08T03:22:25.023" v="17989" actId="21"/>
          <ac:picMkLst>
            <pc:docMk/>
            <pc:sldMk cId="2795126205" sldId="2462"/>
            <ac:picMk id="5" creationId="{8A58DBF1-876C-D29A-6508-5D61373C9A69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47:17.430" v="22936" actId="20577"/>
        <pc:sldMkLst>
          <pc:docMk/>
          <pc:sldMk cId="121109907" sldId="2463"/>
        </pc:sldMkLst>
        <pc:spChg chg="mod">
          <ac:chgData name="이진진" userId="2c4bb6cd-31fa-4501-9704-1dfc32333b2e" providerId="ADAL" clId="{3D839407-16B0-4FF1-B5E9-1209FD72C606}" dt="2023-06-08T04:00:58.724" v="19424"/>
          <ac:spMkLst>
            <pc:docMk/>
            <pc:sldMk cId="121109907" sldId="2463"/>
            <ac:spMk id="6" creationId="{AA33FD4D-E8EB-E5CA-49D5-D206DAC5F910}"/>
          </ac:spMkLst>
        </pc:spChg>
        <pc:spChg chg="del">
          <ac:chgData name="이진진" userId="2c4bb6cd-31fa-4501-9704-1dfc32333b2e" providerId="ADAL" clId="{3D839407-16B0-4FF1-B5E9-1209FD72C606}" dt="2023-06-08T03:19:29.130" v="17842" actId="21"/>
          <ac:spMkLst>
            <pc:docMk/>
            <pc:sldMk cId="121109907" sldId="2463"/>
            <ac:spMk id="10" creationId="{9FB173F9-98F8-5243-06CD-301EC7BC1C4D}"/>
          </ac:spMkLst>
        </pc:spChg>
        <pc:spChg chg="del">
          <ac:chgData name="이진진" userId="2c4bb6cd-31fa-4501-9704-1dfc32333b2e" providerId="ADAL" clId="{3D839407-16B0-4FF1-B5E9-1209FD72C606}" dt="2023-06-08T03:19:30.467" v="17843" actId="21"/>
          <ac:spMkLst>
            <pc:docMk/>
            <pc:sldMk cId="121109907" sldId="2463"/>
            <ac:spMk id="20" creationId="{FCB5A6DF-A937-EBE7-E1F4-DB93C2EC3648}"/>
          </ac:spMkLst>
        </pc:spChg>
        <pc:picChg chg="del">
          <ac:chgData name="이진진" userId="2c4bb6cd-31fa-4501-9704-1dfc32333b2e" providerId="ADAL" clId="{3D839407-16B0-4FF1-B5E9-1209FD72C606}" dt="2023-06-08T03:19:22.295" v="17838" actId="21"/>
          <ac:picMkLst>
            <pc:docMk/>
            <pc:sldMk cId="121109907" sldId="2463"/>
            <ac:picMk id="5" creationId="{8A58DBF1-876C-D29A-6508-5D61373C9A69}"/>
          </ac:picMkLst>
        </pc:picChg>
        <pc:picChg chg="add mod">
          <ac:chgData name="이진진" userId="2c4bb6cd-31fa-4501-9704-1dfc32333b2e" providerId="ADAL" clId="{3D839407-16B0-4FF1-B5E9-1209FD72C606}" dt="2023-06-08T03:44:30.588" v="18511" actId="1035"/>
          <ac:picMkLst>
            <pc:docMk/>
            <pc:sldMk cId="121109907" sldId="2463"/>
            <ac:picMk id="7" creationId="{D74EE408-0769-9B24-1F35-5FD57BF3800C}"/>
          </ac:picMkLst>
        </pc:picChg>
        <pc:picChg chg="add del mod">
          <ac:chgData name="이진진" userId="2c4bb6cd-31fa-4501-9704-1dfc32333b2e" providerId="ADAL" clId="{3D839407-16B0-4FF1-B5E9-1209FD72C606}" dt="2023-06-08T04:11:18.192" v="19518" actId="21"/>
          <ac:picMkLst>
            <pc:docMk/>
            <pc:sldMk cId="121109907" sldId="2463"/>
            <ac:picMk id="8" creationId="{A0247ECA-7F3D-ED52-D13E-5C36AED816C1}"/>
          </ac:picMkLst>
        </pc:picChg>
        <pc:picChg chg="del mod">
          <ac:chgData name="이진진" userId="2c4bb6cd-31fa-4501-9704-1dfc32333b2e" providerId="ADAL" clId="{3D839407-16B0-4FF1-B5E9-1209FD72C606}" dt="2023-06-08T03:19:24.675" v="17840" actId="21"/>
          <ac:picMkLst>
            <pc:docMk/>
            <pc:sldMk cId="121109907" sldId="2463"/>
            <ac:picMk id="12" creationId="{EF766F51-F896-EBF9-F990-B41887881F8D}"/>
          </ac:picMkLst>
        </pc:picChg>
        <pc:picChg chg="del">
          <ac:chgData name="이진진" userId="2c4bb6cd-31fa-4501-9704-1dfc32333b2e" providerId="ADAL" clId="{3D839407-16B0-4FF1-B5E9-1209FD72C606}" dt="2023-06-08T03:19:28.067" v="17841" actId="21"/>
          <ac:picMkLst>
            <pc:docMk/>
            <pc:sldMk cId="121109907" sldId="2463"/>
            <ac:picMk id="14" creationId="{F6B168EB-3FBA-B678-7527-465B8D5CEBA2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48:40.437" v="23249" actId="20577"/>
        <pc:sldMkLst>
          <pc:docMk/>
          <pc:sldMk cId="706119381" sldId="2464"/>
        </pc:sldMkLst>
        <pc:spChg chg="mod">
          <ac:chgData name="이진진" userId="2c4bb6cd-31fa-4501-9704-1dfc32333b2e" providerId="ADAL" clId="{3D839407-16B0-4FF1-B5E9-1209FD72C606}" dt="2023-06-08T04:14:04.767" v="19568" actId="21"/>
          <ac:spMkLst>
            <pc:docMk/>
            <pc:sldMk cId="706119381" sldId="2464"/>
            <ac:spMk id="6" creationId="{AA33FD4D-E8EB-E5CA-49D5-D206DAC5F910}"/>
          </ac:spMkLst>
        </pc:spChg>
        <pc:spChg chg="add mod">
          <ac:chgData name="이진진" userId="2c4bb6cd-31fa-4501-9704-1dfc32333b2e" providerId="ADAL" clId="{3D839407-16B0-4FF1-B5E9-1209FD72C606}" dt="2023-06-08T04:04:04.038" v="19455" actId="207"/>
          <ac:spMkLst>
            <pc:docMk/>
            <pc:sldMk cId="706119381" sldId="2464"/>
            <ac:spMk id="9" creationId="{41D699D7-A416-5F1A-AB80-7B9689CDA394}"/>
          </ac:spMkLst>
        </pc:spChg>
        <pc:picChg chg="add mod">
          <ac:chgData name="이진진" userId="2c4bb6cd-31fa-4501-9704-1dfc32333b2e" providerId="ADAL" clId="{3D839407-16B0-4FF1-B5E9-1209FD72C606}" dt="2023-06-08T03:58:42.090" v="19339" actId="14100"/>
          <ac:picMkLst>
            <pc:docMk/>
            <pc:sldMk cId="706119381" sldId="2464"/>
            <ac:picMk id="5" creationId="{7E724DC4-AF50-25B1-1213-60BEEC556498}"/>
          </ac:picMkLst>
        </pc:picChg>
        <pc:picChg chg="del">
          <ac:chgData name="이진진" userId="2c4bb6cd-31fa-4501-9704-1dfc32333b2e" providerId="ADAL" clId="{3D839407-16B0-4FF1-B5E9-1209FD72C606}" dt="2023-06-08T03:55:27.881" v="18815" actId="21"/>
          <ac:picMkLst>
            <pc:docMk/>
            <pc:sldMk cId="706119381" sldId="2464"/>
            <ac:picMk id="7" creationId="{D74EE408-0769-9B24-1F35-5FD57BF3800C}"/>
          </ac:picMkLst>
        </pc:picChg>
        <pc:picChg chg="add mod">
          <ac:chgData name="이진진" userId="2c4bb6cd-31fa-4501-9704-1dfc32333b2e" providerId="ADAL" clId="{3D839407-16B0-4FF1-B5E9-1209FD72C606}" dt="2023-06-08T04:05:48.528" v="19458" actId="14100"/>
          <ac:picMkLst>
            <pc:docMk/>
            <pc:sldMk cId="706119381" sldId="2464"/>
            <ac:picMk id="11" creationId="{F93F4E52-6813-921D-D176-2B78D3D51EAC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49:24.979" v="23403" actId="20577"/>
        <pc:sldMkLst>
          <pc:docMk/>
          <pc:sldMk cId="2930859256" sldId="2465"/>
        </pc:sldMkLst>
        <pc:spChg chg="mod">
          <ac:chgData name="이진진" userId="2c4bb6cd-31fa-4501-9704-1dfc32333b2e" providerId="ADAL" clId="{3D839407-16B0-4FF1-B5E9-1209FD72C606}" dt="2023-06-08T04:15:53.354" v="19695" actId="20577"/>
          <ac:spMkLst>
            <pc:docMk/>
            <pc:sldMk cId="2930859256" sldId="2465"/>
            <ac:spMk id="6" creationId="{AA33FD4D-E8EB-E5CA-49D5-D206DAC5F910}"/>
          </ac:spMkLst>
        </pc:spChg>
        <pc:spChg chg="del">
          <ac:chgData name="이진진" userId="2c4bb6cd-31fa-4501-9704-1dfc32333b2e" providerId="ADAL" clId="{3D839407-16B0-4FF1-B5E9-1209FD72C606}" dt="2023-06-08T04:10:01.767" v="19462" actId="21"/>
          <ac:spMkLst>
            <pc:docMk/>
            <pc:sldMk cId="2930859256" sldId="2465"/>
            <ac:spMk id="9" creationId="{41D699D7-A416-5F1A-AB80-7B9689CDA394}"/>
          </ac:spMkLst>
        </pc:spChg>
        <pc:picChg chg="del">
          <ac:chgData name="이진진" userId="2c4bb6cd-31fa-4501-9704-1dfc32333b2e" providerId="ADAL" clId="{3D839407-16B0-4FF1-B5E9-1209FD72C606}" dt="2023-06-08T04:09:59.648" v="19460" actId="21"/>
          <ac:picMkLst>
            <pc:docMk/>
            <pc:sldMk cId="2930859256" sldId="2465"/>
            <ac:picMk id="5" creationId="{7E724DC4-AF50-25B1-1213-60BEEC556498}"/>
          </ac:picMkLst>
        </pc:picChg>
        <pc:picChg chg="add del mod">
          <ac:chgData name="이진진" userId="2c4bb6cd-31fa-4501-9704-1dfc32333b2e" providerId="ADAL" clId="{3D839407-16B0-4FF1-B5E9-1209FD72C606}" dt="2023-06-08T04:11:21.199" v="19520" actId="21"/>
          <ac:picMkLst>
            <pc:docMk/>
            <pc:sldMk cId="2930859256" sldId="2465"/>
            <ac:picMk id="7" creationId="{F54CCA20-AEFA-E030-BBF6-342914318532}"/>
          </ac:picMkLst>
        </pc:picChg>
        <pc:picChg chg="add mod">
          <ac:chgData name="이진진" userId="2c4bb6cd-31fa-4501-9704-1dfc32333b2e" providerId="ADAL" clId="{3D839407-16B0-4FF1-B5E9-1209FD72C606}" dt="2023-06-08T04:11:24.499" v="19522" actId="1035"/>
          <ac:picMkLst>
            <pc:docMk/>
            <pc:sldMk cId="2930859256" sldId="2465"/>
            <ac:picMk id="8" creationId="{F64CB1BA-999B-FFC2-F172-865DC796D867}"/>
          </ac:picMkLst>
        </pc:picChg>
        <pc:picChg chg="del">
          <ac:chgData name="이진진" userId="2c4bb6cd-31fa-4501-9704-1dfc32333b2e" providerId="ADAL" clId="{3D839407-16B0-4FF1-B5E9-1209FD72C606}" dt="2023-06-08T04:10:00.743" v="19461" actId="21"/>
          <ac:picMkLst>
            <pc:docMk/>
            <pc:sldMk cId="2930859256" sldId="2465"/>
            <ac:picMk id="11" creationId="{F93F4E52-6813-921D-D176-2B78D3D51EAC}"/>
          </ac:picMkLst>
        </pc:picChg>
        <pc:picChg chg="add mod">
          <ac:chgData name="이진진" userId="2c4bb6cd-31fa-4501-9704-1dfc32333b2e" providerId="ADAL" clId="{3D839407-16B0-4FF1-B5E9-1209FD72C606}" dt="2023-06-08T04:16:19.419" v="19699" actId="1076"/>
          <ac:picMkLst>
            <pc:docMk/>
            <pc:sldMk cId="2930859256" sldId="2465"/>
            <ac:picMk id="12" creationId="{10B63E46-752F-C20D-FF9A-5770E6420351}"/>
          </ac:picMkLst>
        </pc:picChg>
        <pc:picChg chg="add del mod">
          <ac:chgData name="이진진" userId="2c4bb6cd-31fa-4501-9704-1dfc32333b2e" providerId="ADAL" clId="{3D839407-16B0-4FF1-B5E9-1209FD72C606}" dt="2023-06-08T04:29:42.083" v="19945" actId="21"/>
          <ac:picMkLst>
            <pc:docMk/>
            <pc:sldMk cId="2930859256" sldId="2465"/>
            <ac:picMk id="14" creationId="{29529DCB-DD59-42E2-20F6-0BB3B29EB29A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49:51.406" v="23517" actId="20577"/>
        <pc:sldMkLst>
          <pc:docMk/>
          <pc:sldMk cId="194854847" sldId="2466"/>
        </pc:sldMkLst>
        <pc:spChg chg="mod">
          <ac:chgData name="이진진" userId="2c4bb6cd-31fa-4501-9704-1dfc32333b2e" providerId="ADAL" clId="{3D839407-16B0-4FF1-B5E9-1209FD72C606}" dt="2023-06-08T04:33:01.178" v="20069"/>
          <ac:spMkLst>
            <pc:docMk/>
            <pc:sldMk cId="194854847" sldId="2466"/>
            <ac:spMk id="6" creationId="{AA33FD4D-E8EB-E5CA-49D5-D206DAC5F910}"/>
          </ac:spMkLst>
        </pc:spChg>
        <pc:spChg chg="add mod">
          <ac:chgData name="이진진" userId="2c4bb6cd-31fa-4501-9704-1dfc32333b2e" providerId="ADAL" clId="{3D839407-16B0-4FF1-B5E9-1209FD72C606}" dt="2023-06-08T04:31:00.485" v="19954" actId="1076"/>
          <ac:spMkLst>
            <pc:docMk/>
            <pc:sldMk cId="194854847" sldId="2466"/>
            <ac:spMk id="10" creationId="{92B0C31B-701F-FC19-93E2-F78076577BD3}"/>
          </ac:spMkLst>
        </pc:spChg>
        <pc:graphicFrameChg chg="add mod">
          <ac:chgData name="이진진" userId="2c4bb6cd-31fa-4501-9704-1dfc32333b2e" providerId="ADAL" clId="{3D839407-16B0-4FF1-B5E9-1209FD72C606}" dt="2023-06-08T04:31:03.497" v="19958" actId="1036"/>
          <ac:graphicFrameMkLst>
            <pc:docMk/>
            <pc:sldMk cId="194854847" sldId="2466"/>
            <ac:graphicFrameMk id="9" creationId="{E4F3E765-7FBA-365C-B83D-86E78A4C3E5E}"/>
          </ac:graphicFrameMkLst>
        </pc:graphicFrameChg>
        <pc:picChg chg="add mod">
          <ac:chgData name="이진진" userId="2c4bb6cd-31fa-4501-9704-1dfc32333b2e" providerId="ADAL" clId="{3D839407-16B0-4FF1-B5E9-1209FD72C606}" dt="2023-06-08T04:22:40.391" v="19797" actId="208"/>
          <ac:picMkLst>
            <pc:docMk/>
            <pc:sldMk cId="194854847" sldId="2466"/>
            <ac:picMk id="5" creationId="{85672F9F-8A0B-B1D2-66BA-3A5084CA2259}"/>
          </ac:picMkLst>
        </pc:picChg>
        <pc:picChg chg="add mod">
          <ac:chgData name="이진진" userId="2c4bb6cd-31fa-4501-9704-1dfc32333b2e" providerId="ADAL" clId="{3D839407-16B0-4FF1-B5E9-1209FD72C606}" dt="2023-06-08T04:29:53.305" v="19948" actId="1036"/>
          <ac:picMkLst>
            <pc:docMk/>
            <pc:sldMk cId="194854847" sldId="2466"/>
            <ac:picMk id="7" creationId="{E78391B8-28B3-606D-1972-15455B285525}"/>
          </ac:picMkLst>
        </pc:picChg>
        <pc:picChg chg="del">
          <ac:chgData name="이진진" userId="2c4bb6cd-31fa-4501-9704-1dfc32333b2e" providerId="ADAL" clId="{3D839407-16B0-4FF1-B5E9-1209FD72C606}" dt="2023-06-08T04:17:02.846" v="19701" actId="21"/>
          <ac:picMkLst>
            <pc:docMk/>
            <pc:sldMk cId="194854847" sldId="2466"/>
            <ac:picMk id="8" creationId="{F64CB1BA-999B-FFC2-F172-865DC796D867}"/>
          </ac:picMkLst>
        </pc:picChg>
        <pc:picChg chg="del">
          <ac:chgData name="이진진" userId="2c4bb6cd-31fa-4501-9704-1dfc32333b2e" providerId="ADAL" clId="{3D839407-16B0-4FF1-B5E9-1209FD72C606}" dt="2023-06-08T04:17:02.846" v="19701" actId="21"/>
          <ac:picMkLst>
            <pc:docMk/>
            <pc:sldMk cId="194854847" sldId="2466"/>
            <ac:picMk id="12" creationId="{10B63E46-752F-C20D-FF9A-5770E6420351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50:44.909" v="23699" actId="20577"/>
        <pc:sldMkLst>
          <pc:docMk/>
          <pc:sldMk cId="1928437977" sldId="2467"/>
        </pc:sldMkLst>
        <pc:spChg chg="mod">
          <ac:chgData name="이진진" userId="2c4bb6cd-31fa-4501-9704-1dfc32333b2e" providerId="ADAL" clId="{3D839407-16B0-4FF1-B5E9-1209FD72C606}" dt="2023-06-08T05:08:18.151" v="20562" actId="20577"/>
          <ac:spMkLst>
            <pc:docMk/>
            <pc:sldMk cId="1928437977" sldId="2467"/>
            <ac:spMk id="6" creationId="{AA33FD4D-E8EB-E5CA-49D5-D206DAC5F910}"/>
          </ac:spMkLst>
        </pc:spChg>
        <pc:spChg chg="del">
          <ac:chgData name="이진진" userId="2c4bb6cd-31fa-4501-9704-1dfc32333b2e" providerId="ADAL" clId="{3D839407-16B0-4FF1-B5E9-1209FD72C606}" dt="2023-06-08T04:32:44.630" v="20031" actId="21"/>
          <ac:spMkLst>
            <pc:docMk/>
            <pc:sldMk cId="1928437977" sldId="2467"/>
            <ac:spMk id="10" creationId="{92B0C31B-701F-FC19-93E2-F78076577BD3}"/>
          </ac:spMkLst>
        </pc:spChg>
        <pc:spChg chg="add mod">
          <ac:chgData name="이진진" userId="2c4bb6cd-31fa-4501-9704-1dfc32333b2e" providerId="ADAL" clId="{3D839407-16B0-4FF1-B5E9-1209FD72C606}" dt="2023-06-08T04:38:50.256" v="20273" actId="1035"/>
          <ac:spMkLst>
            <pc:docMk/>
            <pc:sldMk cId="1928437977" sldId="2467"/>
            <ac:spMk id="13" creationId="{F38245E6-4BF6-66E0-D3C3-266C1CB6B11C}"/>
          </ac:spMkLst>
        </pc:spChg>
        <pc:graphicFrameChg chg="del">
          <ac:chgData name="이진진" userId="2c4bb6cd-31fa-4501-9704-1dfc32333b2e" providerId="ADAL" clId="{3D839407-16B0-4FF1-B5E9-1209FD72C606}" dt="2023-06-08T04:32:44.630" v="20031" actId="21"/>
          <ac:graphicFrameMkLst>
            <pc:docMk/>
            <pc:sldMk cId="1928437977" sldId="2467"/>
            <ac:graphicFrameMk id="9" creationId="{E4F3E765-7FBA-365C-B83D-86E78A4C3E5E}"/>
          </ac:graphicFrameMkLst>
        </pc:graphicFrameChg>
        <pc:picChg chg="del">
          <ac:chgData name="이진진" userId="2c4bb6cd-31fa-4501-9704-1dfc32333b2e" providerId="ADAL" clId="{3D839407-16B0-4FF1-B5E9-1209FD72C606}" dt="2023-06-08T04:32:44.630" v="20031" actId="21"/>
          <ac:picMkLst>
            <pc:docMk/>
            <pc:sldMk cId="1928437977" sldId="2467"/>
            <ac:picMk id="5" creationId="{85672F9F-8A0B-B1D2-66BA-3A5084CA2259}"/>
          </ac:picMkLst>
        </pc:picChg>
        <pc:picChg chg="del">
          <ac:chgData name="이진진" userId="2c4bb6cd-31fa-4501-9704-1dfc32333b2e" providerId="ADAL" clId="{3D839407-16B0-4FF1-B5E9-1209FD72C606}" dt="2023-06-08T04:32:44.630" v="20031" actId="21"/>
          <ac:picMkLst>
            <pc:docMk/>
            <pc:sldMk cId="1928437977" sldId="2467"/>
            <ac:picMk id="7" creationId="{E78391B8-28B3-606D-1972-15455B285525}"/>
          </ac:picMkLst>
        </pc:picChg>
        <pc:picChg chg="add mod">
          <ac:chgData name="이진진" userId="2c4bb6cd-31fa-4501-9704-1dfc32333b2e" providerId="ADAL" clId="{3D839407-16B0-4FF1-B5E9-1209FD72C606}" dt="2023-06-08T04:38:50.256" v="20273" actId="1035"/>
          <ac:picMkLst>
            <pc:docMk/>
            <pc:sldMk cId="1928437977" sldId="2467"/>
            <ac:picMk id="8" creationId="{CF6BBA6A-27B1-630D-ED1C-B4334C00E0E6}"/>
          </ac:picMkLst>
        </pc:picChg>
        <pc:picChg chg="add mod">
          <ac:chgData name="이진진" userId="2c4bb6cd-31fa-4501-9704-1dfc32333b2e" providerId="ADAL" clId="{3D839407-16B0-4FF1-B5E9-1209FD72C606}" dt="2023-06-08T04:38:50.256" v="20273" actId="1035"/>
          <ac:picMkLst>
            <pc:docMk/>
            <pc:sldMk cId="1928437977" sldId="2467"/>
            <ac:picMk id="12" creationId="{DB60F13E-8AAC-4AB6-8B9B-CDC34E15A65F}"/>
          </ac:picMkLst>
        </pc:picChg>
        <pc:picChg chg="add mod">
          <ac:chgData name="이진진" userId="2c4bb6cd-31fa-4501-9704-1dfc32333b2e" providerId="ADAL" clId="{3D839407-16B0-4FF1-B5E9-1209FD72C606}" dt="2023-06-08T04:56:40.150" v="20402" actId="1035"/>
          <ac:picMkLst>
            <pc:docMk/>
            <pc:sldMk cId="1928437977" sldId="2467"/>
            <ac:picMk id="15" creationId="{7D5942EB-3122-E5BD-7C04-8EC024255895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52:18.499" v="23904" actId="20577"/>
        <pc:sldMkLst>
          <pc:docMk/>
          <pc:sldMk cId="50181166" sldId="2468"/>
        </pc:sldMkLst>
        <pc:spChg chg="mod">
          <ac:chgData name="이진진" userId="2c4bb6cd-31fa-4501-9704-1dfc32333b2e" providerId="ADAL" clId="{3D839407-16B0-4FF1-B5E9-1209FD72C606}" dt="2023-06-08T05:18:29.526" v="20670" actId="6549"/>
          <ac:spMkLst>
            <pc:docMk/>
            <pc:sldMk cId="50181166" sldId="2468"/>
            <ac:spMk id="6" creationId="{AA33FD4D-E8EB-E5CA-49D5-D206DAC5F910}"/>
          </ac:spMkLst>
        </pc:spChg>
        <pc:spChg chg="del">
          <ac:chgData name="이진진" userId="2c4bb6cd-31fa-4501-9704-1dfc32333b2e" providerId="ADAL" clId="{3D839407-16B0-4FF1-B5E9-1209FD72C606}" dt="2023-06-08T04:57:14.795" v="20405" actId="21"/>
          <ac:spMkLst>
            <pc:docMk/>
            <pc:sldMk cId="50181166" sldId="2468"/>
            <ac:spMk id="13" creationId="{F38245E6-4BF6-66E0-D3C3-266C1CB6B11C}"/>
          </ac:spMkLst>
        </pc:spChg>
        <pc:graphicFrameChg chg="add mod modGraphic">
          <ac:chgData name="이진진" userId="2c4bb6cd-31fa-4501-9704-1dfc32333b2e" providerId="ADAL" clId="{3D839407-16B0-4FF1-B5E9-1209FD72C606}" dt="2023-06-08T05:21:40.579" v="20760" actId="1076"/>
          <ac:graphicFrameMkLst>
            <pc:docMk/>
            <pc:sldMk cId="50181166" sldId="2468"/>
            <ac:graphicFrameMk id="14" creationId="{D1BB2516-A5D9-4013-351D-6AD6163CEE28}"/>
          </ac:graphicFrameMkLst>
        </pc:graphicFrameChg>
        <pc:picChg chg="add mod">
          <ac:chgData name="이진진" userId="2c4bb6cd-31fa-4501-9704-1dfc32333b2e" providerId="ADAL" clId="{3D839407-16B0-4FF1-B5E9-1209FD72C606}" dt="2023-06-08T05:12:38.664" v="20567" actId="14100"/>
          <ac:picMkLst>
            <pc:docMk/>
            <pc:sldMk cId="50181166" sldId="2468"/>
            <ac:picMk id="5" creationId="{6CB9ADDC-4DFB-32AE-BAD4-E9DC9627CB06}"/>
          </ac:picMkLst>
        </pc:picChg>
        <pc:picChg chg="del">
          <ac:chgData name="이진진" userId="2c4bb6cd-31fa-4501-9704-1dfc32333b2e" providerId="ADAL" clId="{3D839407-16B0-4FF1-B5E9-1209FD72C606}" dt="2023-06-08T04:57:14.795" v="20405" actId="21"/>
          <ac:picMkLst>
            <pc:docMk/>
            <pc:sldMk cId="50181166" sldId="2468"/>
            <ac:picMk id="8" creationId="{CF6BBA6A-27B1-630D-ED1C-B4334C00E0E6}"/>
          </ac:picMkLst>
        </pc:picChg>
        <pc:picChg chg="add del mod">
          <ac:chgData name="이진진" userId="2c4bb6cd-31fa-4501-9704-1dfc32333b2e" providerId="ADAL" clId="{3D839407-16B0-4FF1-B5E9-1209FD72C606}" dt="2023-06-08T05:12:56.361" v="20570" actId="21"/>
          <ac:picMkLst>
            <pc:docMk/>
            <pc:sldMk cId="50181166" sldId="2468"/>
            <ac:picMk id="9" creationId="{EF09DB8E-F4D0-2FFD-8A67-694DDA3E6811}"/>
          </ac:picMkLst>
        </pc:picChg>
        <pc:picChg chg="add mod">
          <ac:chgData name="이진진" userId="2c4bb6cd-31fa-4501-9704-1dfc32333b2e" providerId="ADAL" clId="{3D839407-16B0-4FF1-B5E9-1209FD72C606}" dt="2023-06-08T05:13:03.925" v="20573" actId="1076"/>
          <ac:picMkLst>
            <pc:docMk/>
            <pc:sldMk cId="50181166" sldId="2468"/>
            <ac:picMk id="11" creationId="{62D8CD91-909F-E558-698B-8D9FD9033D37}"/>
          </ac:picMkLst>
        </pc:picChg>
        <pc:picChg chg="del">
          <ac:chgData name="이진진" userId="2c4bb6cd-31fa-4501-9704-1dfc32333b2e" providerId="ADAL" clId="{3D839407-16B0-4FF1-B5E9-1209FD72C606}" dt="2023-06-08T04:57:14.795" v="20405" actId="21"/>
          <ac:picMkLst>
            <pc:docMk/>
            <pc:sldMk cId="50181166" sldId="2468"/>
            <ac:picMk id="12" creationId="{DB60F13E-8AAC-4AB6-8B9B-CDC34E15A65F}"/>
          </ac:picMkLst>
        </pc:picChg>
        <pc:picChg chg="del">
          <ac:chgData name="이진진" userId="2c4bb6cd-31fa-4501-9704-1dfc32333b2e" providerId="ADAL" clId="{3D839407-16B0-4FF1-B5E9-1209FD72C606}" dt="2023-06-08T04:57:12.595" v="20404" actId="21"/>
          <ac:picMkLst>
            <pc:docMk/>
            <pc:sldMk cId="50181166" sldId="2468"/>
            <ac:picMk id="15" creationId="{7D5942EB-3122-E5BD-7C04-8EC024255895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59:05.156" v="24251" actId="20577"/>
        <pc:sldMkLst>
          <pc:docMk/>
          <pc:sldMk cId="4276021245" sldId="2469"/>
        </pc:sldMkLst>
        <pc:spChg chg="mod">
          <ac:chgData name="이진진" userId="2c4bb6cd-31fa-4501-9704-1dfc32333b2e" providerId="ADAL" clId="{3D839407-16B0-4FF1-B5E9-1209FD72C606}" dt="2023-06-08T05:53:03.475" v="23910" actId="20577"/>
          <ac:spMkLst>
            <pc:docMk/>
            <pc:sldMk cId="4276021245" sldId="2469"/>
            <ac:spMk id="4" creationId="{00000000-0000-0000-0000-000000000000}"/>
          </ac:spMkLst>
        </pc:spChg>
        <pc:spChg chg="mod">
          <ac:chgData name="이진진" userId="2c4bb6cd-31fa-4501-9704-1dfc32333b2e" providerId="ADAL" clId="{3D839407-16B0-4FF1-B5E9-1209FD72C606}" dt="2023-06-08T05:54:16.932" v="23982" actId="20577"/>
          <ac:spMkLst>
            <pc:docMk/>
            <pc:sldMk cId="4276021245" sldId="2469"/>
            <ac:spMk id="6" creationId="{AA33FD4D-E8EB-E5CA-49D5-D206DAC5F910}"/>
          </ac:spMkLst>
        </pc:spChg>
        <pc:graphicFrameChg chg="del">
          <ac:chgData name="이진진" userId="2c4bb6cd-31fa-4501-9704-1dfc32333b2e" providerId="ADAL" clId="{3D839407-16B0-4FF1-B5E9-1209FD72C606}" dt="2023-06-08T05:53:10.044" v="23913" actId="21"/>
          <ac:graphicFrameMkLst>
            <pc:docMk/>
            <pc:sldMk cId="4276021245" sldId="2469"/>
            <ac:graphicFrameMk id="14" creationId="{D1BB2516-A5D9-4013-351D-6AD6163CEE28}"/>
          </ac:graphicFrameMkLst>
        </pc:graphicFrameChg>
        <pc:picChg chg="del">
          <ac:chgData name="이진진" userId="2c4bb6cd-31fa-4501-9704-1dfc32333b2e" providerId="ADAL" clId="{3D839407-16B0-4FF1-B5E9-1209FD72C606}" dt="2023-06-08T05:53:06.957" v="23911" actId="21"/>
          <ac:picMkLst>
            <pc:docMk/>
            <pc:sldMk cId="4276021245" sldId="2469"/>
            <ac:picMk id="5" creationId="{6CB9ADDC-4DFB-32AE-BAD4-E9DC9627CB06}"/>
          </ac:picMkLst>
        </pc:picChg>
        <pc:picChg chg="add mod">
          <ac:chgData name="이진진" userId="2c4bb6cd-31fa-4501-9704-1dfc32333b2e" providerId="ADAL" clId="{3D839407-16B0-4FF1-B5E9-1209FD72C606}" dt="2023-06-08T05:54:52.502" v="23986" actId="1076"/>
          <ac:picMkLst>
            <pc:docMk/>
            <pc:sldMk cId="4276021245" sldId="2469"/>
            <ac:picMk id="7" creationId="{DB2F082E-E08B-A0F8-A905-9BD0D384E512}"/>
          </ac:picMkLst>
        </pc:picChg>
        <pc:picChg chg="del">
          <ac:chgData name="이진진" userId="2c4bb6cd-31fa-4501-9704-1dfc32333b2e" providerId="ADAL" clId="{3D839407-16B0-4FF1-B5E9-1209FD72C606}" dt="2023-06-08T05:53:07.679" v="23912" actId="21"/>
          <ac:picMkLst>
            <pc:docMk/>
            <pc:sldMk cId="4276021245" sldId="2469"/>
            <ac:picMk id="11" creationId="{62D8CD91-909F-E558-698B-8D9FD9033D37}"/>
          </ac:picMkLst>
        </pc:picChg>
      </pc:sldChg>
      <pc:sldChg chg="addSp modSp add mod modNotesTx">
        <pc:chgData name="이진진" userId="2c4bb6cd-31fa-4501-9704-1dfc32333b2e" providerId="ADAL" clId="{3D839407-16B0-4FF1-B5E9-1209FD72C606}" dt="2023-06-08T05:59:06.493" v="24252" actId="20577"/>
        <pc:sldMkLst>
          <pc:docMk/>
          <pc:sldMk cId="1668698186" sldId="2470"/>
        </pc:sldMkLst>
        <pc:spChg chg="mod">
          <ac:chgData name="이진진" userId="2c4bb6cd-31fa-4501-9704-1dfc32333b2e" providerId="ADAL" clId="{3D839407-16B0-4FF1-B5E9-1209FD72C606}" dt="2023-06-08T05:54:00.614" v="23979" actId="20577"/>
          <ac:spMkLst>
            <pc:docMk/>
            <pc:sldMk cId="1668698186" sldId="2470"/>
            <ac:spMk id="6" creationId="{AA33FD4D-E8EB-E5CA-49D5-D206DAC5F910}"/>
          </ac:spMkLst>
        </pc:spChg>
        <pc:picChg chg="add">
          <ac:chgData name="이진진" userId="2c4bb6cd-31fa-4501-9704-1dfc32333b2e" providerId="ADAL" clId="{3D839407-16B0-4FF1-B5E9-1209FD72C606}" dt="2023-06-08T05:54:45.883" v="23985" actId="22"/>
          <ac:picMkLst>
            <pc:docMk/>
            <pc:sldMk cId="1668698186" sldId="2470"/>
            <ac:picMk id="5" creationId="{047A00D4-8615-CED7-8CCA-EB13DB4A46A2}"/>
          </ac:picMkLst>
        </pc:picChg>
      </pc:sldChg>
      <pc:sldChg chg="add modNotesTx">
        <pc:chgData name="이진진" userId="2c4bb6cd-31fa-4501-9704-1dfc32333b2e" providerId="ADAL" clId="{3D839407-16B0-4FF1-B5E9-1209FD72C606}" dt="2023-06-08T05:59:08.838" v="24253" actId="20577"/>
        <pc:sldMkLst>
          <pc:docMk/>
          <pc:sldMk cId="2370003660" sldId="2471"/>
        </pc:sldMkLst>
      </pc:sldChg>
      <pc:sldChg chg="addSp delSp modSp add mod modNotesTx">
        <pc:chgData name="이진진" userId="2c4bb6cd-31fa-4501-9704-1dfc32333b2e" providerId="ADAL" clId="{3D839407-16B0-4FF1-B5E9-1209FD72C606}" dt="2023-06-08T05:59:10.765" v="24254" actId="20577"/>
        <pc:sldMkLst>
          <pc:docMk/>
          <pc:sldMk cId="400338316" sldId="2472"/>
        </pc:sldMkLst>
        <pc:spChg chg="mod">
          <ac:chgData name="이진진" userId="2c4bb6cd-31fa-4501-9704-1dfc32333b2e" providerId="ADAL" clId="{3D839407-16B0-4FF1-B5E9-1209FD72C606}" dt="2023-06-08T05:57:00.506" v="24221" actId="20577"/>
          <ac:spMkLst>
            <pc:docMk/>
            <pc:sldMk cId="400338316" sldId="2472"/>
            <ac:spMk id="6" creationId="{AA33FD4D-E8EB-E5CA-49D5-D206DAC5F910}"/>
          </ac:spMkLst>
        </pc:spChg>
        <pc:picChg chg="del">
          <ac:chgData name="이진진" userId="2c4bb6cd-31fa-4501-9704-1dfc32333b2e" providerId="ADAL" clId="{3D839407-16B0-4FF1-B5E9-1209FD72C606}" dt="2023-06-08T05:57:02.976" v="24223" actId="21"/>
          <ac:picMkLst>
            <pc:docMk/>
            <pc:sldMk cId="400338316" sldId="2472"/>
            <ac:picMk id="5" creationId="{047A00D4-8615-CED7-8CCA-EB13DB4A46A2}"/>
          </ac:picMkLst>
        </pc:picChg>
        <pc:picChg chg="add mod">
          <ac:chgData name="이진진" userId="2c4bb6cd-31fa-4501-9704-1dfc32333b2e" providerId="ADAL" clId="{3D839407-16B0-4FF1-B5E9-1209FD72C606}" dt="2023-06-08T05:57:01.847" v="24222" actId="1076"/>
          <ac:picMkLst>
            <pc:docMk/>
            <pc:sldMk cId="400338316" sldId="2472"/>
            <ac:picMk id="7" creationId="{08478A08-5053-D739-462D-EE53EB17985C}"/>
          </ac:picMkLst>
        </pc:picChg>
        <pc:picChg chg="add mod">
          <ac:chgData name="이진진" userId="2c4bb6cd-31fa-4501-9704-1dfc32333b2e" providerId="ADAL" clId="{3D839407-16B0-4FF1-B5E9-1209FD72C606}" dt="2023-06-08T05:57:26.258" v="24229" actId="1036"/>
          <ac:picMkLst>
            <pc:docMk/>
            <pc:sldMk cId="400338316" sldId="2472"/>
            <ac:picMk id="9" creationId="{2135734F-C579-1B5E-F4C7-BA95FA2F65A3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59:12.524" v="24255" actId="20577"/>
        <pc:sldMkLst>
          <pc:docMk/>
          <pc:sldMk cId="1662824462" sldId="2473"/>
        </pc:sldMkLst>
        <pc:picChg chg="add mod">
          <ac:chgData name="이진진" userId="2c4bb6cd-31fa-4501-9704-1dfc32333b2e" providerId="ADAL" clId="{3D839407-16B0-4FF1-B5E9-1209FD72C606}" dt="2023-06-08T05:58:50.009" v="24250" actId="1076"/>
          <ac:picMkLst>
            <pc:docMk/>
            <pc:sldMk cId="1662824462" sldId="2473"/>
            <ac:picMk id="5" creationId="{606D98AF-F323-A2A2-8BE0-3113698CACA0}"/>
          </ac:picMkLst>
        </pc:picChg>
        <pc:picChg chg="del">
          <ac:chgData name="이진진" userId="2c4bb6cd-31fa-4501-9704-1dfc32333b2e" providerId="ADAL" clId="{3D839407-16B0-4FF1-B5E9-1209FD72C606}" dt="2023-06-08T05:57:45.809" v="24233" actId="21"/>
          <ac:picMkLst>
            <pc:docMk/>
            <pc:sldMk cId="1662824462" sldId="2473"/>
            <ac:picMk id="7" creationId="{08478A08-5053-D739-462D-EE53EB17985C}"/>
          </ac:picMkLst>
        </pc:picChg>
        <pc:picChg chg="del">
          <ac:chgData name="이진진" userId="2c4bb6cd-31fa-4501-9704-1dfc32333b2e" providerId="ADAL" clId="{3D839407-16B0-4FF1-B5E9-1209FD72C606}" dt="2023-06-08T05:57:45.316" v="24232" actId="21"/>
          <ac:picMkLst>
            <pc:docMk/>
            <pc:sldMk cId="1662824462" sldId="2473"/>
            <ac:picMk id="9" creationId="{2135734F-C579-1B5E-F4C7-BA95FA2F65A3}"/>
          </ac:picMkLst>
        </pc:picChg>
      </pc:sldChg>
      <pc:sldChg chg="addSp delSp modSp add mod modNotesTx">
        <pc:chgData name="이진진" userId="2c4bb6cd-31fa-4501-9704-1dfc32333b2e" providerId="ADAL" clId="{3D839407-16B0-4FF1-B5E9-1209FD72C606}" dt="2023-06-08T05:59:13.981" v="24256" actId="20577"/>
        <pc:sldMkLst>
          <pc:docMk/>
          <pc:sldMk cId="3468754421" sldId="2474"/>
        </pc:sldMkLst>
        <pc:picChg chg="del">
          <ac:chgData name="이진진" userId="2c4bb6cd-31fa-4501-9704-1dfc32333b2e" providerId="ADAL" clId="{3D839407-16B0-4FF1-B5E9-1209FD72C606}" dt="2023-06-08T05:58:12.173" v="24242" actId="21"/>
          <ac:picMkLst>
            <pc:docMk/>
            <pc:sldMk cId="3468754421" sldId="2474"/>
            <ac:picMk id="5" creationId="{606D98AF-F323-A2A2-8BE0-3113698CACA0}"/>
          </ac:picMkLst>
        </pc:picChg>
        <pc:picChg chg="add mod">
          <ac:chgData name="이진진" userId="2c4bb6cd-31fa-4501-9704-1dfc32333b2e" providerId="ADAL" clId="{3D839407-16B0-4FF1-B5E9-1209FD72C606}" dt="2023-06-08T05:58:37.025" v="24248" actId="1076"/>
          <ac:picMkLst>
            <pc:docMk/>
            <pc:sldMk cId="3468754421" sldId="2474"/>
            <ac:picMk id="7" creationId="{3E66069D-A312-B1EF-C961-149B9EFDD23C}"/>
          </ac:picMkLst>
        </pc:picChg>
        <pc:picChg chg="add del">
          <ac:chgData name="이진진" userId="2c4bb6cd-31fa-4501-9704-1dfc32333b2e" providerId="ADAL" clId="{3D839407-16B0-4FF1-B5E9-1209FD72C606}" dt="2023-06-08T05:58:09.227" v="24240" actId="22"/>
          <ac:picMkLst>
            <pc:docMk/>
            <pc:sldMk cId="3468754421" sldId="2474"/>
            <ac:picMk id="9" creationId="{D33DE2CD-205F-BAD7-E045-27C08D8DF5DB}"/>
          </ac:picMkLst>
        </pc:picChg>
        <pc:picChg chg="add mod">
          <ac:chgData name="이진진" userId="2c4bb6cd-31fa-4501-9704-1dfc32333b2e" providerId="ADAL" clId="{3D839407-16B0-4FF1-B5E9-1209FD72C606}" dt="2023-06-08T05:58:37.025" v="24248" actId="1076"/>
          <ac:picMkLst>
            <pc:docMk/>
            <pc:sldMk cId="3468754421" sldId="2474"/>
            <ac:picMk id="11" creationId="{BE7D9F69-5706-4C87-0FD0-6484B8396E6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2022</a:t>
            </a:r>
            <a:r>
              <a:rPr lang="ko-KR" altLang="en-US" dirty="0"/>
              <a:t>년에 출간한 논문 </a:t>
            </a:r>
            <a:r>
              <a:rPr lang="en-US" altLang="ko-KR" dirty="0"/>
              <a:t>‘Design and Operations of satellite constellation for complex regional coverage’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 중 첫번째 논문으로 최적화에 대한 연구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지역 커버리지 위성군에 대한 연구 내용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커버리지와</a:t>
            </a:r>
            <a:r>
              <a:rPr lang="ko-KR" altLang="en-US" dirty="0"/>
              <a:t> 비교되는 </a:t>
            </a:r>
            <a:r>
              <a:rPr lang="ko-KR" altLang="en-US" dirty="0" err="1"/>
              <a:t>지역커버리지의</a:t>
            </a:r>
            <a:r>
              <a:rPr lang="ko-KR" altLang="en-US" dirty="0"/>
              <a:t> 특징 및 장점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중 특히 복잡한</a:t>
            </a:r>
            <a:r>
              <a:rPr lang="en-US" altLang="ko-KR" dirty="0"/>
              <a:t>, </a:t>
            </a:r>
            <a:r>
              <a:rPr lang="ko-KR" altLang="en-US" dirty="0"/>
              <a:t>즉 주기적으로 시간</a:t>
            </a:r>
            <a:r>
              <a:rPr lang="en-US" altLang="ko-KR" dirty="0"/>
              <a:t>, </a:t>
            </a:r>
            <a:r>
              <a:rPr lang="ko-KR" altLang="en-US" dirty="0"/>
              <a:t>공간이 변화하는 요구조건을 해결하기 위한</a:t>
            </a:r>
            <a:r>
              <a:rPr lang="en-US" altLang="ko-KR" dirty="0"/>
              <a:t> </a:t>
            </a:r>
            <a:r>
              <a:rPr lang="ko-KR" altLang="en-US" dirty="0"/>
              <a:t>최적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  <a:endParaRPr lang="en-US" altLang="ko-KR" dirty="0"/>
          </a:p>
          <a:p>
            <a:r>
              <a:rPr lang="ko-KR" altLang="en-US" dirty="0"/>
              <a:t>문헌 예시</a:t>
            </a:r>
            <a:endParaRPr lang="en-US" altLang="ko-KR" dirty="0"/>
          </a:p>
          <a:p>
            <a:r>
              <a:rPr lang="ko-KR" altLang="en-US" dirty="0" err="1"/>
              <a:t>위성군</a:t>
            </a:r>
            <a:r>
              <a:rPr lang="ko-KR" altLang="en-US" dirty="0"/>
              <a:t> 모델 </a:t>
            </a:r>
            <a:r>
              <a:rPr lang="en-US" altLang="ko-KR" dirty="0"/>
              <a:t>– RGT, CGT</a:t>
            </a:r>
          </a:p>
          <a:p>
            <a:r>
              <a:rPr lang="en-US" altLang="ko-KR" dirty="0"/>
              <a:t>Circular convolution formulation</a:t>
            </a:r>
            <a:r>
              <a:rPr lang="ko-KR" altLang="en-US" dirty="0"/>
              <a:t>을 이끌어 내는 과정</a:t>
            </a:r>
            <a:endParaRPr lang="en-US" altLang="ko-KR" dirty="0"/>
          </a:p>
          <a:p>
            <a:r>
              <a:rPr lang="ko-KR" altLang="en-US" dirty="0"/>
              <a:t>이 내용을 두 가지 방법을 통해 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270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r>
              <a:rPr lang="ko-KR" altLang="en-US" dirty="0"/>
              <a:t>에서 설명한 내용</a:t>
            </a:r>
            <a:endParaRPr lang="en-US" altLang="ko-KR" dirty="0"/>
          </a:p>
          <a:p>
            <a:r>
              <a:rPr lang="en-US" altLang="ko-KR" dirty="0"/>
              <a:t>: </a:t>
            </a:r>
            <a:r>
              <a:rPr lang="ko-KR" altLang="en-US" dirty="0"/>
              <a:t>지역 커버리지의 장점 및 고전 방법과 대비되는 새로운 방법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7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복잡한 요구조건에 따른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배경</a:t>
            </a:r>
            <a:r>
              <a:rPr lang="en-US" altLang="ko-KR" dirty="0"/>
              <a:t>, </a:t>
            </a:r>
            <a:r>
              <a:rPr lang="ko-KR" altLang="en-US" dirty="0"/>
              <a:t>과정 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5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내용의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292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문헌 자료 </a:t>
            </a:r>
            <a:r>
              <a:rPr lang="en-US" altLang="ko-KR" dirty="0"/>
              <a:t>– </a:t>
            </a:r>
            <a:r>
              <a:rPr lang="ko-KR" altLang="en-US" dirty="0"/>
              <a:t>해당 내용이 등장하면 참고할 수 있도록 간단하게 요약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9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87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492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RGT </a:t>
            </a:r>
            <a:r>
              <a:rPr lang="ko-KR" altLang="en-US" dirty="0"/>
              <a:t>에 대한 설명 </a:t>
            </a:r>
            <a:r>
              <a:rPr lang="en-US" altLang="ko-KR" dirty="0"/>
              <a:t>– </a:t>
            </a:r>
            <a:r>
              <a:rPr lang="ko-KR" altLang="en-US" dirty="0"/>
              <a:t>궤도가 주기적으로 반복되도록 사용</a:t>
            </a:r>
            <a:endParaRPr lang="en-US" altLang="ko-KR" dirty="0"/>
          </a:p>
          <a:p>
            <a:r>
              <a:rPr lang="en-US" altLang="ko-KR" dirty="0"/>
              <a:t>RGT</a:t>
            </a:r>
            <a:r>
              <a:rPr lang="ko-KR" altLang="en-US" dirty="0"/>
              <a:t>궤도의 </a:t>
            </a:r>
            <a:r>
              <a:rPr lang="en-US" altLang="ko-KR" dirty="0"/>
              <a:t>nodal period,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 </a:t>
            </a:r>
            <a:r>
              <a:rPr lang="ko-KR" altLang="en-US" dirty="0"/>
              <a:t>라는 개념 사용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지구의 자전에 따른 영향을 수식으로 계산 </a:t>
            </a:r>
            <a:r>
              <a:rPr lang="en-US" altLang="ko-KR" dirty="0"/>
              <a:t>-</a:t>
            </a:r>
            <a:r>
              <a:rPr lang="ko-KR" altLang="en-US" dirty="0"/>
              <a:t> 이 관계를 이용하여 </a:t>
            </a:r>
            <a:r>
              <a:rPr lang="en-US" altLang="ko-KR" dirty="0"/>
              <a:t>a </a:t>
            </a:r>
            <a:r>
              <a:rPr lang="ko-KR" altLang="en-US" dirty="0"/>
              <a:t>대신에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RGT </a:t>
            </a:r>
            <a:r>
              <a:rPr lang="ko-KR" altLang="en-US" dirty="0"/>
              <a:t>궤도에 있는 위성이 회전 수 </a:t>
            </a:r>
            <a:r>
              <a:rPr lang="en-US" altLang="ko-KR" dirty="0"/>
              <a:t>NP</a:t>
            </a:r>
            <a:r>
              <a:rPr lang="ko-KR" altLang="en-US" dirty="0"/>
              <a:t>를 만든다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09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궤도가 중첩되어 하나의 궤도를 생성하도록</a:t>
            </a:r>
            <a:endParaRPr lang="en-US" altLang="ko-KR" dirty="0"/>
          </a:p>
          <a:p>
            <a:r>
              <a:rPr lang="en-US" altLang="ko-KR" dirty="0"/>
              <a:t>9</a:t>
            </a:r>
            <a:r>
              <a:rPr lang="ko-KR" altLang="en-US" dirty="0"/>
              <a:t>개 위성의 예시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446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주로 다룬 </a:t>
            </a:r>
            <a:r>
              <a:rPr lang="ko-KR" altLang="en-US" dirty="0" err="1"/>
              <a:t>위성군</a:t>
            </a:r>
            <a:r>
              <a:rPr lang="ko-KR" altLang="en-US" dirty="0"/>
              <a:t> 모델은 앞의 두 개</a:t>
            </a:r>
            <a:endParaRPr lang="en-US" altLang="ko-KR" dirty="0"/>
          </a:p>
          <a:p>
            <a:r>
              <a:rPr lang="en-US" altLang="ko-KR" dirty="0"/>
              <a:t>Flower </a:t>
            </a:r>
            <a:r>
              <a:rPr lang="ko-KR" altLang="en-US" dirty="0"/>
              <a:t>위성군은 참고사항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902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Circular Convolution Formulation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위해 시간 </a:t>
            </a:r>
            <a:r>
              <a:rPr lang="ko-KR" altLang="en-US" dirty="0" err="1"/>
              <a:t>시간</a:t>
            </a:r>
            <a:r>
              <a:rPr lang="ko-KR" altLang="en-US" dirty="0"/>
              <a:t> 이산화 활용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이 내용에 도달하기 위해 단계적으로 연구 진행됨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63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Access Profile</a:t>
            </a:r>
          </a:p>
          <a:p>
            <a:r>
              <a:rPr lang="en-US" altLang="ko-KR" dirty="0"/>
              <a:t>sin</a:t>
            </a:r>
            <a:r>
              <a:rPr lang="ko-KR" altLang="en-US" dirty="0"/>
              <a:t> 법칙을 이용해 수학적으로 위성의 고도를 계산하여</a:t>
            </a:r>
            <a:endParaRPr lang="en-US" altLang="ko-KR" dirty="0"/>
          </a:p>
          <a:p>
            <a:r>
              <a:rPr lang="ko-KR" altLang="en-US" dirty="0"/>
              <a:t>최소 </a:t>
            </a:r>
            <a:r>
              <a:rPr lang="ko-KR" altLang="en-US" dirty="0" err="1"/>
              <a:t>고도각</a:t>
            </a:r>
            <a:r>
              <a:rPr lang="ko-KR" altLang="en-US" dirty="0"/>
              <a:t> 입실론 </a:t>
            </a:r>
            <a:r>
              <a:rPr lang="en-US" altLang="ko-KR" dirty="0"/>
              <a:t>minimum </a:t>
            </a:r>
            <a:r>
              <a:rPr lang="ko-KR" altLang="en-US" dirty="0"/>
              <a:t>값을 구하고 해당 값 이상일 때만 출력되도록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61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 주기로 </a:t>
            </a:r>
            <a:r>
              <a:rPr lang="ko-KR" altLang="en-US" dirty="0" err="1"/>
              <a:t>샘플링되어</a:t>
            </a:r>
            <a:r>
              <a:rPr lang="ko-KR" altLang="en-US" dirty="0"/>
              <a:t> 총 </a:t>
            </a:r>
            <a:r>
              <a:rPr lang="en-US" altLang="ko-KR" dirty="0"/>
              <a:t>n</a:t>
            </a:r>
            <a:r>
              <a:rPr lang="ko-KR" altLang="en-US" dirty="0"/>
              <a:t>번 길이가 </a:t>
            </a:r>
            <a:r>
              <a:rPr lang="en-US" altLang="ko-KR" dirty="0"/>
              <a:t>L</a:t>
            </a:r>
            <a:r>
              <a:rPr lang="ko-KR" altLang="en-US" dirty="0"/>
              <a:t>인 함수 생성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앞페이지 </a:t>
            </a:r>
            <a:r>
              <a:rPr lang="en-US" altLang="ko-KR" dirty="0"/>
              <a:t>n = 720)</a:t>
            </a:r>
          </a:p>
          <a:p>
            <a:endParaRPr lang="en-US" altLang="ko-KR" dirty="0"/>
          </a:p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값 이상일 때만 </a:t>
            </a:r>
            <a:r>
              <a:rPr lang="en-US" altLang="ko-KR" dirty="0"/>
              <a:t>1</a:t>
            </a:r>
            <a:r>
              <a:rPr lang="ko-KR" altLang="en-US" dirty="0"/>
              <a:t>로 출력되도록 </a:t>
            </a:r>
            <a:r>
              <a:rPr lang="en-US" altLang="ko-KR" dirty="0"/>
              <a:t>v </a:t>
            </a:r>
            <a:r>
              <a:rPr lang="en-US" altLang="ko-KR" dirty="0" err="1"/>
              <a:t>k,j</a:t>
            </a:r>
            <a:r>
              <a:rPr lang="en-US" altLang="ko-KR" dirty="0"/>
              <a:t> </a:t>
            </a:r>
            <a:r>
              <a:rPr lang="ko-KR" altLang="en-US" dirty="0"/>
              <a:t>함수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위성들에게 궤도 정보를 전달하는 가상의 </a:t>
            </a:r>
            <a:r>
              <a:rPr lang="ko-KR" altLang="en-US" dirty="0" err="1"/>
              <a:t>시드</a:t>
            </a:r>
            <a:r>
              <a:rPr lang="ko-KR" altLang="en-US" dirty="0"/>
              <a:t> 위성 개념 </a:t>
            </a:r>
            <a:endParaRPr lang="en-US" altLang="ko-KR" dirty="0"/>
          </a:p>
          <a:p>
            <a:r>
              <a:rPr lang="ko-KR" altLang="en-US" dirty="0"/>
              <a:t>궤도 요소에 </a:t>
            </a:r>
            <a:r>
              <a:rPr lang="en-US" altLang="ko-KR" dirty="0"/>
              <a:t>semi major</a:t>
            </a:r>
            <a:r>
              <a:rPr lang="ko-KR" altLang="en-US" dirty="0"/>
              <a:t>만 다르게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56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두번째는 </a:t>
            </a:r>
            <a:r>
              <a:rPr lang="en-US" altLang="ko-KR" dirty="0"/>
              <a:t>Coverage Timeline</a:t>
            </a:r>
          </a:p>
          <a:p>
            <a:r>
              <a:rPr lang="ko-KR" altLang="en-US" dirty="0"/>
              <a:t>관심지역은 여러 위성에 대해 커버가 되기 때문에 타임라인을 만듦  </a:t>
            </a:r>
            <a:endParaRPr lang="en-US" altLang="ko-KR" dirty="0"/>
          </a:p>
          <a:p>
            <a:r>
              <a:rPr lang="ko-KR" altLang="en-US" dirty="0"/>
              <a:t>앞에서 </a:t>
            </a:r>
            <a:r>
              <a:rPr lang="en-US" altLang="ko-KR" dirty="0"/>
              <a:t>Access profile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인 값들만 모아서 </a:t>
            </a:r>
            <a:r>
              <a:rPr lang="ko-KR" altLang="en-US" dirty="0" err="1"/>
              <a:t>합쳐놓은</a:t>
            </a:r>
            <a:r>
              <a:rPr lang="ko-KR" altLang="en-US" dirty="0"/>
              <a:t> 것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ko-KR" altLang="en-US" dirty="0"/>
              <a:t> 위성은 가상이므로 해당되지 않게</a:t>
            </a:r>
            <a:endParaRPr lang="en-US" altLang="ko-KR" dirty="0"/>
          </a:p>
          <a:p>
            <a:r>
              <a:rPr lang="ko-KR" altLang="en-US" dirty="0"/>
              <a:t>한번이면 </a:t>
            </a:r>
            <a:r>
              <a:rPr lang="en-US" altLang="ko-KR" dirty="0"/>
              <a:t>single </a:t>
            </a:r>
            <a:r>
              <a:rPr lang="ko-KR" altLang="en-US" dirty="0" err="1"/>
              <a:t>두번</a:t>
            </a:r>
            <a:r>
              <a:rPr lang="ko-KR" altLang="en-US" dirty="0"/>
              <a:t> 중복되면 </a:t>
            </a:r>
            <a:r>
              <a:rPr lang="en-US" altLang="ko-KR" dirty="0"/>
              <a:t>double</a:t>
            </a:r>
            <a:r>
              <a:rPr lang="ko-KR" altLang="en-US" dirty="0"/>
              <a:t>로 표시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986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정의하면 위와 같은 식 </a:t>
            </a:r>
            <a:endParaRPr lang="en-US" altLang="ko-KR" dirty="0"/>
          </a:p>
          <a:p>
            <a:r>
              <a:rPr lang="en-US" altLang="ko-KR" dirty="0"/>
              <a:t>F </a:t>
            </a:r>
            <a:r>
              <a:rPr lang="ko-KR" altLang="en-US" dirty="0"/>
              <a:t>즉 중복된 보다 많으면 커버가 되는 것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개일때는 다시 이것들을 전부 합친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3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endParaRPr lang="en-US" altLang="ko-KR" dirty="0"/>
          </a:p>
          <a:p>
            <a:r>
              <a:rPr lang="ko-KR" altLang="en-US" dirty="0" err="1"/>
              <a:t>시드</a:t>
            </a:r>
            <a:r>
              <a:rPr lang="en-US" altLang="ko-KR" dirty="0"/>
              <a:t> </a:t>
            </a:r>
            <a:r>
              <a:rPr lang="ko-KR" altLang="en-US" dirty="0"/>
              <a:t>위성과 비교하여 얼마나 시간 지연이 발생하는지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224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하면 </a:t>
            </a:r>
            <a:r>
              <a:rPr lang="en-US" altLang="ko-KR" dirty="0" err="1"/>
              <a:t>circlular</a:t>
            </a:r>
            <a:r>
              <a:rPr lang="en-US" altLang="ko-KR" dirty="0"/>
              <a:t> </a:t>
            </a:r>
            <a:r>
              <a:rPr lang="en-US" altLang="ko-KR" dirty="0" err="1"/>
              <a:t>convoulutin</a:t>
            </a:r>
            <a:r>
              <a:rPr lang="en-US" altLang="ko-KR" dirty="0"/>
              <a:t> </a:t>
            </a:r>
            <a:r>
              <a:rPr lang="en-US" altLang="ko-KR" dirty="0" err="1"/>
              <a:t>phnomenon</a:t>
            </a:r>
            <a:r>
              <a:rPr lang="ko-KR" altLang="en-US" dirty="0"/>
              <a:t>을 이끌어낼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앞의 함수들을 종합하면 일반화 가능 행</a:t>
            </a:r>
            <a:r>
              <a:rPr lang="en-US" altLang="ko-KR" dirty="0"/>
              <a:t>, </a:t>
            </a:r>
            <a:r>
              <a:rPr lang="ko-KR" altLang="en-US" dirty="0" err="1"/>
              <a:t>렬에</a:t>
            </a:r>
            <a:r>
              <a:rPr lang="ko-KR" altLang="en-US" dirty="0"/>
              <a:t> 대해 한번 더 정리한 식이 아래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6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시드</a:t>
            </a:r>
            <a:r>
              <a:rPr lang="ko-KR" altLang="en-US" dirty="0"/>
              <a:t> 위성이 첫번째에 해당 </a:t>
            </a:r>
            <a:r>
              <a:rPr lang="en-US" altLang="ko-KR" dirty="0"/>
              <a:t>(n=0)</a:t>
            </a:r>
          </a:p>
          <a:p>
            <a:r>
              <a:rPr lang="ko-KR" altLang="en-US" dirty="0"/>
              <a:t>그로부터 반대편에 있는 두번째 위성이 커버가 되면</a:t>
            </a:r>
            <a:endParaRPr lang="en-US" altLang="ko-KR" dirty="0"/>
          </a:p>
          <a:p>
            <a:r>
              <a:rPr lang="ko-KR" altLang="en-US" dirty="0"/>
              <a:t>이를 합친 것이 </a:t>
            </a:r>
            <a:r>
              <a:rPr lang="en-US" altLang="ko-KR" dirty="0"/>
              <a:t>coverage timeline </a:t>
            </a:r>
            <a:r>
              <a:rPr lang="ko-KR" altLang="en-US" dirty="0"/>
              <a:t>으로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946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235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233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143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55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452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8906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2023-06-08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Lee, Hang </a:t>
            </a:r>
            <a:r>
              <a:rPr lang="en-US" altLang="ko-KR" dirty="0" err="1"/>
              <a:t>Woon</a:t>
            </a:r>
            <a:r>
              <a:rPr lang="en-US" altLang="ko-KR" dirty="0"/>
              <a:t> &amp; Shimizu, Seiichi &amp; Yoshikawa, Shoji &amp; Ho, Koki. (2019). Satellite Constellation Pattern Optimization for Complex Regional Coverage.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초록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Abstract</a:t>
            </a:r>
          </a:p>
          <a:p>
            <a:pPr lvl="1"/>
            <a:r>
              <a:rPr lang="ko-KR" altLang="en-US" b="1" u="sng" dirty="0"/>
              <a:t>지역</a:t>
            </a:r>
            <a:r>
              <a:rPr lang="en-US" altLang="ko-KR" b="1" u="sng" dirty="0"/>
              <a:t> </a:t>
            </a:r>
            <a:r>
              <a:rPr lang="ko-KR" altLang="en-US" b="1" u="sng" dirty="0"/>
              <a:t>커버리지 위성군</a:t>
            </a:r>
            <a:r>
              <a:rPr lang="ko-KR" altLang="en-US" dirty="0"/>
              <a:t>의 사용이 증가하고 있음</a:t>
            </a:r>
            <a:endParaRPr lang="en-US" altLang="ko-KR" dirty="0"/>
          </a:p>
          <a:p>
            <a:pPr lvl="1"/>
            <a:r>
              <a:rPr lang="ko-KR" altLang="en-US" dirty="0"/>
              <a:t>이에 따라 </a:t>
            </a:r>
            <a:r>
              <a:rPr lang="ko-KR" altLang="en-US" b="1" u="sng" dirty="0"/>
              <a:t>복잡한 지역 </a:t>
            </a:r>
            <a:r>
              <a:rPr lang="ko-KR" altLang="en-US" b="1" u="sng" dirty="0" err="1"/>
              <a:t>커버리지를</a:t>
            </a:r>
            <a:r>
              <a:rPr lang="ko-KR" altLang="en-US" b="1" u="sng" dirty="0"/>
              <a:t> 위한 최적의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</a:t>
            </a:r>
            <a:r>
              <a:rPr lang="ko-KR" altLang="en-US" dirty="0"/>
              <a:t>의 필요성이 제기됨</a:t>
            </a:r>
            <a:endParaRPr lang="en-US" altLang="ko-KR" dirty="0"/>
          </a:p>
          <a:p>
            <a:pPr lvl="2"/>
            <a:r>
              <a:rPr lang="ko-KR" altLang="en-US" dirty="0"/>
              <a:t>전통적인 위성군은 종종 지속적인 </a:t>
            </a:r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위해 설계</a:t>
            </a:r>
            <a:endParaRPr lang="en-US" altLang="ko-KR" dirty="0"/>
          </a:p>
          <a:p>
            <a:pPr lvl="2"/>
            <a:r>
              <a:rPr lang="ko-KR" altLang="en-US" dirty="0"/>
              <a:t>지역 커버리지 위성군은 </a:t>
            </a:r>
            <a:r>
              <a:rPr lang="ko-KR" altLang="en-US" b="1" u="sng" dirty="0"/>
              <a:t>주기적으로</a:t>
            </a:r>
            <a:r>
              <a:rPr lang="en-US" altLang="ko-KR" b="1" u="sng" dirty="0"/>
              <a:t> </a:t>
            </a:r>
            <a:r>
              <a:rPr lang="ko-KR" altLang="en-US" b="1" u="sng" dirty="0"/>
              <a:t>시공간이 변화하는 요구조건</a:t>
            </a:r>
            <a:r>
              <a:rPr lang="ko-KR" altLang="en-US" dirty="0"/>
              <a:t>에 대한 차선의 해답으로 이어짐</a:t>
            </a:r>
            <a:endParaRPr lang="en-US" altLang="ko-KR" dirty="0"/>
          </a:p>
          <a:p>
            <a:pPr lvl="1"/>
            <a:r>
              <a:rPr lang="ko-KR" altLang="en-US" dirty="0"/>
              <a:t>이러한 </a:t>
            </a:r>
            <a:r>
              <a:rPr lang="ko-KR" altLang="en-US" b="1" u="sng" dirty="0"/>
              <a:t>복잡한 지역 커버리지 요구사항을 충족하는 최적의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패턴을 설계</a:t>
            </a:r>
            <a:r>
              <a:rPr lang="ko-KR" altLang="en-US" dirty="0"/>
              <a:t>하기 위한 새로운 일반적 접근 방식을 소개</a:t>
            </a:r>
            <a:endParaRPr lang="en-US" altLang="ko-KR" dirty="0"/>
          </a:p>
          <a:p>
            <a:pPr lvl="2"/>
            <a:r>
              <a:rPr lang="ko-KR" altLang="en-US" dirty="0"/>
              <a:t>이를 위해 </a:t>
            </a:r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의 원형 구조가 공식화됨</a:t>
            </a:r>
            <a:endParaRPr lang="en-US" altLang="ko-KR" dirty="0"/>
          </a:p>
          <a:p>
            <a:pPr lvl="2"/>
            <a:r>
              <a:rPr lang="ko-KR" altLang="en-US" dirty="0"/>
              <a:t>공식화된 원형 구조</a:t>
            </a:r>
            <a:r>
              <a:rPr lang="en-US" altLang="ko-KR" dirty="0"/>
              <a:t>(circular convolution)</a:t>
            </a:r>
            <a:r>
              <a:rPr lang="ko-KR" altLang="en-US" dirty="0"/>
              <a:t> 관계는 대칭 가정을 사용하여 기준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방법을 도출</a:t>
            </a:r>
            <a:endParaRPr lang="en-US" altLang="ko-KR" dirty="0"/>
          </a:p>
          <a:p>
            <a:pPr lvl="2"/>
            <a:r>
              <a:rPr lang="ko-KR" altLang="en-US" dirty="0"/>
              <a:t>그리고 최소 위성 수로 </a:t>
            </a:r>
            <a:r>
              <a:rPr lang="ko-KR" altLang="en-US" dirty="0" err="1"/>
              <a:t>위성군</a:t>
            </a:r>
            <a:r>
              <a:rPr lang="ko-KR" altLang="en-US" dirty="0"/>
              <a:t> 최적 설계를 목표로 하는 이진 정수 선형 프로그래밍 기반의 새로운 방법이 개발</a:t>
            </a:r>
            <a:endParaRPr lang="en-US" altLang="ko-KR" dirty="0"/>
          </a:p>
          <a:p>
            <a:pPr lvl="2"/>
            <a:r>
              <a:rPr lang="ko-KR" altLang="en-US" dirty="0"/>
              <a:t>이진 정수 선형 프로그래밍 방법은 기본 방법이 달성할 수 없는 일반적 문제 설정에 대한 최적 배치 패턴을 달성</a:t>
            </a:r>
            <a:endParaRPr lang="en-US" altLang="ko-KR" dirty="0"/>
          </a:p>
          <a:p>
            <a:pPr lvl="1"/>
            <a:r>
              <a:rPr lang="ko-KR" altLang="en-US" dirty="0"/>
              <a:t>새로운 접근법 가치를 입증하기 위해 다섯 가지 예시를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논문의 구성</a:t>
            </a:r>
            <a:endParaRPr lang="en-US" altLang="ko-KR" dirty="0"/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서론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연구와 관련된 주요 문헌의 요약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본 논문에서 사용된 </a:t>
            </a:r>
            <a:r>
              <a:rPr lang="ko-KR" altLang="en-US" dirty="0" err="1"/>
              <a:t>위성군</a:t>
            </a:r>
            <a:r>
              <a:rPr lang="ko-KR" altLang="en-US" dirty="0"/>
              <a:t> 모델의 개요</a:t>
            </a:r>
            <a:endParaRPr lang="en-US" altLang="ko-KR" dirty="0"/>
          </a:p>
          <a:p>
            <a:pPr lvl="2"/>
            <a:r>
              <a:rPr lang="en-US" altLang="ko-KR" dirty="0"/>
              <a:t>4. Circular Convolution Formulation</a:t>
            </a:r>
            <a:r>
              <a:rPr lang="ko-KR" altLang="en-US" dirty="0"/>
              <a:t> 정의를 포함하여 해당 접근 방식의 아이디어</a:t>
            </a:r>
            <a:endParaRPr lang="en-US" altLang="ko-KR" dirty="0"/>
          </a:p>
          <a:p>
            <a:pPr lvl="2"/>
            <a:r>
              <a:rPr lang="en-US" altLang="ko-KR" dirty="0"/>
              <a:t>5. </a:t>
            </a:r>
            <a:r>
              <a:rPr lang="ko-KR" altLang="en-US" dirty="0"/>
              <a:t>공식에 기반한 두 가지 방법 </a:t>
            </a:r>
            <a:r>
              <a:rPr lang="en-US" altLang="ko-KR" dirty="0"/>
              <a:t>1. </a:t>
            </a:r>
            <a:r>
              <a:rPr lang="ko-KR" altLang="en-US" dirty="0"/>
              <a:t>기준의 </a:t>
            </a:r>
            <a:r>
              <a:rPr lang="en-US" altLang="ko-KR" dirty="0"/>
              <a:t>quasi-symmetric </a:t>
            </a:r>
            <a:r>
              <a:rPr lang="ko-KR" altLang="en-US" dirty="0"/>
              <a:t>및 </a:t>
            </a:r>
            <a:r>
              <a:rPr lang="en-US" altLang="ko-KR" dirty="0"/>
              <a:t>2. </a:t>
            </a:r>
            <a:r>
              <a:rPr lang="ko-KR" altLang="en-US" dirty="0"/>
              <a:t>새로운 </a:t>
            </a:r>
            <a:r>
              <a:rPr lang="en-US" altLang="ko-KR" dirty="0"/>
              <a:t>BILP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en-US" altLang="ko-KR" dirty="0"/>
              <a:t>6. </a:t>
            </a:r>
            <a:r>
              <a:rPr lang="ko-KR" altLang="en-US" dirty="0"/>
              <a:t>다양한 예시들에 적용</a:t>
            </a:r>
            <a:endParaRPr lang="en-US" altLang="ko-KR" dirty="0"/>
          </a:p>
          <a:p>
            <a:pPr lvl="2"/>
            <a:r>
              <a:rPr lang="en-US" altLang="ko-KR" dirty="0"/>
              <a:t>7. </a:t>
            </a:r>
            <a:r>
              <a:rPr lang="ko-KR" altLang="en-US" dirty="0"/>
              <a:t>마무리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453310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b="1" u="sng" dirty="0"/>
              <a:t>지역 </a:t>
            </a:r>
            <a:r>
              <a:rPr lang="ko-KR" altLang="en-US" b="1" u="sng" dirty="0" err="1"/>
              <a:t>커버리지</a:t>
            </a:r>
            <a:r>
              <a:rPr lang="ko-KR" altLang="en-US" dirty="0" err="1"/>
              <a:t>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시스템이 지배하는 시장에서 유능한 솔루션으로 점점 더 화제</a:t>
            </a:r>
            <a:endParaRPr lang="en-US" altLang="ko-KR" dirty="0"/>
          </a:p>
          <a:p>
            <a:pPr lvl="2"/>
            <a:r>
              <a:rPr lang="ko-KR" altLang="en-US" dirty="0"/>
              <a:t>독립적인 것부터 기존 우주 기반 시스템을 보완하는 것까지 다양한 형태</a:t>
            </a:r>
            <a:endParaRPr lang="en-US" altLang="ko-KR" dirty="0"/>
          </a:p>
          <a:p>
            <a:pPr lvl="2"/>
            <a:r>
              <a:rPr lang="ko-KR" altLang="en-US" dirty="0" err="1"/>
              <a:t>전지구</a:t>
            </a:r>
            <a:r>
              <a:rPr lang="ko-KR" altLang="en-US" dirty="0"/>
              <a:t> 위성군과 관련된 지정학적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기술적 문제를 회피하는 수단으로 유연한 해결책을 제공</a:t>
            </a:r>
            <a:endParaRPr lang="en-US" altLang="ko-KR" dirty="0"/>
          </a:p>
          <a:p>
            <a:pPr lvl="2"/>
            <a:r>
              <a:rPr lang="ko-KR" altLang="en-US" dirty="0"/>
              <a:t>특정 영역에 대한 커버만 집중 </a:t>
            </a:r>
            <a:endParaRPr lang="en-US" altLang="ko-KR" dirty="0"/>
          </a:p>
          <a:p>
            <a:pPr lvl="3"/>
            <a:r>
              <a:rPr lang="ko-KR" altLang="en-US" dirty="0"/>
              <a:t>면적 당 동일한 성능을 위한 더 적은 위성이 필요함 </a:t>
            </a:r>
            <a:endParaRPr lang="en-US" altLang="ko-KR" dirty="0"/>
          </a:p>
          <a:p>
            <a:pPr lvl="3"/>
            <a:r>
              <a:rPr lang="ko-KR" altLang="en-US" dirty="0"/>
              <a:t>따라서 시스템의 </a:t>
            </a:r>
            <a:r>
              <a:rPr lang="en-US" altLang="ko-KR" dirty="0"/>
              <a:t>(</a:t>
            </a:r>
            <a:r>
              <a:rPr lang="ko-KR" altLang="en-US" dirty="0"/>
              <a:t>총 수명주기</a:t>
            </a:r>
            <a:r>
              <a:rPr lang="en-US" altLang="ko-KR" dirty="0"/>
              <a:t>)</a:t>
            </a:r>
            <a:r>
              <a:rPr lang="ko-KR" altLang="en-US" dirty="0"/>
              <a:t>비용이 크게 절감</a:t>
            </a:r>
            <a:endParaRPr lang="en-US" altLang="ko-KR" dirty="0"/>
          </a:p>
          <a:p>
            <a:pPr lvl="3"/>
            <a:r>
              <a:rPr lang="ko-KR" altLang="en-US" dirty="0"/>
              <a:t>장애 위험 감수</a:t>
            </a:r>
            <a:r>
              <a:rPr lang="en-US" altLang="ko-KR" dirty="0"/>
              <a:t>, </a:t>
            </a:r>
            <a:r>
              <a:rPr lang="ko-KR" altLang="en-US" dirty="0"/>
              <a:t>투자 회수 기간 단축</a:t>
            </a:r>
            <a:endParaRPr lang="en-US" altLang="ko-KR" dirty="0"/>
          </a:p>
          <a:p>
            <a:pPr lvl="3"/>
            <a:r>
              <a:rPr lang="ko-KR" altLang="en-US" dirty="0"/>
              <a:t>시장 수요 및 관리 문제로 발생하는 불확실성에 신속 대응 가능</a:t>
            </a:r>
            <a:endParaRPr lang="en-US" altLang="ko-KR" dirty="0"/>
          </a:p>
          <a:p>
            <a:pPr lvl="1"/>
            <a:r>
              <a:rPr lang="ko-KR" altLang="en-US" dirty="0"/>
              <a:t>가장 고전적 지역 커버리지 방법은 </a:t>
            </a:r>
            <a:r>
              <a:rPr lang="en-US" altLang="ko-KR" dirty="0"/>
              <a:t>GSO, GEO</a:t>
            </a:r>
          </a:p>
          <a:p>
            <a:pPr lvl="1"/>
            <a:r>
              <a:rPr lang="en-US" altLang="ko-KR" dirty="0"/>
              <a:t>NGSO</a:t>
            </a:r>
            <a:r>
              <a:rPr lang="ko-KR" altLang="en-US" dirty="0"/>
              <a:t>는 대기 시간 및 발사 비용 같은 많은 속성에 대해 더 나은 성능을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481637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비교적 간단한 커버리지 기준으로 조사함</a:t>
            </a:r>
            <a:endParaRPr lang="en-US" altLang="ko-KR" dirty="0"/>
          </a:p>
          <a:p>
            <a:pPr lvl="2"/>
            <a:r>
              <a:rPr lang="en-US" altLang="ko-KR" dirty="0"/>
              <a:t>F-fold</a:t>
            </a:r>
            <a:r>
              <a:rPr lang="ko-KR" altLang="en-US" dirty="0"/>
              <a:t> 연속 커버리지 요구조건을</a:t>
            </a:r>
            <a:r>
              <a:rPr lang="en-US" altLang="ko-KR" dirty="0"/>
              <a:t> </a:t>
            </a:r>
            <a:r>
              <a:rPr lang="ko-KR" altLang="en-US" dirty="0"/>
              <a:t>충족하기</a:t>
            </a:r>
            <a:endParaRPr lang="en-US" altLang="ko-KR" dirty="0"/>
          </a:p>
          <a:p>
            <a:pPr lvl="2"/>
            <a:r>
              <a:rPr lang="ko-KR" altLang="en-US" dirty="0"/>
              <a:t>최대 재방문 시간 차이를 최소화하기 </a:t>
            </a:r>
            <a:endParaRPr lang="en-US" altLang="ko-KR" dirty="0"/>
          </a:p>
          <a:p>
            <a:pPr lvl="1"/>
            <a:r>
              <a:rPr lang="ko-KR" altLang="en-US" dirty="0"/>
              <a:t>하지만 다음과 같이 주기적으로 시공간이 변하는 복잡한 요구사항 문제는 </a:t>
            </a:r>
            <a:r>
              <a:rPr lang="ko-KR" altLang="en-US" dirty="0" err="1"/>
              <a:t>탐구되지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낮 시간 동안의 통신 서비스 수요량 증가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/>
              <a:t>신뢰성 있는 접근을 위한 도시</a:t>
            </a:r>
            <a:r>
              <a:rPr lang="en-US" altLang="ko-KR" dirty="0"/>
              <a:t> </a:t>
            </a:r>
            <a:r>
              <a:rPr lang="ko-KR" altLang="en-US" dirty="0"/>
              <a:t>및 교외 지역에 대한 서비스 수요량 증가</a:t>
            </a:r>
            <a:endParaRPr lang="en-US" altLang="ko-KR" dirty="0"/>
          </a:p>
          <a:p>
            <a:pPr lvl="1"/>
            <a:r>
              <a:rPr lang="ko-KR" altLang="en-US" dirty="0"/>
              <a:t>이러한 복잡한 요구조건에 대한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과정은 다음과 같음</a:t>
            </a:r>
            <a:endParaRPr lang="en-US" altLang="ko-KR" dirty="0"/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일반적인 궤도 특성 결정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위성군</a:t>
            </a:r>
            <a:r>
              <a:rPr lang="ko-KR" altLang="en-US" dirty="0"/>
              <a:t> 패턴 결정 </a:t>
            </a:r>
            <a:r>
              <a:rPr lang="en-US" altLang="ko-KR" dirty="0"/>
              <a:t>– </a:t>
            </a:r>
            <a:r>
              <a:rPr lang="ko-KR" altLang="en-US" dirty="0"/>
              <a:t>보통 대칭패턴 </a:t>
            </a:r>
            <a:r>
              <a:rPr lang="en-US" altLang="ko-KR" dirty="0"/>
              <a:t>(ex. </a:t>
            </a:r>
            <a:r>
              <a:rPr lang="ko-KR" altLang="en-US" dirty="0"/>
              <a:t>워커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(3) </a:t>
            </a:r>
            <a:r>
              <a:rPr lang="ko-KR" altLang="en-US" dirty="0"/>
              <a:t>공통적인 궤도 특성 최적화 </a:t>
            </a:r>
            <a:r>
              <a:rPr lang="en-US" altLang="ko-KR" dirty="0"/>
              <a:t>(ex. </a:t>
            </a:r>
            <a:r>
              <a:rPr lang="ko-KR" altLang="en-US" dirty="0"/>
              <a:t>고도</a:t>
            </a:r>
            <a:r>
              <a:rPr lang="en-US" altLang="ko-KR" dirty="0"/>
              <a:t>, </a:t>
            </a:r>
            <a:r>
              <a:rPr lang="ko-KR" altLang="en-US" dirty="0"/>
              <a:t>궤도경사각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6661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관심지역에 대해 주기적으로 시공간이 변하는 요구조건에 대한 최적화된 위성군은 어떻게 설계할까</a:t>
            </a:r>
            <a:r>
              <a:rPr lang="en-US" altLang="ko-KR" dirty="0"/>
              <a:t>? </a:t>
            </a:r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방법을 통해 이 문제를 해결하고자 함</a:t>
            </a:r>
            <a:endParaRPr lang="en-US" altLang="ko-KR" dirty="0"/>
          </a:p>
          <a:p>
            <a:pPr lvl="2"/>
            <a:r>
              <a:rPr lang="ko-KR" altLang="en-US" dirty="0"/>
              <a:t>기존의 궤도 특성 설계 방법 및 발사</a:t>
            </a:r>
            <a:r>
              <a:rPr lang="en-US" altLang="ko-KR" dirty="0"/>
              <a:t>, </a:t>
            </a:r>
            <a:r>
              <a:rPr lang="ko-KR" altLang="en-US" dirty="0"/>
              <a:t>미션 제약 조건과 통합되어 미래의 위성군을 최적화 할 수 있음</a:t>
            </a:r>
            <a:endParaRPr lang="en-US" altLang="ko-KR" dirty="0"/>
          </a:p>
          <a:p>
            <a:pPr lvl="1"/>
            <a:r>
              <a:rPr lang="ko-KR" altLang="en-US" dirty="0"/>
              <a:t>본 논문의 </a:t>
            </a:r>
            <a:r>
              <a:rPr lang="en-US" altLang="ko-KR" dirty="0"/>
              <a:t>Contribution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 err="1"/>
              <a:t>시드</a:t>
            </a:r>
            <a:r>
              <a:rPr lang="ko-KR" altLang="en-US" dirty="0"/>
              <a:t> 위성 접속 프로필</a:t>
            </a:r>
            <a:r>
              <a:rPr lang="en-US" altLang="ko-KR" dirty="0"/>
              <a:t>, </a:t>
            </a:r>
            <a:r>
              <a:rPr lang="ko-KR" altLang="en-US" dirty="0" err="1"/>
              <a:t>위성군</a:t>
            </a:r>
            <a:r>
              <a:rPr lang="ko-KR" altLang="en-US" dirty="0"/>
              <a:t> 패턴 벡터</a:t>
            </a:r>
            <a:r>
              <a:rPr lang="en-US" altLang="ko-KR" dirty="0"/>
              <a:t>,</a:t>
            </a:r>
            <a:r>
              <a:rPr lang="ko-KR" altLang="en-US" dirty="0"/>
              <a:t> 커버리지 타임라인 간의 원형 구조 현상의 발견을 공식화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시간에 대해 독립적인 </a:t>
            </a:r>
            <a:r>
              <a:rPr lang="en-US" altLang="ko-KR" dirty="0"/>
              <a:t>f-fold </a:t>
            </a:r>
            <a:r>
              <a:rPr lang="ko-KR" altLang="en-US" dirty="0"/>
              <a:t>커버리지 요구사항의 정의를 </a:t>
            </a:r>
            <a:r>
              <a:rPr lang="en-US" altLang="ko-KR" dirty="0"/>
              <a:t>n-fold</a:t>
            </a:r>
            <a:r>
              <a:rPr lang="ko-KR" altLang="en-US" dirty="0"/>
              <a:t>로 확장</a:t>
            </a:r>
            <a:endParaRPr lang="en-US" altLang="ko-KR" dirty="0"/>
          </a:p>
          <a:p>
            <a:pPr lvl="3"/>
            <a:r>
              <a:rPr lang="en-US" altLang="ko-KR" dirty="0"/>
              <a:t>f</a:t>
            </a:r>
            <a:r>
              <a:rPr lang="ko-KR" altLang="en-US" dirty="0"/>
              <a:t>는 이산 시간 순간이므로 주기적으로 시간이 변하는 커버리지 요구사항은 위성군에서 최적으로 처리될 수 있음</a:t>
            </a:r>
            <a:endParaRPr lang="en-US" altLang="ko-KR" dirty="0"/>
          </a:p>
          <a:p>
            <a:pPr lvl="3"/>
            <a:r>
              <a:rPr lang="ko-KR" altLang="en-US" dirty="0"/>
              <a:t>이 아이디어를 여러 목표지점에 적용함으로써 시공간이 변화하는 적용 범위 요구조건이 있는 경우로 더욱 확장</a:t>
            </a:r>
            <a:endParaRPr lang="en-US" altLang="ko-KR" dirty="0"/>
          </a:p>
          <a:p>
            <a:pPr lvl="2"/>
            <a:r>
              <a:rPr lang="en-US" altLang="ko-KR" dirty="0"/>
              <a:t>3. </a:t>
            </a:r>
            <a:r>
              <a:rPr lang="ko-KR" altLang="en-US" dirty="0"/>
              <a:t>최적의 위성 배치 패턴을 탐색</a:t>
            </a:r>
            <a:endParaRPr lang="en-US" altLang="ko-KR" dirty="0"/>
          </a:p>
          <a:p>
            <a:pPr lvl="3"/>
            <a:r>
              <a:rPr lang="ko-KR" altLang="en-US" dirty="0"/>
              <a:t>이산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이용한 일반적인 방법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56114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방법은 지구 또는 위도 경계 영역과 같이 광범위한 관심 영역에 지속적인 </a:t>
            </a:r>
            <a:r>
              <a:rPr lang="ko-KR" altLang="en-US" dirty="0" err="1"/>
              <a:t>커버리지를</a:t>
            </a:r>
            <a:r>
              <a:rPr lang="en-US" altLang="ko-KR" dirty="0"/>
              <a:t> </a:t>
            </a:r>
            <a:r>
              <a:rPr lang="ko-KR" altLang="en-US" dirty="0"/>
              <a:t>제공하면서 위성 수를 최소화하는 데 초점 맞춤</a:t>
            </a:r>
            <a:endParaRPr lang="en-US" altLang="ko-KR" dirty="0"/>
          </a:p>
          <a:p>
            <a:pPr lvl="1"/>
            <a:r>
              <a:rPr lang="ko-KR" altLang="en-US" dirty="0"/>
              <a:t>다음과 같이 고전적인 방법들은 위성이 미리 정해진 위상 규칙에 기초하여 균일하고 대칭적으로 배열되는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패턴에서 대칭을 나타내기 위해 기하학적 접근법 이용</a:t>
            </a:r>
            <a:endParaRPr lang="en-US" altLang="ko-KR" dirty="0"/>
          </a:p>
          <a:p>
            <a:pPr lvl="2"/>
            <a:r>
              <a:rPr lang="en-US" altLang="ko-KR" dirty="0"/>
              <a:t>Classical method (Streets of Coverage) : [9-12]</a:t>
            </a:r>
          </a:p>
          <a:p>
            <a:pPr lvl="2"/>
            <a:r>
              <a:rPr lang="en-US" altLang="ko-KR" dirty="0"/>
              <a:t>Walker and Rosette constellation : [6-8, 13]</a:t>
            </a:r>
          </a:p>
          <a:p>
            <a:pPr lvl="2"/>
            <a:r>
              <a:rPr lang="en-US" altLang="ko-KR" dirty="0"/>
              <a:t>Tetrahedron elliptical constellation : [14]</a:t>
            </a:r>
          </a:p>
          <a:p>
            <a:pPr lvl="1"/>
            <a:r>
              <a:rPr lang="ko-KR" altLang="en-US" dirty="0"/>
              <a:t>위성군의 대칭은 유한 변동성</a:t>
            </a:r>
            <a:r>
              <a:rPr lang="en-US" altLang="ko-KR" dirty="0"/>
              <a:t>[15]</a:t>
            </a:r>
            <a:r>
              <a:rPr lang="ko-KR" altLang="en-US" dirty="0"/>
              <a:t>으로 인해 완전한 설계 공간 분석 또는 해를 위한 기초를 제공</a:t>
            </a:r>
            <a:endParaRPr lang="en-US" altLang="ko-KR" dirty="0"/>
          </a:p>
          <a:p>
            <a:pPr lvl="1"/>
            <a:r>
              <a:rPr lang="ko-KR" altLang="en-US" dirty="0"/>
              <a:t>하지만 이는 일반적으로 중복을 초래하므로 경계 지역에 걸쳐 위성의 수 측면에서 최적의 </a:t>
            </a:r>
            <a:r>
              <a:rPr lang="ko-KR" altLang="en-US" dirty="0" err="1"/>
              <a:t>위성군</a:t>
            </a:r>
            <a:r>
              <a:rPr lang="ko-KR" altLang="en-US" dirty="0"/>
              <a:t> 설계를 생성하지 못할 수 있음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4864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 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지역 커버리지 별자리의 설계를 구체적으로 다룬 선행 연구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특성을 활용 </a:t>
            </a:r>
            <a:r>
              <a:rPr lang="en-US" altLang="ko-KR" dirty="0"/>
              <a:t>: [16] - </a:t>
            </a:r>
            <a:r>
              <a:rPr lang="en-US" altLang="ko-KR" dirty="0" err="1"/>
              <a:t>hanson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</a:p>
          <a:p>
            <a:pPr lvl="1"/>
            <a:r>
              <a:rPr lang="en-US" altLang="ko-KR" dirty="0"/>
              <a:t>Timeline Meshing </a:t>
            </a:r>
            <a:r>
              <a:rPr lang="ko-KR" altLang="en-US" dirty="0"/>
              <a:t>방법을 사용하여 최소 가능한 기울기에서 최대 시간 간격을 최소화 하는 것과 관련한 </a:t>
            </a:r>
            <a:r>
              <a:rPr lang="ko-KR" altLang="en-US" dirty="0" err="1"/>
              <a:t>위성군</a:t>
            </a:r>
            <a:r>
              <a:rPr lang="ko-KR" altLang="en-US" dirty="0"/>
              <a:t> 설계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[17] - Ma and Hsu </a:t>
            </a:r>
          </a:p>
          <a:p>
            <a:pPr lvl="1"/>
            <a:r>
              <a:rPr lang="ko-KR" altLang="en-US" dirty="0"/>
              <a:t>간격을 최소화하거나 </a:t>
            </a:r>
            <a:r>
              <a:rPr lang="ko-KR" altLang="en-US" dirty="0" err="1"/>
              <a:t>커버리지를</a:t>
            </a:r>
            <a:r>
              <a:rPr lang="ko-KR" altLang="en-US" dirty="0"/>
              <a:t> 최대화하는 것과 관련하여 허용 가능 시간 지연을 검색함으로써 </a:t>
            </a:r>
            <a:r>
              <a:rPr lang="en-US" altLang="ko-KR" dirty="0"/>
              <a:t>RGT </a:t>
            </a:r>
            <a:r>
              <a:rPr lang="ko-KR" altLang="en-US" dirty="0"/>
              <a:t>특성을 확장 </a:t>
            </a:r>
            <a:r>
              <a:rPr lang="en-US" altLang="ko-KR" dirty="0"/>
              <a:t>: [18] - </a:t>
            </a:r>
            <a:r>
              <a:rPr lang="en-US" altLang="ko-KR" dirty="0" err="1"/>
              <a:t>Pontani</a:t>
            </a:r>
            <a:r>
              <a:rPr lang="en-US" altLang="ko-KR" dirty="0"/>
              <a:t> and </a:t>
            </a:r>
            <a:r>
              <a:rPr lang="en-US" altLang="ko-KR" dirty="0" err="1"/>
              <a:t>Teofilatto</a:t>
            </a:r>
            <a:endParaRPr lang="en-US" altLang="ko-KR" dirty="0"/>
          </a:p>
          <a:p>
            <a:pPr lvl="1"/>
            <a:r>
              <a:rPr lang="ko-KR" altLang="en-US" dirty="0"/>
              <a:t>최대 재방문 시간을 최소화하기 위해 </a:t>
            </a:r>
            <a:r>
              <a:rPr lang="en-US" altLang="ko-KR" dirty="0"/>
              <a:t>metaheuristics</a:t>
            </a:r>
            <a:r>
              <a:rPr lang="ko-KR" altLang="en-US" dirty="0"/>
              <a:t> 방법을 사용하여 위성군을 설계 </a:t>
            </a:r>
            <a:r>
              <a:rPr lang="en-US" altLang="ko-KR" dirty="0"/>
              <a:t>: [19] - Crossley and Williams</a:t>
            </a:r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위성군</a:t>
            </a:r>
            <a:r>
              <a:rPr lang="ko-KR" altLang="en-US" dirty="0"/>
              <a:t> 설계 알고리즘은 단일 대상 또는 연결된 영역과 관련하여 비대칭 구성을 생성할 수 있는 능력을 보여줌 </a:t>
            </a:r>
            <a:endParaRPr lang="en-US" altLang="ko-KR" dirty="0"/>
          </a:p>
          <a:p>
            <a:pPr lvl="2"/>
            <a:r>
              <a:rPr lang="ko-KR" altLang="en-US" dirty="0"/>
              <a:t>하지만 여러 하위 분류가 있는 목표지점에 대해 시간에 따라 변하는 요구조건에 대한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설계에는 적용되지 않음</a:t>
            </a:r>
            <a:endParaRPr lang="en-US" altLang="ko-KR" dirty="0"/>
          </a:p>
          <a:p>
            <a:pPr lvl="1"/>
            <a:r>
              <a:rPr lang="ko-KR" altLang="en-US" dirty="0"/>
              <a:t>복잡한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설계의 기하학적 접근법 </a:t>
            </a:r>
            <a:r>
              <a:rPr lang="en-US" altLang="ko-KR" dirty="0"/>
              <a:t>: [20]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2"/>
            <a:r>
              <a:rPr lang="ko-KR" altLang="en-US" dirty="0"/>
              <a:t>위성 위치 및 커버리지 기능을 위한 </a:t>
            </a:r>
            <a:r>
              <a:rPr lang="en-US" altLang="ko-KR" dirty="0"/>
              <a:t>2</a:t>
            </a:r>
            <a:r>
              <a:rPr lang="ko-KR" altLang="en-US" dirty="0"/>
              <a:t>차원 공간과 결합된 지도의 사용을 보여줌</a:t>
            </a:r>
            <a:endParaRPr lang="en-US" altLang="ko-KR" dirty="0"/>
          </a:p>
          <a:p>
            <a:pPr lvl="2"/>
            <a:r>
              <a:rPr lang="ko-KR" altLang="en-US" dirty="0"/>
              <a:t>비대칭 위성군에는 이 방법 적용할 수 없음 </a:t>
            </a:r>
            <a:r>
              <a:rPr lang="en-US" altLang="ko-KR" dirty="0"/>
              <a:t>: [15.21] - </a:t>
            </a:r>
            <a:r>
              <a:rPr lang="en-US" altLang="ko-KR" dirty="0" err="1"/>
              <a:t>Lecohier</a:t>
            </a:r>
            <a:r>
              <a:rPr lang="en-US" altLang="ko-KR" dirty="0"/>
              <a:t> and Mora as well as Wertz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1558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Literature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</a:p>
          <a:p>
            <a:pPr lvl="1"/>
            <a:r>
              <a:rPr lang="ko-KR" altLang="en-US" dirty="0"/>
              <a:t>연속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</a:t>
            </a:r>
            <a:r>
              <a:rPr lang="ko-KR" altLang="en-US" dirty="0" err="1"/>
              <a:t>위성군</a:t>
            </a:r>
            <a:r>
              <a:rPr lang="ko-KR" altLang="en-US" dirty="0"/>
              <a:t> 설계에 대한 역사 조사를 발표 </a:t>
            </a:r>
            <a:r>
              <a:rPr lang="en-US" altLang="ko-KR" dirty="0"/>
              <a:t>: [22] – </a:t>
            </a:r>
            <a:r>
              <a:rPr lang="en-US" altLang="ko-KR" dirty="0" err="1"/>
              <a:t>Ulybyshev</a:t>
            </a:r>
            <a:endParaRPr lang="en-US" altLang="ko-KR" dirty="0"/>
          </a:p>
          <a:p>
            <a:pPr lvl="1"/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커버리지 문제의 세 가지 측면에 대해 답하는 방법론은 없음 </a:t>
            </a:r>
            <a:endParaRPr lang="en-US" altLang="ko-KR" dirty="0"/>
          </a:p>
          <a:p>
            <a:pPr lvl="2"/>
            <a:r>
              <a:rPr lang="ko-KR" altLang="en-US" dirty="0"/>
              <a:t>다중 대상 지점</a:t>
            </a:r>
            <a:endParaRPr lang="en-US" altLang="ko-KR" dirty="0"/>
          </a:p>
          <a:p>
            <a:pPr lvl="2"/>
            <a:r>
              <a:rPr lang="ko-KR" altLang="en-US" dirty="0"/>
              <a:t>복잡한 커버리지 요구조건</a:t>
            </a:r>
            <a:endParaRPr lang="en-US" altLang="ko-KR" dirty="0"/>
          </a:p>
          <a:p>
            <a:pPr lvl="2"/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다중 하위 </a:t>
            </a:r>
            <a:r>
              <a:rPr lang="ko-KR" altLang="en-US" dirty="0" err="1"/>
              <a:t>위성군</a:t>
            </a:r>
            <a:r>
              <a:rPr lang="en-US" altLang="ko-KR" dirty="0"/>
              <a:t>, </a:t>
            </a:r>
            <a:r>
              <a:rPr lang="ko-KR" altLang="en-US" dirty="0"/>
              <a:t>그리고 여러 대상 지점에 대해</a:t>
            </a:r>
            <a:r>
              <a:rPr lang="en-US" altLang="ko-KR" dirty="0"/>
              <a:t>)</a:t>
            </a:r>
            <a:r>
              <a:rPr lang="ko-KR" altLang="en-US" dirty="0"/>
              <a:t> 주기적으로 시공간을 변화시키는 커버리지 요구조건을 위한 </a:t>
            </a:r>
            <a:r>
              <a:rPr lang="ko-KR" altLang="en-US" dirty="0" err="1"/>
              <a:t>위성군</a:t>
            </a:r>
            <a:r>
              <a:rPr lang="ko-KR" altLang="en-US" dirty="0"/>
              <a:t> 패턴을 설계하는 방법 구성이 목표</a:t>
            </a:r>
            <a:endParaRPr lang="en-US" altLang="ko-KR" dirty="0"/>
          </a:p>
          <a:p>
            <a:pPr lvl="1"/>
            <a:r>
              <a:rPr lang="en-US" altLang="ko-KR" dirty="0"/>
              <a:t>RGT</a:t>
            </a:r>
            <a:r>
              <a:rPr lang="ko-KR" altLang="en-US" dirty="0"/>
              <a:t>와 </a:t>
            </a:r>
            <a:r>
              <a:rPr lang="en-US" altLang="ko-KR" dirty="0"/>
              <a:t>CGT</a:t>
            </a:r>
            <a:r>
              <a:rPr lang="ko-KR" altLang="en-US" dirty="0"/>
              <a:t>와 이전 연구를 일반화하는 아이디어를 바탕으로 </a:t>
            </a:r>
            <a:r>
              <a:rPr lang="en-US" altLang="ko-KR" dirty="0"/>
              <a:t>: [26]</a:t>
            </a:r>
          </a:p>
          <a:p>
            <a:pPr lvl="2"/>
            <a:r>
              <a:rPr lang="en-US" altLang="ko-KR" dirty="0"/>
              <a:t>Ex. Flower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[23-25]</a:t>
            </a:r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패턴 설계 문제의 원형 구조 특성을 공식화하고 이를 위한 두 가지 방법</a:t>
            </a:r>
            <a:endParaRPr lang="en-US" altLang="ko-KR" dirty="0"/>
          </a:p>
          <a:p>
            <a:pPr lvl="2"/>
            <a:r>
              <a:rPr lang="ko-KR" altLang="en-US" dirty="0"/>
              <a:t>기준선 및 다소 전통적인 </a:t>
            </a:r>
            <a:r>
              <a:rPr lang="en-US" altLang="ko-KR" dirty="0"/>
              <a:t>quasi-symmetric method</a:t>
            </a:r>
          </a:p>
          <a:p>
            <a:pPr lvl="2"/>
            <a:r>
              <a:rPr lang="ko-KR" altLang="en-US" dirty="0"/>
              <a:t>더 일반적이고 새로운 </a:t>
            </a:r>
            <a:r>
              <a:rPr lang="en-US" altLang="ko-KR" dirty="0"/>
              <a:t>BILP </a:t>
            </a:r>
            <a:r>
              <a:rPr lang="ko-KR" altLang="en-US" dirty="0"/>
              <a:t>방법 도출</a:t>
            </a:r>
          </a:p>
        </p:txBody>
      </p:sp>
    </p:spTree>
    <p:extLst>
      <p:ext uri="{BB962C8B-B14F-4D97-AF65-F5344CB8AC3E}">
        <p14:creationId xmlns:p14="http://schemas.microsoft.com/office/powerpoint/2010/main" val="2943723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Repeating Ground Track Orbit</a:t>
            </a:r>
          </a:p>
          <a:p>
            <a:pPr lvl="2"/>
            <a:r>
              <a:rPr lang="ko-KR" altLang="en-US" dirty="0"/>
              <a:t>지구 표면을 지나는 하위 위성의 자취로 정의</a:t>
            </a:r>
            <a:endParaRPr lang="en-US" altLang="ko-KR" dirty="0"/>
          </a:p>
          <a:p>
            <a:pPr lvl="2"/>
            <a:r>
              <a:rPr lang="ko-KR" altLang="en-US" dirty="0"/>
              <a:t>논문에서는 위성군의 궤도가 정확하고 주기적으로 반복될 수 있도록 </a:t>
            </a:r>
            <a:r>
              <a:rPr lang="en-US" altLang="ko-KR" dirty="0"/>
              <a:t>RGT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2"/>
            <a:r>
              <a:rPr lang="ko-KR" altLang="en-US" dirty="0"/>
              <a:t>위성 수가 적은 </a:t>
            </a:r>
            <a:r>
              <a:rPr lang="ko-KR" altLang="en-US" dirty="0" err="1"/>
              <a:t>비반복</a:t>
            </a:r>
            <a:r>
              <a:rPr lang="ko-KR" altLang="en-US" dirty="0"/>
              <a:t> 궤도보다 더 나은 지역 커버리지 성능을 보임</a:t>
            </a:r>
            <a:endParaRPr lang="en-US" altLang="ko-KR" dirty="0"/>
          </a:p>
          <a:p>
            <a:pPr lvl="2"/>
            <a:r>
              <a:rPr lang="en-US" altLang="ko-KR" dirty="0"/>
              <a:t>ECEF </a:t>
            </a:r>
            <a:r>
              <a:rPr lang="ko-KR" altLang="en-US" dirty="0"/>
              <a:t>좌표계에서 </a:t>
            </a:r>
            <a:r>
              <a:rPr lang="en-US" altLang="ko-KR" dirty="0"/>
              <a:t>RGT</a:t>
            </a:r>
            <a:r>
              <a:rPr lang="ko-KR" altLang="en-US" dirty="0"/>
              <a:t>궤도는 궤도의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)</a:t>
            </a:r>
            <a:r>
              <a:rPr lang="ko-KR" altLang="en-US" dirty="0"/>
              <a:t>의 배수일 때 달성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 : </a:t>
            </a:r>
            <a:r>
              <a:rPr lang="ko-KR" altLang="en-US" dirty="0"/>
              <a:t>위성에 의한 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 : </a:t>
            </a:r>
            <a:r>
              <a:rPr lang="ko-KR" altLang="en-US" dirty="0"/>
              <a:t>본초 자오선에 의한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(Period of Repetition)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𝜏 = 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(Period Ratio) </a:t>
            </a:r>
            <a:r>
              <a:rPr lang="ko-KR" alt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Semi-major axis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</a:t>
            </a:r>
            <a:r>
              <a:rPr lang="ko-KR" altLang="en-US" dirty="0"/>
              <a:t>를 대신하여 사용</a:t>
            </a:r>
            <a:endParaRPr lang="en-US" altLang="ko-KR" dirty="0"/>
          </a:p>
          <a:p>
            <a:pPr lvl="2"/>
            <a:r>
              <a:rPr lang="ko-KR" altLang="ko-KR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𝐽</a:t>
            </a:r>
            <a:r>
              <a:rPr lang="en-US" altLang="ko-KR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섭동만을 반영하면서 </a:t>
            </a:r>
            <a:r>
              <a:rPr lang="ko-KR" altLang="en-US" dirty="0"/>
              <a:t>위성의 수명 동안 동일한 지상 궤도를 수정하고 유지하기 위한 </a:t>
            </a:r>
            <a:r>
              <a:rPr lang="en-US" altLang="ko-KR" dirty="0"/>
              <a:t>maneuver</a:t>
            </a:r>
            <a:r>
              <a:rPr lang="ko-KR" altLang="en-US" dirty="0"/>
              <a:t>를 가정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522FC-C46B-A4F8-E9B2-CACCB169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05" y="5300311"/>
            <a:ext cx="1201079" cy="57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643020-098F-2F16-2F11-AED9A31B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037" y="5300311"/>
            <a:ext cx="1374771" cy="578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D7CBF-9848-751B-92B8-2A76AF417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194924"/>
            <a:ext cx="2637619" cy="7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5249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Common Ground Track Orbit</a:t>
            </a:r>
          </a:p>
          <a:p>
            <a:pPr lvl="2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논문에서는 위성군의 모든 위성의 지상 궤도가 중첩되어 하나의 공통 지상 궤도를 생성하도록 하는 </a:t>
            </a:r>
            <a:r>
              <a:rPr lang="ko-KR" altLang="en-US" dirty="0" err="1"/>
              <a:t>위성군</a:t>
            </a:r>
            <a:r>
              <a:rPr lang="ko-KR" altLang="en-US" dirty="0"/>
              <a:t> 패턴을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위의 그림은 임의의 </a:t>
            </a:r>
            <a:r>
              <a:rPr lang="en-US" altLang="ko-KR" dirty="0"/>
              <a:t>9</a:t>
            </a:r>
            <a:r>
              <a:rPr lang="ko-KR" altLang="en-US" dirty="0"/>
              <a:t>개의 위성에 대한 </a:t>
            </a:r>
            <a:r>
              <a:rPr lang="en-US" altLang="ko-KR" dirty="0"/>
              <a:t>CGT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궤도는 다음과 같이 표현 가능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pc="5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/(</a:t>
            </a:r>
            <a:r>
              <a:rPr lang="en-US" altLang="ko-KR" i="1" spc="5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 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−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(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Walker</a:t>
            </a:r>
            <a:r>
              <a:rPr lang="en-US" altLang="ko-KR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notation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 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altLang="ko-KR" spc="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𝑃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𝐹)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81A527-3C90-D0C6-D1AF-45D8B0ED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55" y="2319687"/>
            <a:ext cx="4614802" cy="26666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40029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Flower Constellation</a:t>
            </a:r>
          </a:p>
          <a:p>
            <a:pPr lvl="2"/>
            <a:r>
              <a:rPr lang="en-US" altLang="ko-KR" dirty="0"/>
              <a:t>RGT </a:t>
            </a:r>
            <a:r>
              <a:rPr lang="ko-KR" altLang="en-US" dirty="0"/>
              <a:t>궤도를 가진 </a:t>
            </a:r>
            <a:r>
              <a:rPr lang="en-US" altLang="ko-KR" dirty="0"/>
              <a:t>GCT </a:t>
            </a:r>
            <a:r>
              <a:rPr lang="ko-KR" altLang="en-US" dirty="0"/>
              <a:t>위성군은 </a:t>
            </a:r>
            <a:r>
              <a:rPr lang="en-US" altLang="ko-KR" dirty="0"/>
              <a:t>Original Flower Constellation </a:t>
            </a:r>
            <a:r>
              <a:rPr lang="ko-KR" altLang="en-US" dirty="0"/>
              <a:t>이론에 사용되는 가정</a:t>
            </a:r>
            <a:endParaRPr lang="en-US" altLang="ko-KR" dirty="0"/>
          </a:p>
          <a:p>
            <a:pPr lvl="2"/>
            <a:r>
              <a:rPr lang="ko-KR" altLang="en-US" dirty="0"/>
              <a:t>회전하는 </a:t>
            </a:r>
            <a:r>
              <a:rPr lang="en-US" altLang="ko-KR" dirty="0"/>
              <a:t>frame</a:t>
            </a:r>
            <a:r>
              <a:rPr lang="ko-KR" altLang="en-US" dirty="0"/>
              <a:t>에 대해 동일한 궤도를 따르는 </a:t>
            </a:r>
            <a:r>
              <a:rPr lang="en-US" altLang="ko-KR" dirty="0"/>
              <a:t>N</a:t>
            </a:r>
            <a:r>
              <a:rPr lang="ko-KR" altLang="en-US" dirty="0"/>
              <a:t>개의 위성의 집합으로 정의</a:t>
            </a:r>
            <a:endParaRPr lang="en-US" altLang="ko-KR" dirty="0"/>
          </a:p>
          <a:p>
            <a:pPr lvl="2"/>
            <a:r>
              <a:rPr lang="ko-KR" altLang="en-US" dirty="0"/>
              <a:t>다음과 같은 세</a:t>
            </a:r>
            <a:r>
              <a:rPr lang="en-US" altLang="ko-KR" dirty="0"/>
              <a:t> </a:t>
            </a:r>
            <a:r>
              <a:rPr lang="ko-KR" altLang="en-US" dirty="0"/>
              <a:t>가지 조건이 필요</a:t>
            </a:r>
            <a:endParaRPr lang="en-US" altLang="ko-KR" dirty="0"/>
          </a:p>
          <a:p>
            <a:pPr lvl="3"/>
            <a:r>
              <a:rPr lang="ko-KR" altLang="en-US" dirty="0"/>
              <a:t>각 위성의 공전 주기는 회전 </a:t>
            </a:r>
            <a:r>
              <a:rPr lang="en-US" altLang="ko-KR" dirty="0"/>
              <a:t>frame </a:t>
            </a:r>
            <a:r>
              <a:rPr lang="ko-KR" altLang="en-US" dirty="0"/>
              <a:t>주기의 배수</a:t>
            </a:r>
            <a:endParaRPr lang="en-US" altLang="ko-KR" dirty="0"/>
          </a:p>
          <a:p>
            <a:pPr lvl="3"/>
            <a:r>
              <a:rPr lang="ko-KR" altLang="en-US" dirty="0" err="1"/>
              <a:t>장반경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𝑎)</a:t>
            </a:r>
            <a:r>
              <a:rPr lang="en-US" altLang="ko-KR" dirty="0"/>
              <a:t>, </a:t>
            </a:r>
            <a:r>
              <a:rPr lang="ko-KR" altLang="en-US" dirty="0" err="1"/>
              <a:t>이심율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𝑒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altLang="ko-KR" dirty="0"/>
              <a:t>), </a:t>
            </a:r>
            <a:r>
              <a:rPr lang="ko-KR" altLang="en-US" dirty="0"/>
              <a:t>기울기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𝑖</a:t>
            </a:r>
            <a:r>
              <a:rPr lang="en-US" altLang="ko-KR" dirty="0"/>
              <a:t>), </a:t>
            </a:r>
            <a:r>
              <a:rPr lang="ko-KR" altLang="en-US" dirty="0"/>
              <a:t>근지점인수</a:t>
            </a:r>
            <a:r>
              <a:rPr lang="en-US" altLang="ko-KR" dirty="0"/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𝜔</a:t>
            </a:r>
            <a:r>
              <a:rPr lang="en-US" altLang="ko-KR" dirty="0"/>
              <a:t>)</a:t>
            </a:r>
            <a:r>
              <a:rPr lang="ko-KR" altLang="en-US" dirty="0"/>
              <a:t>는 모든 궤도에서 동일</a:t>
            </a:r>
            <a:endParaRPr lang="en-US" altLang="ko-KR" dirty="0"/>
          </a:p>
          <a:p>
            <a:pPr lvl="3"/>
            <a:r>
              <a:rPr lang="ko-KR" altLang="en-US" dirty="0"/>
              <a:t>각 위성의 </a:t>
            </a:r>
            <a:r>
              <a:rPr lang="en-US" altLang="ko-KR" dirty="0"/>
              <a:t>ascending node(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mean anomaly(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dirty="0"/>
              <a:t>)</a:t>
            </a:r>
            <a:r>
              <a:rPr lang="ko-KR" altLang="en-US" dirty="0"/>
              <a:t>는 다음을 만족</a:t>
            </a:r>
            <a:endParaRPr lang="en-US" altLang="ko-KR" dirty="0"/>
          </a:p>
          <a:p>
            <a:pPr lvl="4"/>
            <a:r>
              <a:rPr lang="en-US" altLang="ko-KR" sz="1600" i="1" spc="1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spc="45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sz="1600" spc="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Ω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4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+</a:t>
            </a:r>
            <a:r>
              <a:rPr lang="en-US" altLang="ko-KR" sz="1600" spc="-6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i="1" spc="20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sz="16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z="1600" spc="-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i="1" spc="2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𝑀</a:t>
            </a:r>
            <a:r>
              <a:rPr lang="en-US" altLang="ko-KR" sz="16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600" i="1" spc="1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z="1600" spc="1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</a:t>
            </a:r>
            <a:r>
              <a:rPr lang="en-US" altLang="ko-KR" sz="16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tant</a:t>
            </a:r>
            <a:r>
              <a:rPr lang="en-US" altLang="ko-KR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</a:t>
            </a:r>
            <a:r>
              <a:rPr lang="en-US" altLang="ko-KR" sz="16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sz="1600" spc="35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spc="2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sz="1600" i="1" spc="3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𝜋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ko-KR" altLang="en-US" dirty="0"/>
              <a:t>본 논문에서는 위성의 궤도를 원형 또는 임계 타원형</a:t>
            </a:r>
            <a:r>
              <a:rPr lang="en-US" altLang="ko-KR" dirty="0"/>
              <a:t>(</a:t>
            </a:r>
            <a:r>
              <a:rPr lang="ko-KR" altLang="en-US" dirty="0"/>
              <a:t>𝑖 </a:t>
            </a:r>
            <a:r>
              <a:rPr lang="en-US" altLang="ko-KR" dirty="0"/>
              <a:t>= 63.4° or 116.6°)</a:t>
            </a:r>
            <a:r>
              <a:rPr lang="ko-KR" altLang="en-US" dirty="0"/>
              <a:t>으로 제한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21371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Circular Convolution Formulation</a:t>
            </a:r>
          </a:p>
          <a:p>
            <a:pPr lvl="1"/>
            <a:r>
              <a:rPr lang="en-US" altLang="ko-KR" dirty="0"/>
              <a:t>Circular Convolution </a:t>
            </a:r>
            <a:r>
              <a:rPr lang="ko-KR" altLang="en-US" dirty="0"/>
              <a:t>현상의 도출은 시간 이산화</a:t>
            </a:r>
            <a:r>
              <a:rPr lang="en-US" altLang="ko-KR" dirty="0"/>
              <a:t>(</a:t>
            </a:r>
            <a:r>
              <a:rPr lang="en-US" altLang="ko-K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discretization</a:t>
            </a:r>
            <a:r>
              <a:rPr lang="en-US" altLang="ko-KR" dirty="0"/>
              <a:t>)</a:t>
            </a:r>
            <a:r>
              <a:rPr lang="ko-KR" altLang="en-US" dirty="0"/>
              <a:t>를 활용</a:t>
            </a:r>
            <a:endParaRPr lang="en-US" altLang="ko-KR" dirty="0"/>
          </a:p>
          <a:p>
            <a:pPr lvl="1"/>
            <a:r>
              <a:rPr lang="en-US" altLang="ko-KR" dirty="0"/>
              <a:t>RGT </a:t>
            </a:r>
            <a:r>
              <a:rPr lang="ko-KR" altLang="en-US" dirty="0"/>
              <a:t>반복 기간이 커버리지 요구조건의 반복기간의 정수배인 경우를 고려</a:t>
            </a:r>
            <a:endParaRPr lang="en-US" altLang="ko-KR" dirty="0"/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-3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4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𝐿𝑡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endParaRPr lang="en-US" altLang="ko-KR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</a:t>
            </a:r>
            <a:r>
              <a:rPr lang="en-US" altLang="ko-KR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length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altLang="ko-KR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</a:t>
            </a:r>
            <a:r>
              <a:rPr lang="en-US" altLang="ko-KR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altLang="ko-KR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horizon</a:t>
            </a:r>
            <a:endParaRPr lang="en-US" altLang="ko-KR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the repeat period of the orbit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512620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8DBF1-876C-D29A-6508-5D61373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5" y="1379294"/>
            <a:ext cx="1859643" cy="2612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173F9-98F8-5243-06CD-301EC7BC1C4D}"/>
              </a:ext>
            </a:extLst>
          </p:cNvPr>
          <p:cNvSpPr txBox="1"/>
          <p:nvPr/>
        </p:nvSpPr>
        <p:spPr>
          <a:xfrm>
            <a:off x="322448" y="482965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600" i="1" spc="245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 </a:t>
            </a:r>
            <a:r>
              <a:rPr lang="en-US" altLang="ko-KR" sz="1600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)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 (</a:t>
            </a:r>
            <a:r>
              <a:rPr lang="ko-KR" altLang="en-US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∵ </a:t>
            </a:r>
            <a:r>
              <a:rPr lang="en-US" altLang="ko-KR" sz="1600" dirty="0"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Rotation of the Earth)</a:t>
            </a:r>
            <a:r>
              <a:rPr lang="en-US" altLang="ko-KR" sz="16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766F51-F896-EBF9-F990-B41887881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233" y="1379294"/>
            <a:ext cx="5108088" cy="3984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B168EB-3FBA-B678-7527-465B8D5C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07" y="4204433"/>
            <a:ext cx="2838450" cy="5429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B5A6DF-A937-EBE7-E1F4-DB93C2EC3648}"/>
              </a:ext>
            </a:extLst>
          </p:cNvPr>
          <p:cNvSpPr txBox="1"/>
          <p:nvPr/>
        </p:nvSpPr>
        <p:spPr>
          <a:xfrm>
            <a:off x="3609040" y="5463322"/>
            <a:ext cx="5330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위성의 고도가 임무 제한조건에 의해 결정되는 최소 </a:t>
            </a:r>
            <a:r>
              <a:rPr lang="ko-KR" altLang="en-US" sz="1400" dirty="0" err="1"/>
              <a:t>고도각</a:t>
            </a:r>
            <a:r>
              <a:rPr lang="en-US" altLang="ko-KR" sz="1400" dirty="0"/>
              <a:t>(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</a:t>
            </a:r>
            <a:r>
              <a:rPr lang="en-US" altLang="ko-KR" sz="1400" dirty="0"/>
              <a:t>)</a:t>
            </a:r>
            <a:r>
              <a:rPr lang="ko-KR" altLang="en-US" sz="1400" dirty="0"/>
              <a:t> 이상일 때 목표 지점에서 가시적이거나 접근</a:t>
            </a:r>
            <a:r>
              <a:rPr lang="en-US" altLang="ko-KR" sz="1400" dirty="0"/>
              <a:t>(Access) 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2953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Access Profile</a:t>
            </a:r>
          </a:p>
          <a:p>
            <a:pPr lvl="1"/>
            <a:r>
              <a:rPr lang="ko-KR" altLang="en-US" dirty="0"/>
              <a:t>𝜀</a:t>
            </a:r>
            <a:r>
              <a:rPr lang="en-US" altLang="ko-KR" dirty="0"/>
              <a:t>(</a:t>
            </a:r>
            <a:r>
              <a:rPr lang="ko-KR" altLang="en-US" dirty="0"/>
              <a:t>𝑡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ko-KR" altLang="en-US" dirty="0"/>
              <a:t>마다 샘플링 되어 길이가 </a:t>
            </a:r>
            <a:r>
              <a:rPr lang="en-US" altLang="ko-KR" dirty="0"/>
              <a:t>L</a:t>
            </a:r>
            <a:r>
              <a:rPr lang="ko-KR" altLang="en-US" dirty="0"/>
              <a:t>인 이산 시간 </a:t>
            </a:r>
            <a:r>
              <a:rPr lang="ko-KR" altLang="en-US" dirty="0" err="1"/>
              <a:t>고도각</a:t>
            </a:r>
            <a:r>
              <a:rPr lang="ko-KR" altLang="en-US" dirty="0"/>
              <a:t> 함수 𝜀</a:t>
            </a:r>
            <a:r>
              <a:rPr lang="en-US" altLang="ko-KR" dirty="0"/>
              <a:t>[n]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k = </a:t>
            </a:r>
            <a:r>
              <a:rPr lang="ko-KR" altLang="en-US" dirty="0"/>
              <a:t>위성 수 </a:t>
            </a:r>
            <a:r>
              <a:rPr lang="en-US" altLang="ko-KR" dirty="0"/>
              <a:t>(k</a:t>
            </a:r>
            <a:r>
              <a:rPr lang="ko-KR" altLang="en-US" dirty="0"/>
              <a:t>번째 위성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pPr lvl="2"/>
            <a:r>
              <a:rPr lang="en-US" altLang="ko-KR" dirty="0"/>
              <a:t>j = </a:t>
            </a:r>
            <a:r>
              <a:rPr lang="ko-KR" altLang="en-US" dirty="0"/>
              <a:t>목표 지점의 수 </a:t>
            </a:r>
            <a:r>
              <a:rPr lang="en-US" altLang="ko-KR" dirty="0"/>
              <a:t>(j</a:t>
            </a:r>
            <a:r>
              <a:rPr lang="ko-KR" altLang="en-US" dirty="0"/>
              <a:t>번째 목표 지점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n = </a:t>
            </a:r>
            <a:r>
              <a:rPr lang="ko-KR" altLang="en-US" dirty="0"/>
              <a:t>이산 시간 </a:t>
            </a:r>
            <a:r>
              <a:rPr lang="en-US" altLang="ko-KR" dirty="0"/>
              <a:t>(</a:t>
            </a:r>
            <a:r>
              <a:rPr lang="ko-KR" altLang="en-US" dirty="0"/>
              <a:t>각각의 이산 시간 </a:t>
            </a:r>
            <a:r>
              <a:rPr lang="en-US" altLang="ko-KR" dirty="0"/>
              <a:t>:</a:t>
            </a:r>
            <a:r>
              <a:rPr lang="ko-KR" altLang="en-US" dirty="0"/>
              <a:t> 𝑛 ∈ </a:t>
            </a:r>
            <a:r>
              <a:rPr lang="en-US" altLang="ko-KR" dirty="0"/>
              <a:t>{0, …, </a:t>
            </a:r>
            <a:r>
              <a:rPr lang="ko-KR" altLang="en-US" dirty="0"/>
              <a:t>𝐿 − </a:t>
            </a:r>
            <a:r>
              <a:rPr lang="en-US" altLang="ko-KR" dirty="0"/>
              <a:t>1})</a:t>
            </a:r>
          </a:p>
          <a:p>
            <a:pPr lvl="1"/>
            <a:r>
              <a:rPr lang="ko-KR" altLang="en-US" dirty="0"/>
              <a:t>주어진 위성 대상에 대해 적어도 하나의 </a:t>
            </a:r>
            <a:r>
              <a:rPr lang="en-US" altLang="ko-KR" dirty="0"/>
              <a:t>access interval</a:t>
            </a:r>
            <a:r>
              <a:rPr lang="ko-KR" altLang="en-US" dirty="0"/>
              <a:t>이 있어야 함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프로필은 </a:t>
            </a:r>
            <a:r>
              <a:rPr lang="en-US" altLang="ko-KR" dirty="0"/>
              <a:t>0</a:t>
            </a:r>
            <a:r>
              <a:rPr lang="ko-KR" altLang="en-US" dirty="0"/>
              <a:t>이 아닌 벡터여야 함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 </a:t>
            </a:r>
            <a:r>
              <a:rPr lang="en-US" altLang="ko-KR" dirty="0"/>
              <a:t>: </a:t>
            </a:r>
            <a:r>
              <a:rPr lang="ko-KR" altLang="en-US" dirty="0"/>
              <a:t>위성군에 대해 </a:t>
            </a:r>
            <a:r>
              <a:rPr lang="en-US" altLang="ko-KR" dirty="0"/>
              <a:t>reference</a:t>
            </a:r>
            <a:r>
              <a:rPr lang="ko-KR" altLang="en-US" dirty="0"/>
              <a:t> 궤도 정보를 전달하는 가상의 위성</a:t>
            </a:r>
            <a:endParaRPr lang="en-US" altLang="ko-KR" dirty="0"/>
          </a:p>
          <a:p>
            <a:pPr lvl="2"/>
            <a:r>
              <a:rPr lang="ko-KR" altLang="en-US" dirty="0" err="1"/>
              <a:t>시드</a:t>
            </a:r>
            <a:r>
              <a:rPr lang="ko-KR" altLang="en-US" dirty="0"/>
              <a:t> 위성 궤도 요소 벡터 </a:t>
            </a:r>
            <a:r>
              <a:rPr lang="en-US" altLang="ko-KR" dirty="0"/>
              <a:t>: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œ0 = [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𝜏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𝑒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𝑖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ω,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𝑇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0, </a:t>
            </a:r>
            <a:r>
              <a:rPr lang="ko-KR" altLang="el-GR" b="0" i="0" dirty="0">
                <a:solidFill>
                  <a:srgbClr val="000000"/>
                </a:solidFill>
                <a:effectLst/>
                <a:latin typeface="noto"/>
              </a:rPr>
              <a:t>𝑀</a:t>
            </a:r>
            <a:r>
              <a:rPr lang="el-GR" altLang="ko-KR" b="0" i="0" dirty="0">
                <a:solidFill>
                  <a:srgbClr val="000000"/>
                </a:solidFill>
                <a:effectLst/>
                <a:latin typeface="noto"/>
              </a:rPr>
              <a:t>0]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2"/>
            <a:r>
              <a:rPr lang="ko-KR" altLang="en-US" dirty="0"/>
              <a:t>가상의 위성이기 때문에 실제 위치는 고려되지 않음</a:t>
            </a:r>
            <a:endParaRPr lang="en-US" altLang="ko-KR" dirty="0"/>
          </a:p>
          <a:p>
            <a:pPr lvl="3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4EE408-0769-9B24-1F35-5FD57BF3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" y="1815539"/>
            <a:ext cx="36957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99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Timeline</a:t>
            </a:r>
          </a:p>
          <a:p>
            <a:pPr lvl="1"/>
            <a:r>
              <a:rPr lang="ko-KR" altLang="en-US" dirty="0"/>
              <a:t>위성군에는 여러 위성이 있기 때문에 목표 지점에 대한 커버리지 타임라인을 만들기 위해 액세스 프로필이 서로 맞물려야 함</a:t>
            </a:r>
            <a:endParaRPr lang="en-US" altLang="ko-KR" dirty="0"/>
          </a:p>
          <a:p>
            <a:pPr lvl="1"/>
            <a:r>
              <a:rPr lang="ko-KR" altLang="en-US" dirty="0"/>
              <a:t>따라서 커버리지 타임라인 </a:t>
            </a:r>
            <a:r>
              <a:rPr lang="en-US" altLang="ko-KR" dirty="0"/>
              <a:t>b</a:t>
            </a:r>
            <a:r>
              <a:rPr lang="ko-KR" altLang="en-US" dirty="0"/>
              <a:t>는 여러 위성들과 </a:t>
            </a:r>
            <a:r>
              <a:rPr lang="en-US" altLang="ko-KR" dirty="0"/>
              <a:t>j</a:t>
            </a:r>
            <a:r>
              <a:rPr lang="ko-KR" altLang="en-US" dirty="0"/>
              <a:t>번째 목표 지점 사이의 접근 프로필임</a:t>
            </a:r>
            <a:endParaRPr lang="en-US" altLang="ko-KR" dirty="0"/>
          </a:p>
          <a:p>
            <a:pPr lvl="1"/>
            <a:r>
              <a:rPr lang="ko-KR" altLang="en-US" dirty="0"/>
              <a:t>이산 시간 순간 </a:t>
            </a:r>
            <a:r>
              <a:rPr lang="en-US" altLang="ko-KR" dirty="0"/>
              <a:t>n</a:t>
            </a:r>
            <a:r>
              <a:rPr lang="ko-KR" altLang="en-US" dirty="0"/>
              <a:t>에서 보이는 위성 수에 대한 정보를 저장함 </a:t>
            </a:r>
            <a:endParaRPr lang="en-US" altLang="ko-KR" dirty="0"/>
          </a:p>
          <a:p>
            <a:pPr lvl="1"/>
            <a:r>
              <a:rPr lang="ko-KR" altLang="en-US" dirty="0" err="1"/>
              <a:t>시드</a:t>
            </a:r>
            <a:r>
              <a:rPr lang="ko-KR" altLang="en-US" dirty="0"/>
              <a:t> 위성은 가상이기 때문에 액세스 프로필은 커버리지 타임라인에서 고려되지 않음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24DC4-AF50-25B1-1213-60BEEC55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3597442"/>
            <a:ext cx="2562864" cy="2553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D699D7-A416-5F1A-AB80-7B9689CDA394}"/>
              </a:ext>
            </a:extLst>
          </p:cNvPr>
          <p:cNvSpPr txBox="1"/>
          <p:nvPr/>
        </p:nvSpPr>
        <p:spPr>
          <a:xfrm>
            <a:off x="3446921" y="359310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Seed Satellite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3F4E52-6813-921D-D176-2B78D3D51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974" y="4421545"/>
            <a:ext cx="2009101" cy="8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938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Coverage Requirement</a:t>
            </a:r>
          </a:p>
          <a:p>
            <a:pPr lvl="1"/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관심 지역이 여러 개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/>
              <a:t>커버리지 요구조건을 아래와 같이 정의할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4CB1BA-999B-FFC2-F172-865DC796D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715432"/>
            <a:ext cx="4603844" cy="12375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B63E46-752F-C20D-FF9A-5770E642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8" y="3521344"/>
            <a:ext cx="3093980" cy="12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592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3. Constellation Pattern Vector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번째 위성은 </a:t>
            </a:r>
            <a:r>
              <a:rPr lang="ko-KR" altLang="en-US" dirty="0" err="1"/>
              <a:t>시드</a:t>
            </a:r>
            <a:r>
              <a:rPr lang="ko-KR" altLang="en-US" dirty="0"/>
              <a:t> 위성과 비교하여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Δ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𝑡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</a:t>
            </a:r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𝑛</a:t>
            </a:r>
            <a:r>
              <a:rPr lang="en-US" altLang="ko-KR" sz="1800" i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𝑘</a:t>
            </a:r>
            <a:r>
              <a:rPr lang="en-US" altLang="ko-KR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만큼 시간 지연이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672F9F-8A0B-B1D2-66BA-3A5084CA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1" y="1446797"/>
            <a:ext cx="6657975" cy="240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391B8-28B3-606D-1972-15455B28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70" y="4423663"/>
            <a:ext cx="2426317" cy="1329489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4F3E765-7FBA-365C-B83D-86E78A4C3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11025"/>
              </p:ext>
            </p:extLst>
          </p:nvPr>
        </p:nvGraphicFramePr>
        <p:xfrm>
          <a:off x="4415590" y="4691353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5" imgW="1371600" imgH="876240" progId="Paint.Picture">
                  <p:embed/>
                </p:oleObj>
              </mc:Choice>
              <mc:Fallback>
                <p:oleObj name="비트맵 이미지" r:id="rId5" imgW="1371600" imgH="876240" progId="Paint.Picture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4F3E765-7FBA-365C-B83D-86E78A4C3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5590" y="4691353"/>
                        <a:ext cx="137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2B0C31B-701F-FC19-93E2-F78076577BD3}"/>
              </a:ext>
            </a:extLst>
          </p:cNvPr>
          <p:cNvSpPr/>
          <p:nvPr/>
        </p:nvSpPr>
        <p:spPr bwMode="auto">
          <a:xfrm>
            <a:off x="3524036" y="4901715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5484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4. Circular Convolution Phenomenon</a:t>
            </a:r>
          </a:p>
          <a:p>
            <a:pPr lvl="1"/>
            <a:r>
              <a:rPr lang="ko-KR" altLang="en-US" dirty="0"/>
              <a:t>앞에서 정의한 함수들을 종합하여 다음 식과 같이 정리할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열의 인덱스 𝛼</a:t>
            </a:r>
            <a:r>
              <a:rPr lang="en-US" altLang="ko-KR" dirty="0"/>
              <a:t>, β (</a:t>
            </a:r>
            <a:r>
              <a:rPr lang="ko-KR" altLang="en-US" dirty="0"/>
              <a:t>∈ </a:t>
            </a:r>
            <a:r>
              <a:rPr lang="en-US" altLang="ko-KR" dirty="0"/>
              <a:t>{0, 1, · · · , </a:t>
            </a:r>
            <a:r>
              <a:rPr lang="ko-KR" altLang="en-US" dirty="0"/>
              <a:t>𝐿 − </a:t>
            </a:r>
            <a:r>
              <a:rPr lang="en-US" altLang="ko-KR" dirty="0"/>
              <a:t>1}) </a:t>
            </a:r>
            <a:r>
              <a:rPr lang="ko-KR" altLang="en-US" dirty="0"/>
              <a:t>에 따라 정리된 최종 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BBA6A-27B1-630D-ED1C-B4334C00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6" y="1829220"/>
            <a:ext cx="5466885" cy="1595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60F13E-8AAC-4AB6-8B9B-CDC34E15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266" y="2288801"/>
            <a:ext cx="1943100" cy="676275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38245E6-4BF6-66E0-D3C3-266C1CB6B11C}"/>
              </a:ext>
            </a:extLst>
          </p:cNvPr>
          <p:cNvSpPr/>
          <p:nvPr/>
        </p:nvSpPr>
        <p:spPr bwMode="auto">
          <a:xfrm>
            <a:off x="6408060" y="2452277"/>
            <a:ext cx="705233" cy="349321"/>
          </a:xfrm>
          <a:prstGeom prst="rightArrow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5942EB-3122-E5BD-7C04-8EC02425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57" y="4265032"/>
            <a:ext cx="3892199" cy="51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797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Circular Convolution Formulation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4. Circular Convolution Phenomenon</a:t>
                </a:r>
              </a:p>
              <a:p>
                <a:pPr lvl="1"/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œ = [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𝜏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 =𝑁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en-US" altLang="ko-KR" dirty="0">
                    <a:effectLst/>
                    <a:latin typeface="Lucida Sans Unicode" panose="020B0602030504020204" pitchFamily="34" charset="0"/>
                    <a:ea typeface="Lucida Sans Unicode" panose="020B0602030504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en-US" altLang="ko-KR" i="1" dirty="0">
                    <a:effectLst/>
                    <a:latin typeface="Sitka Heading" panose="02000505000000020004" pitchFamily="2" charset="0"/>
                    <a:ea typeface="Sitka Heading" panose="02000505000000020004" pitchFamily="2" charset="0"/>
                    <a:cs typeface="Times New Roman" panose="02020603050405020304" pitchFamily="18" charset="0"/>
                  </a:rPr>
                  <a:t>𝑁</a:t>
                </a:r>
                <a:r>
                  <a:rPr lang="en-US" altLang="ko-KR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𝑒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ko-KR" altLang="en-US" b="0" i="0" dirty="0">
                    <a:solidFill>
                      <a:srgbClr val="000000"/>
                    </a:solidFill>
                    <a:effectLst/>
                    <a:latin typeface="noto"/>
                  </a:rPr>
                  <a:t>𝑖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, 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ω,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𝑇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0, </a:t>
                </a:r>
                <a:r>
                  <a:rPr lang="ko-KR" altLang="el-GR" b="0" i="0" dirty="0">
                    <a:solidFill>
                      <a:srgbClr val="000000"/>
                    </a:solidFill>
                    <a:effectLst/>
                    <a:latin typeface="noto"/>
                  </a:rPr>
                  <a:t>𝑀</a:t>
                </a:r>
                <a:r>
                  <a:rPr lang="el-GR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0]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2"/>
                <a:r>
                  <a:rPr lang="fr-FR" altLang="ko-KR" dirty="0"/>
                  <a:t>œ1 = [4/1, 0, 50°, 0°, 350.2°,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</a:p>
              <a:p>
                <a:pPr lvl="2"/>
                <a:r>
                  <a:rPr lang="fr-FR" altLang="ko-KR" dirty="0"/>
                  <a:t>œ2 = [4/1, 0, 50°, 0°, 170.2°, 0°]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fr-FR" altLang="ko-KR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CB9ADDC-4DFB-32AE-BAD4-E9DC9627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9" y="2958956"/>
            <a:ext cx="3140616" cy="31243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8CD91-909F-E558-698B-8D9FD9033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004" y="3040947"/>
            <a:ext cx="3827214" cy="3042352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1BB2516-A5D9-4013-351D-6AD6163C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655465"/>
              </p:ext>
            </p:extLst>
          </p:nvPr>
        </p:nvGraphicFramePr>
        <p:xfrm>
          <a:off x="4236789" y="1718917"/>
          <a:ext cx="4496245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24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899249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899249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  <a:gridCol w="89924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36.7°N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, 360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811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1. Baseline: Quasi-Symmetric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2F082E-E08B-A0F8-A905-9BD0D384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76" y="1726457"/>
            <a:ext cx="5229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2124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7A00D4-8615-CED7-8CCA-EB13DB4A4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37" y="1947862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9818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2. New Method: Binary Integer Linear Programming (BILP)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7A00D4-8615-CED7-8CCA-EB13DB4A4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37" y="1947862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00366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686"/>
            <a:ext cx="9144000" cy="32907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35734F-C579-1B5E-F4C7-BA95FA2F6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80" y="3777568"/>
            <a:ext cx="7180755" cy="217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831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6D98AF-F323-A2A2-8BE0-3113698C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069" y="1090641"/>
            <a:ext cx="5853439" cy="467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2446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Regional Coverage Constellation Pattern Design Methods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66069D-A312-B1EF-C961-149B9EFDD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770" y="928686"/>
            <a:ext cx="5919421" cy="27340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E7D9F69-5706-4C87-0FD0-6484B8396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476" y="3809597"/>
            <a:ext cx="5630008" cy="266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5442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복잡한 지역 </a:t>
            </a:r>
            <a:r>
              <a:rPr lang="ko-KR" altLang="en-US" dirty="0" err="1"/>
              <a:t>커버리지에</a:t>
            </a:r>
            <a:r>
              <a:rPr lang="ko-KR" altLang="en-US" dirty="0"/>
              <a:t> 대한 새로운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방법으로 두 가지를 소개</a:t>
            </a:r>
            <a:endParaRPr lang="en-US" altLang="ko-KR" dirty="0"/>
          </a:p>
          <a:p>
            <a:pPr lvl="3"/>
            <a:r>
              <a:rPr lang="en-US" altLang="ko-KR" dirty="0"/>
              <a:t>Baseline: Quasi-Symmetric Method</a:t>
            </a:r>
          </a:p>
          <a:p>
            <a:pPr lvl="3"/>
            <a:r>
              <a:rPr lang="en-US" altLang="ko-KR" dirty="0"/>
              <a:t>New Method: Binary Integer Linear Programming (BILP)</a:t>
            </a:r>
          </a:p>
          <a:p>
            <a:pPr lvl="2"/>
            <a:r>
              <a:rPr lang="ko-KR" altLang="en-US" dirty="0"/>
              <a:t>위의 두 방법에 대한 </a:t>
            </a:r>
            <a:r>
              <a:rPr lang="en-US" altLang="ko-KR" dirty="0"/>
              <a:t>Circular Convolution Formulation</a:t>
            </a:r>
            <a:r>
              <a:rPr lang="ko-KR" altLang="en-US" dirty="0"/>
              <a:t>을 보고자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82458</TotalTime>
  <Words>2292</Words>
  <Application>Microsoft Office PowerPoint</Application>
  <PresentationFormat>화면 슬라이드 쇼(4:3)</PresentationFormat>
  <Paragraphs>461</Paragraphs>
  <Slides>30</Slides>
  <Notes>28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3" baseType="lpstr">
      <vt:lpstr>noto</vt:lpstr>
      <vt:lpstr>맑은 고딕</vt:lpstr>
      <vt:lpstr>Arial</vt:lpstr>
      <vt:lpstr>Calibri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그림판 그림</vt:lpstr>
      <vt:lpstr>이종위성군 성능 분석 및 설계/최적화</vt:lpstr>
      <vt:lpstr>Lee, Hang Woon &amp; Shimizu, Seiichi &amp; Yoshikawa, Shoji &amp; Ho, Koki. (2019). Satellite Constellation Pattern Optimization for Complex Regional Coverage. </vt:lpstr>
      <vt:lpstr>초록</vt:lpstr>
      <vt:lpstr>서론</vt:lpstr>
      <vt:lpstr>서론</vt:lpstr>
      <vt:lpstr>서론</vt:lpstr>
      <vt:lpstr>서론</vt:lpstr>
      <vt:lpstr>관련 연구</vt:lpstr>
      <vt:lpstr>관련 연구 </vt:lpstr>
      <vt:lpstr>관련 연구</vt:lpstr>
      <vt:lpstr>위성군 모델</vt:lpstr>
      <vt:lpstr>위성군 모델</vt:lpstr>
      <vt:lpstr>위성군 모델</vt:lpstr>
      <vt:lpstr>Circular Convolution Formulation</vt:lpstr>
      <vt:lpstr>Circular Convolution Formulation</vt:lpstr>
      <vt:lpstr>Circular Convolution Formulation</vt:lpstr>
      <vt:lpstr>Circular Convolution Formulation</vt:lpstr>
      <vt:lpstr>Circular Convolution Formulation</vt:lpstr>
      <vt:lpstr>Circular Convolution Formulation</vt:lpstr>
      <vt:lpstr>Circular Convolution Formulation</vt:lpstr>
      <vt:lpstr>Circular Convolution Formulation</vt:lpstr>
      <vt:lpstr>Regional Coverage Constellation Pattern Design Methods</vt:lpstr>
      <vt:lpstr>Regional Coverage Constellation Pattern Design Methods</vt:lpstr>
      <vt:lpstr>Regional Coverage Constellation Pattern Design Methods</vt:lpstr>
      <vt:lpstr>Regional Coverage Constellation Pattern Design Methods</vt:lpstr>
      <vt:lpstr>Regional Coverage Constellation Pattern Design Methods</vt:lpstr>
      <vt:lpstr>Regional Coverage Constellation Pattern Design Methods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4524</cp:revision>
  <dcterms:created xsi:type="dcterms:W3CDTF">2018-01-29T02:45:56Z</dcterms:created>
  <dcterms:modified xsi:type="dcterms:W3CDTF">2023-06-08T05:59:17Z</dcterms:modified>
</cp:coreProperties>
</file>