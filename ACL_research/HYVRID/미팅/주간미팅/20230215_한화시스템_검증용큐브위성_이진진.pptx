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9"/>
  </p:notesMasterIdLst>
  <p:sldIdLst>
    <p:sldId id="256" r:id="rId2"/>
    <p:sldId id="257" r:id="rId3"/>
    <p:sldId id="2300" r:id="rId4"/>
    <p:sldId id="2337" r:id="rId5"/>
    <p:sldId id="2338" r:id="rId6"/>
    <p:sldId id="318" r:id="rId7"/>
    <p:sldId id="233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FF55"/>
    <a:srgbClr val="3CE8FA"/>
    <a:srgbClr val="FBCF8F"/>
    <a:srgbClr val="FADE90"/>
    <a:srgbClr val="E6AF00"/>
    <a:srgbClr val="C0E399"/>
    <a:srgbClr val="C000A5"/>
    <a:srgbClr val="EFEEF7"/>
    <a:srgbClr val="CBA9E5"/>
    <a:srgbClr val="3FF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557" autoAdjust="0"/>
  </p:normalViewPr>
  <p:slideViewPr>
    <p:cSldViewPr snapToGrid="0">
      <p:cViewPr varScale="1">
        <p:scale>
          <a:sx n="70" d="100"/>
          <a:sy n="70" d="100"/>
        </p:scale>
        <p:origin x="66" y="522"/>
      </p:cViewPr>
      <p:guideLst>
        <p:guide orient="horz" pos="2158"/>
        <p:guide pos="383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2023-02-15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4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095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63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77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CDR (2023.04)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Electrical Power System</a:t>
            </a:r>
          </a:p>
          <a:p>
            <a:pPr lvl="1">
              <a:defRPr/>
            </a:pPr>
            <a:r>
              <a:rPr lang="en-US" altLang="ko-KR" dirty="0"/>
              <a:t>Hardware</a:t>
            </a:r>
          </a:p>
          <a:p>
            <a:pPr lvl="2">
              <a:defRPr/>
            </a:pPr>
            <a:r>
              <a:rPr lang="en-US" altLang="ko-KR" dirty="0"/>
              <a:t>PCDU</a:t>
            </a:r>
          </a:p>
          <a:p>
            <a:pPr lvl="2">
              <a:defRPr/>
            </a:pPr>
            <a:r>
              <a:rPr lang="en-US" altLang="ko-KR" dirty="0"/>
              <a:t>Solar Cell, Panel</a:t>
            </a:r>
          </a:p>
          <a:p>
            <a:pPr lvl="2">
              <a:defRPr/>
            </a:pPr>
            <a:r>
              <a:rPr lang="en-US" altLang="ko-KR" dirty="0"/>
              <a:t>Battery</a:t>
            </a:r>
          </a:p>
          <a:p>
            <a:pPr lvl="1">
              <a:defRPr/>
            </a:pPr>
            <a:r>
              <a:rPr lang="en-US" altLang="ko-KR" dirty="0"/>
              <a:t>Test plan</a:t>
            </a:r>
          </a:p>
          <a:p>
            <a:pPr lvl="2">
              <a:defRPr/>
            </a:pPr>
            <a:r>
              <a:rPr lang="en-US" altLang="ko-KR" dirty="0"/>
              <a:t>Battery, Solar Array (2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PCDU (3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marL="914400" lvl="2" indent="0"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64773"/>
              </p:ext>
            </p:extLst>
          </p:nvPr>
        </p:nvGraphicFramePr>
        <p:xfrm>
          <a:off x="223158" y="719666"/>
          <a:ext cx="11748949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trike="sngStrik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755488"/>
              </p:ext>
            </p:extLst>
          </p:nvPr>
        </p:nvGraphicFramePr>
        <p:xfrm>
          <a:off x="770708" y="1377928"/>
          <a:ext cx="10650584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21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383674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3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4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계획 </a:t>
                      </a:r>
                      <a:r>
                        <a:rPr lang="en-US" altLang="ko-KR" sz="1200" b="1" dirty="0"/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6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7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8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10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13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EPS </a:t>
                      </a:r>
                      <a:r>
                        <a:rPr lang="ko-KR" altLang="en-US" sz="1200" b="1" dirty="0"/>
                        <a:t>및 다른 </a:t>
                      </a:r>
                      <a:r>
                        <a:rPr lang="en-US" altLang="ko-KR" sz="1200" b="1" dirty="0"/>
                        <a:t>Bus</a:t>
                      </a:r>
                      <a:r>
                        <a:rPr lang="ko-KR" altLang="en-US" sz="1200" b="1" dirty="0"/>
                        <a:t>의연결성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EPS </a:t>
                      </a:r>
                      <a:r>
                        <a:rPr lang="ko-KR" altLang="en-US" sz="1200" b="1" dirty="0"/>
                        <a:t>및 다른 </a:t>
                      </a:r>
                      <a:r>
                        <a:rPr lang="en-US" altLang="ko-KR" sz="1200" b="1" dirty="0"/>
                        <a:t>Bus</a:t>
                      </a:r>
                      <a:r>
                        <a:rPr lang="ko-KR" altLang="en-US" sz="1200" b="1" dirty="0"/>
                        <a:t>의연결성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EPS </a:t>
                      </a:r>
                      <a:r>
                        <a:rPr lang="ko-KR" altLang="en-US" sz="1200" b="1" dirty="0"/>
                        <a:t>및 다른 </a:t>
                      </a:r>
                      <a:r>
                        <a:rPr lang="en-US" altLang="ko-KR" sz="1200" b="1" dirty="0"/>
                        <a:t>Bus</a:t>
                      </a:r>
                      <a:r>
                        <a:rPr lang="ko-KR" altLang="en-US" sz="1200" b="1" dirty="0"/>
                        <a:t>의연결성 파악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/>
                        <a:t>실험 리스트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Bat, SA </a:t>
                      </a:r>
                      <a:r>
                        <a:rPr lang="ko-KR" altLang="en-US" sz="1200" b="1" dirty="0"/>
                        <a:t>실험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27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28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0090BE2-EA13-060E-7D1D-08E0395313C0}"/>
              </a:ext>
            </a:extLst>
          </p:cNvPr>
          <p:cNvCxnSpPr/>
          <p:nvPr/>
        </p:nvCxnSpPr>
        <p:spPr>
          <a:xfrm>
            <a:off x="6889173" y="2452255"/>
            <a:ext cx="31588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50415DE-A34A-2137-A3B3-B49867E8802D}"/>
              </a:ext>
            </a:extLst>
          </p:cNvPr>
          <p:cNvCxnSpPr>
            <a:cxnSpLocks/>
          </p:cNvCxnSpPr>
          <p:nvPr/>
        </p:nvCxnSpPr>
        <p:spPr>
          <a:xfrm>
            <a:off x="2159726" y="3352800"/>
            <a:ext cx="78725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17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550513"/>
              </p:ext>
            </p:extLst>
          </p:nvPr>
        </p:nvGraphicFramePr>
        <p:xfrm>
          <a:off x="770708" y="1377928"/>
          <a:ext cx="10650584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21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383674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3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4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PCDU </a:t>
                      </a:r>
                      <a:r>
                        <a:rPr lang="ko-KR" altLang="en-US" sz="1200" b="1" dirty="0"/>
                        <a:t>실험시작</a:t>
                      </a:r>
                      <a:endParaRPr lang="en-US" altLang="ko-KR" sz="1200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날짜 미정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6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7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8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9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10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13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CDR </a:t>
                      </a:r>
                      <a:r>
                        <a:rPr lang="ko-KR" altLang="en-US" sz="1200" b="1" dirty="0"/>
                        <a:t>자료 만들기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CDR </a:t>
                      </a:r>
                      <a:r>
                        <a:rPr lang="ko-KR" altLang="en-US" sz="1200" b="1" dirty="0"/>
                        <a:t>자료 만들기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167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월 스케줄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계획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8">
            <a:extLst>
              <a:ext uri="{FF2B5EF4-FFF2-40B4-BE49-F238E27FC236}">
                <a16:creationId xmlns:a16="http://schemas.microsoft.com/office/drawing/2014/main" id="{0AD24071-3047-61CF-3835-5BCC752A9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26961"/>
              </p:ext>
            </p:extLst>
          </p:nvPr>
        </p:nvGraphicFramePr>
        <p:xfrm>
          <a:off x="770708" y="1377928"/>
          <a:ext cx="10650584" cy="5058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210">
                  <a:extLst>
                    <a:ext uri="{9D8B030D-6E8A-4147-A177-3AD203B41FA5}">
                      <a16:colId xmlns:a16="http://schemas.microsoft.com/office/drawing/2014/main" val="401227947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87200173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09351807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89336875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0463595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52772827"/>
                    </a:ext>
                  </a:extLst>
                </a:gridCol>
                <a:gridCol w="1383674">
                  <a:extLst>
                    <a:ext uri="{9D8B030D-6E8A-4147-A177-3AD203B41FA5}">
                      <a16:colId xmlns:a16="http://schemas.microsoft.com/office/drawing/2014/main" val="1452797700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370294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8247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5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3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4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5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6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7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8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6456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CDR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980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10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15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64554"/>
                  </a:ext>
                </a:extLst>
              </a:tr>
              <a:tr h="516510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5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086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8734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29</a:t>
                      </a:r>
                      <a:endParaRPr lang="ko-KR" altLang="en-US" sz="12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98189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15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45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1BD72-7388-4B9B-973B-249F3F52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16" y="819513"/>
            <a:ext cx="10900424" cy="55660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ko-KR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CDR</a:t>
            </a:r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까지 준비할 내용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향후 계획 </a:t>
            </a:r>
            <a:r>
              <a:rPr lang="ko-KR" altLang="en-US" dirty="0"/>
              <a:t>   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A09A0BE7-8E08-F314-9D6C-A9FB08D2B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814859"/>
              </p:ext>
            </p:extLst>
          </p:nvPr>
        </p:nvGraphicFramePr>
        <p:xfrm>
          <a:off x="1300228" y="1397902"/>
          <a:ext cx="9899813" cy="43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682">
                  <a:extLst>
                    <a:ext uri="{9D8B030D-6E8A-4147-A177-3AD203B41FA5}">
                      <a16:colId xmlns:a16="http://schemas.microsoft.com/office/drawing/2014/main" val="963791253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3503235211"/>
                    </a:ext>
                  </a:extLst>
                </a:gridCol>
                <a:gridCol w="1379934">
                  <a:extLst>
                    <a:ext uri="{9D8B030D-6E8A-4147-A177-3AD203B41FA5}">
                      <a16:colId xmlns:a16="http://schemas.microsoft.com/office/drawing/2014/main" val="1441410675"/>
                    </a:ext>
                  </a:extLst>
                </a:gridCol>
                <a:gridCol w="1080380">
                  <a:extLst>
                    <a:ext uri="{9D8B030D-6E8A-4147-A177-3AD203B41FA5}">
                      <a16:colId xmlns:a16="http://schemas.microsoft.com/office/drawing/2014/main" val="468541899"/>
                    </a:ext>
                  </a:extLst>
                </a:gridCol>
                <a:gridCol w="1191883">
                  <a:extLst>
                    <a:ext uri="{9D8B030D-6E8A-4147-A177-3AD203B41FA5}">
                      <a16:colId xmlns:a16="http://schemas.microsoft.com/office/drawing/2014/main" val="2901240694"/>
                    </a:ext>
                  </a:extLst>
                </a:gridCol>
              </a:tblGrid>
              <a:tr h="528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4059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EPS 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하드웨어 숙지하기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(PCDU, Battery,</a:t>
                      </a:r>
                      <a:r>
                        <a:rPr lang="ko-KR" altLang="en-US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400" b="0" kern="100" dirty="0"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PCDU)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2023-01-08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2023-01-31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95%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7751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EPS </a:t>
                      </a:r>
                      <a:r>
                        <a:rPr lang="ko-KR" altLang="en-US" sz="1400" b="0" dirty="0"/>
                        <a:t>및 다른 </a:t>
                      </a:r>
                      <a:r>
                        <a:rPr lang="en-US" altLang="ko-KR" sz="1400" b="0" dirty="0"/>
                        <a:t>Bus</a:t>
                      </a:r>
                      <a:r>
                        <a:rPr lang="ko-KR" altLang="en-US" sz="1400" b="0" dirty="0"/>
                        <a:t>와의 연결성 파악하기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2023-02-13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2023-02-15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90%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4284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실험 계획 </a:t>
                      </a:r>
                      <a:r>
                        <a:rPr lang="en-US" altLang="ko-KR" sz="1400" b="0" dirty="0"/>
                        <a:t>&amp; </a:t>
                      </a:r>
                      <a:r>
                        <a:rPr lang="ko-KR" altLang="en-US" sz="1400" b="0" dirty="0"/>
                        <a:t>실험 리스트 작성 </a:t>
                      </a:r>
                      <a:r>
                        <a:rPr lang="en-US" altLang="ko-KR" sz="1400" b="0" dirty="0"/>
                        <a:t>(</a:t>
                      </a:r>
                      <a:r>
                        <a:rPr lang="ko-KR" altLang="en-US" sz="1400" b="0" dirty="0"/>
                        <a:t>수정 필요</a:t>
                      </a:r>
                      <a:r>
                        <a:rPr lang="en-US" altLang="ko-KR" sz="1400" b="0" dirty="0"/>
                        <a:t>)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2023-01-30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2023-02-09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81568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Battery, Solar Panel / Cell</a:t>
                      </a:r>
                      <a:r>
                        <a:rPr lang="ko-KR" altLang="en-US" sz="1400" b="0" dirty="0"/>
                        <a:t> 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ko-KR" altLang="en-US" sz="1400" b="0" dirty="0"/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/>
                        <a:t>2023-02-10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2023-03-10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699472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PCDU </a:t>
                      </a:r>
                      <a:r>
                        <a:rPr lang="ko-KR" altLang="en-US" sz="1400" b="0" dirty="0"/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2023-03-??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11005"/>
                  </a:ext>
                </a:extLst>
              </a:tr>
              <a:tr h="6418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CDR </a:t>
                      </a:r>
                      <a:r>
                        <a:rPr lang="ko-KR" altLang="en-US" sz="1400" b="0" dirty="0"/>
                        <a:t>자료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2023-03-13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2023-03-31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0%</a:t>
                      </a:r>
                      <a:endParaRPr lang="ko-KR" altLang="en-US" sz="14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423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60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>
            <a:extLst>
              <a:ext uri="{FF2B5EF4-FFF2-40B4-BE49-F238E27FC236}">
                <a16:creationId xmlns:a16="http://schemas.microsoft.com/office/drawing/2014/main" id="{68916F5D-33F3-485A-8D4C-3F3AFC8BB3FD}"/>
              </a:ext>
            </a:extLst>
          </p:cNvPr>
          <p:cNvSpPr>
            <a:spLocks noGrp="1"/>
          </p:cNvSpPr>
          <p:nvPr/>
        </p:nvSpPr>
        <p:spPr>
          <a:xfrm>
            <a:off x="2159726" y="-7833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   </a:t>
            </a:r>
          </a:p>
        </p:txBody>
      </p:sp>
      <p:sp>
        <p:nvSpPr>
          <p:cNvPr id="22" name="날짜 개체 틀 3">
            <a:extLst>
              <a:ext uri="{FF2B5EF4-FFF2-40B4-BE49-F238E27FC236}">
                <a16:creationId xmlns:a16="http://schemas.microsoft.com/office/drawing/2014/main" id="{EF53E047-2837-40E4-A1CF-8B3B24ADDB2A}"/>
              </a:ext>
            </a:extLst>
          </p:cNvPr>
          <p:cNvSpPr>
            <a:spLocks noGrp="1"/>
          </p:cNvSpPr>
          <p:nvPr/>
        </p:nvSpPr>
        <p:spPr>
          <a:xfrm>
            <a:off x="0" y="-7833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/>
              <a:t>2023-02-08</a:t>
            </a:r>
          </a:p>
        </p:txBody>
      </p:sp>
      <p:sp>
        <p:nvSpPr>
          <p:cNvPr id="23" name="바닥글 개체 틀 4">
            <a:extLst>
              <a:ext uri="{FF2B5EF4-FFF2-40B4-BE49-F238E27FC236}">
                <a16:creationId xmlns:a16="http://schemas.microsoft.com/office/drawing/2014/main" id="{15901250-22BC-4390-8A10-6C76A7625152}"/>
              </a:ext>
            </a:extLst>
          </p:cNvPr>
          <p:cNvSpPr>
            <a:spLocks noGrp="1"/>
          </p:cNvSpPr>
          <p:nvPr/>
        </p:nvSpPr>
        <p:spPr>
          <a:xfrm>
            <a:off x="991274" y="-7834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24" name="슬라이드 번호 개체 틀 5">
            <a:extLst>
              <a:ext uri="{FF2B5EF4-FFF2-40B4-BE49-F238E27FC236}">
                <a16:creationId xmlns:a16="http://schemas.microsoft.com/office/drawing/2014/main" id="{2F972353-C902-4222-8B11-1A65C9FDF56C}"/>
              </a:ext>
            </a:extLst>
          </p:cNvPr>
          <p:cNvSpPr>
            <a:spLocks noGrp="1"/>
          </p:cNvSpPr>
          <p:nvPr/>
        </p:nvSpPr>
        <p:spPr>
          <a:xfrm>
            <a:off x="0" y="177905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26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5C167A-8B8C-4863-ABC3-A74F3C89DC2A}"/>
              </a:ext>
            </a:extLst>
          </p:cNvPr>
          <p:cNvSpPr txBox="1"/>
          <p:nvPr/>
        </p:nvSpPr>
        <p:spPr>
          <a:xfrm>
            <a:off x="2159726" y="85036"/>
            <a:ext cx="6664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D7CDD70E-BC1A-1A8D-C548-571D884D4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942974"/>
            <a:ext cx="8640000" cy="19578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~2/16 (</a:t>
            </a:r>
            <a:r>
              <a:rPr lang="ko-KR" altLang="en-US" dirty="0"/>
              <a:t>목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각 부품 및 </a:t>
            </a:r>
            <a:r>
              <a:rPr lang="en-US" altLang="ko-KR" dirty="0"/>
              <a:t>BUS</a:t>
            </a:r>
            <a:r>
              <a:rPr lang="ko-KR" altLang="en-US" dirty="0"/>
              <a:t>의 연결구도 그림으로 완성</a:t>
            </a:r>
            <a:endParaRPr lang="en-US" altLang="ko-KR" dirty="0"/>
          </a:p>
          <a:p>
            <a:r>
              <a:rPr lang="en-US" altLang="ko-KR" dirty="0"/>
              <a:t>Battery </a:t>
            </a:r>
            <a:r>
              <a:rPr lang="ko-KR" altLang="en-US" dirty="0"/>
              <a:t>및 </a:t>
            </a:r>
            <a:r>
              <a:rPr lang="en-US" altLang="ko-KR" dirty="0"/>
              <a:t>Solar Array</a:t>
            </a:r>
            <a:r>
              <a:rPr lang="ko-KR" altLang="en-US" dirty="0"/>
              <a:t> 테스트 조사 및 계획</a:t>
            </a:r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6882DBE-6AE7-FE23-48C7-CB7C1FA81AF4}"/>
              </a:ext>
            </a:extLst>
          </p:cNvPr>
          <p:cNvSpPr txBox="1">
            <a:spLocks/>
          </p:cNvSpPr>
          <p:nvPr/>
        </p:nvSpPr>
        <p:spPr>
          <a:xfrm>
            <a:off x="252000" y="3996559"/>
            <a:ext cx="8640000" cy="1957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~2/28 (</a:t>
            </a:r>
            <a:r>
              <a:rPr lang="ko-KR" altLang="en-US" dirty="0"/>
              <a:t>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PCDU </a:t>
            </a:r>
            <a:r>
              <a:rPr lang="ko-KR" altLang="en-US" dirty="0"/>
              <a:t>테스트 조사 및 계획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0080703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2823</TotalTime>
  <Words>360</Words>
  <Application>Microsoft Office PowerPoint</Application>
  <PresentationFormat>와이드스크린</PresentationFormat>
  <Paragraphs>226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179</cp:revision>
  <dcterms:created xsi:type="dcterms:W3CDTF">2021-06-14T06:44:23Z</dcterms:created>
  <dcterms:modified xsi:type="dcterms:W3CDTF">2023-02-15T08:37:05Z</dcterms:modified>
  <cp:version/>
</cp:coreProperties>
</file>