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5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84005" autoAdjust="0"/>
  </p:normalViewPr>
  <p:slideViewPr>
    <p:cSldViewPr snapToGrid="0">
      <p:cViewPr>
        <p:scale>
          <a:sx n="90" d="100"/>
          <a:sy n="90" d="100"/>
        </p:scale>
        <p:origin x="102" y="30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Relationship Id="rId4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3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25" y="1377018"/>
            <a:ext cx="12192000" cy="4103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 Mission &amp; UHF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1104900"/>
            <a:ext cx="11582400" cy="575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 S-band COM_Night (8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799" y="1104899"/>
            <a:ext cx="11582400" cy="576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 S-band COM_Day 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1109662"/>
            <a:ext cx="11582400" cy="576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 </a:t>
            </a:r>
            <a:r>
              <a:rPr lang="ko-KR" altLang="en-US"/>
              <a:t>그 외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0621" y="1120246"/>
            <a:ext cx="10106025" cy="5743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76226" y="556683"/>
            <a:ext cx="9219266" cy="6131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10646"/>
            <a:ext cx="12192000" cy="3067965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930" y="3837414"/>
            <a:ext cx="4363507" cy="296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93804" y="0"/>
            <a:ext cx="1000439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7EC01B-39C8-E30F-8D32-6C5A2690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2" y="1048047"/>
            <a:ext cx="12038095" cy="47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331BE9-2B86-9225-EB62-07241EF9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265"/>
            <a:ext cx="12192000" cy="5548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3FCA2-CF4C-0E9A-0C5E-D3500AA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F3A519-2FB3-9615-3AE0-42471BDB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9518B-8897-F114-8B6B-470E6720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3D7D5-BD4B-45A1-3175-2CD55DB5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8C78B2-D1D2-45F6-9363-9CCA49FA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9" y="1376619"/>
            <a:ext cx="10104762" cy="4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5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3CCD9-3068-CE05-28E5-749F44A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2F6B07-6489-A7E8-1C48-1AEA9D8A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2475D-C2B6-A220-9E77-4E7635AA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BE7A8-B194-224E-6B1B-AA9E9A24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839B73-0A11-845B-702A-74029CC3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795666"/>
            <a:ext cx="10800000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4623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142</ep:Words>
  <ep:PresentationFormat>와이드스크린</ep:PresentationFormat>
  <ep:Paragraphs>57</ep:Paragraphs>
  <ep:Slides>15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Normal</vt:lpstr>
      <vt:lpstr>슬라이드 1</vt:lpstr>
      <vt:lpstr>Level 1: Electrical Power System</vt:lpstr>
      <vt:lpstr>슬라이드 3</vt:lpstr>
      <vt:lpstr>슬라이드 4</vt:lpstr>
      <vt:lpstr>1. Mission &amp; UHF COM (2번째 주기)</vt:lpstr>
      <vt:lpstr>2. S-band COM_Night (8번째 주기)</vt:lpstr>
      <vt:lpstr>3. S-band COM_Day (2번째 주기)</vt:lpstr>
      <vt:lpstr>4. 그 외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2021-06-14T06:44:23.000</dcterms:created>
  <dc:creator>강 대은</dc:creator>
  <cp:lastModifiedBy>ACL2022_13</cp:lastModifiedBy>
  <dcterms:modified xsi:type="dcterms:W3CDTF">2022-09-07T10:30:10.298</dcterms:modified>
  <cp:revision>91</cp:revision>
  <dc:title>PowerPoint 프레젠테이션</dc:title>
  <cp:version/>
</cp:coreProperties>
</file>