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9"/>
  </p:notesMasterIdLst>
  <p:sldIdLst>
    <p:sldId id="256" r:id="rId3"/>
    <p:sldId id="257" r:id="rId4"/>
    <p:sldId id="272" r:id="rId5"/>
    <p:sldId id="271" r:id="rId6"/>
    <p:sldId id="270" r:id="rId7"/>
    <p:sldId id="27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92" d="100"/>
          <a:sy n="92" d="100"/>
        </p:scale>
        <p:origin x="12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3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5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539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50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EPS Budget</a:t>
            </a:r>
          </a:p>
          <a:p>
            <a:pPr lvl="2"/>
            <a:r>
              <a:rPr lang="en-US" altLang="ko-KR" dirty="0"/>
              <a:t>Latch</a:t>
            </a:r>
          </a:p>
          <a:p>
            <a:pPr lvl="2"/>
            <a:r>
              <a:rPr lang="en-US" altLang="ko-KR" dirty="0"/>
              <a:t>channel</a:t>
            </a:r>
          </a:p>
          <a:p>
            <a:pPr lvl="2"/>
            <a:r>
              <a:rPr lang="en-US" altLang="ko-KR" dirty="0"/>
              <a:t>Consumption Power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Channel Distribution</a:t>
            </a:r>
          </a:p>
          <a:p>
            <a:pPr lvl="2"/>
            <a:r>
              <a:rPr lang="en-US" altLang="ko-KR" dirty="0"/>
              <a:t>3.3V</a:t>
            </a:r>
          </a:p>
          <a:p>
            <a:pPr lvl="2"/>
            <a:r>
              <a:rPr lang="en-US" altLang="ko-KR" dirty="0"/>
              <a:t>5.5V</a:t>
            </a:r>
          </a:p>
          <a:p>
            <a:pPr lvl="2"/>
            <a:r>
              <a:rPr lang="en-US" altLang="ko-KR" dirty="0"/>
              <a:t>V-bat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40944"/>
              </p:ext>
            </p:extLst>
          </p:nvPr>
        </p:nvGraphicFramePr>
        <p:xfrm>
          <a:off x="223158" y="719666"/>
          <a:ext cx="11745684" cy="42737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Latch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channel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Consumption Power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Channel Distribution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852BC-0995-6FAC-35BF-FFD885EF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90DB43-B734-0E69-69C3-7546A431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7E87A9-1F61-C2B6-CFB4-043D9D14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1F3353-09A2-69FA-A2DD-2F06254C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BF5E5C-6810-3B9B-9F61-620A2238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221" y="614362"/>
            <a:ext cx="6856380" cy="624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4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34FF5-3229-E28E-C711-083A42B1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A9A48-448B-232E-2339-7768C751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8B9529-167E-BEBD-EC1B-158EFD79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FAFC0B-4EAF-EAF2-DDC1-54C28878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10A734-DF08-826D-2948-981866C9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7617"/>
            <a:ext cx="12192000" cy="32427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419B23-E647-943E-4A15-F6C86C7E2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7617"/>
            <a:ext cx="12192000" cy="32427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2FC66A9-1DEA-62D6-E34E-39E895E35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07617"/>
            <a:ext cx="12192000" cy="324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9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D81DD-BA13-59EA-B503-1EE5DDB7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E637B1-175C-1165-C45C-2A4DB28E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46C517-4D98-CC88-C699-61E121BB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6F6F75-FA69-2D3A-0404-A3340A4F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5830768-7677-1C68-4CE5-DAFDDD170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8" y="1165514"/>
            <a:ext cx="12056000" cy="49339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C6F267-B762-FC20-5BFD-8C5478EEA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" y="1165514"/>
            <a:ext cx="12067243" cy="576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4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A19BD-158E-588A-A4A1-F24CE107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43B19-7D13-3FEC-24A4-6F812310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6A6631-CB0F-C7EE-EBFE-D0D34FB3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CB426-E794-68B4-2127-742C15DF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0744B1-7D87-3632-A2B1-55676E16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000" y="769257"/>
            <a:ext cx="5509100" cy="56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51079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66</Words>
  <Application>Microsoft Office PowerPoint</Application>
  <PresentationFormat>와이드스크린</PresentationFormat>
  <Paragraphs>55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Normal</vt:lpstr>
      <vt:lpstr>High_Priority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41</cp:revision>
  <dcterms:created xsi:type="dcterms:W3CDTF">2021-06-14T06:44:23Z</dcterms:created>
  <dcterms:modified xsi:type="dcterms:W3CDTF">2022-07-01T08:13:52Z</dcterms:modified>
</cp:coreProperties>
</file>