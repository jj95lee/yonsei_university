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7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84005" autoAdjust="0"/>
  </p:normalViewPr>
  <p:slideViewPr>
    <p:cSldViewPr snapToGrid="0">
      <p:cViewPr>
        <p:scale>
          <a:sx n="110" d="100"/>
          <a:sy n="110" d="100"/>
        </p:scale>
        <p:origin x="78" y="438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5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5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Electrical Power System</a:t>
            </a:r>
          </a:p>
          <a:p>
            <a:pPr lvl="1"/>
            <a:r>
              <a:rPr lang="en-US" altLang="ko-KR" dirty="0"/>
              <a:t>Basic Plan</a:t>
            </a:r>
          </a:p>
          <a:p>
            <a:pPr lvl="2"/>
            <a:r>
              <a:rPr lang="en-US" altLang="ko-KR" dirty="0"/>
              <a:t>Week 1 - Channel distribution</a:t>
            </a:r>
          </a:p>
          <a:p>
            <a:pPr lvl="2"/>
            <a:r>
              <a:rPr lang="en-US" altLang="ko-KR" dirty="0"/>
              <a:t>Week 2 - Power generation</a:t>
            </a:r>
          </a:p>
          <a:p>
            <a:pPr lvl="2"/>
            <a:r>
              <a:rPr lang="en-US" altLang="ko-KR" dirty="0"/>
              <a:t>Week 3 - Calculation DOD</a:t>
            </a:r>
          </a:p>
          <a:p>
            <a:pPr lvl="2"/>
            <a:r>
              <a:rPr lang="en-US" altLang="ko-KR" dirty="0"/>
              <a:t>Week 4 – Operation Scenario  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Power generation (Week 2)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Electrical Power System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46277"/>
              </p:ext>
            </p:extLst>
          </p:nvPr>
        </p:nvGraphicFramePr>
        <p:xfrm>
          <a:off x="223158" y="719666"/>
          <a:ext cx="11745684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Week1 - </a:t>
                      </a:r>
                      <a:r>
                        <a:rPr lang="en-US" altLang="ko-KR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700099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Channel Distribution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3.3V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V-bat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Electrical model of battery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ADCS code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Orientation Scenario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75322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104805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pic>
        <p:nvPicPr>
          <p:cNvPr id="7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93805" y="0"/>
            <a:ext cx="1000439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09757" y="152400"/>
            <a:ext cx="7477284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486900" y="1092728"/>
            <a:ext cx="1296425" cy="3275542"/>
          </a:xfrm>
          <a:prstGeom prst="rect">
            <a:avLst/>
          </a:prstGeom>
        </p:spPr>
      </p:pic>
      <p:pic>
        <p:nvPicPr>
          <p:cNvPr id="1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860188" y="1076325"/>
            <a:ext cx="1331812" cy="3340100"/>
          </a:xfrm>
          <a:prstGeom prst="rect">
            <a:avLst/>
          </a:prstGeom>
        </p:spPr>
      </p:pic>
      <p:pic>
        <p:nvPicPr>
          <p:cNvPr id="1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766233"/>
            <a:ext cx="9448800" cy="3505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12497" y="1204912"/>
            <a:ext cx="6731636" cy="5062008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1046446"/>
            <a:ext cx="12192000" cy="4765107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9050" y="1055971"/>
            <a:ext cx="12192000" cy="47651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99</ep:Words>
  <ep:PresentationFormat>와이드스크린</ep:PresentationFormat>
  <ep:Paragraphs>29</ep:Paragraphs>
  <ep:Slides>7</ep:Slides>
  <ep:Notes>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Normal</vt:lpstr>
      <vt:lpstr>슬라이드 1</vt:lpstr>
      <vt:lpstr>Level 1: Electrical Power System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2021-06-14T06:44:23.000</dcterms:created>
  <dc:creator>강 대은</dc:creator>
  <cp:lastModifiedBy>ACL2022_13</cp:lastModifiedBy>
  <dcterms:modified xsi:type="dcterms:W3CDTF">2022-08-04T04:34:20.956</dcterms:modified>
  <cp:revision>58</cp:revision>
  <dc:title>PowerPoint 프레젠테이션</dc:title>
  <cp:version/>
</cp:coreProperties>
</file>