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4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4" r:id="rId12"/>
    <p:sldId id="271" r:id="rId13"/>
    <p:sldId id="273" r:id="rId14"/>
    <p:sldId id="272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005" autoAdjust="0"/>
  </p:normalViewPr>
  <p:slideViewPr>
    <p:cSldViewPr snapToGrid="0">
      <p:cViewPr varScale="1">
        <p:scale>
          <a:sx n="92" d="100"/>
          <a:sy n="92" d="100"/>
        </p:scale>
        <p:origin x="1278" y="114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4444ADC7-D137-4355-B287-E417A90F4D15}" type="datetime1">
              <a:rPr lang="ko-KR" altLang="en-US"/>
              <a:pPr lvl="0">
                <a:defRPr/>
              </a:pPr>
              <a:t>2022-09-28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B8E8DA4-E2D7-43C2-B6C4-2E5B1B19F402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45542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04478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59651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7399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CB5FD6-A2DE-4563-BDD9-970544F4D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551608-DD27-4795-B323-401D3C83F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77F833-C2AE-4216-8871-52717469E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4E6671EE-0BC6-43D9-95C1-E999911B0F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7999" y="1707834"/>
            <a:ext cx="4500000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11D38D3C-35BA-40CB-8AC0-E2A6A6D454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0" y="1707834"/>
            <a:ext cx="4448502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AA2A7109-DF7D-4EB0-AA89-8DE0E3E62A68}"/>
              </a:ext>
            </a:extLst>
          </p:cNvPr>
          <p:cNvSpPr txBox="1">
            <a:spLocks/>
          </p:cNvSpPr>
          <p:nvPr userDrawn="1"/>
        </p:nvSpPr>
        <p:spPr>
          <a:xfrm>
            <a:off x="1524000" y="1131070"/>
            <a:ext cx="9144000" cy="47783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151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81A23-558C-45ED-98AD-790BDCB69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643398"/>
            <a:ext cx="10515600" cy="566527"/>
          </a:xfr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en-US" altLang="ko-KR" dirty="0"/>
              <a:t>Level 1 Title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E7D3B2-67B7-4B48-A0BB-0C91B9C8DB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288620"/>
            <a:ext cx="10515600" cy="428851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Level 2 Title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B0C4F-B05E-4BB8-8959-4A7045B3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FEBB5-2730-4F42-B547-4F1D75B0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FFEE1-9D1B-4562-BEB9-F1D36609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76145B-5468-43F7-BC17-C1B9CB5D7C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9956" y="3796165"/>
            <a:ext cx="10063843" cy="11894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ko-KR" dirty="0"/>
              <a:t>Level 3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186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4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30400" indent="-230400">
              <a:buFont typeface="+mj-lt"/>
              <a:buAutoNum type="arabicPeriod"/>
              <a:defRPr/>
            </a:lvl1pPr>
            <a:lvl2pPr marL="687600" indent="-230400">
              <a:buFont typeface="+mj-lt"/>
              <a:buAutoNum type="arabicPeriod"/>
              <a:defRPr/>
            </a:lvl2pPr>
            <a:lvl3pPr marL="1144800" indent="-230400">
              <a:buFont typeface="+mj-lt"/>
              <a:buAutoNum type="arabicPeriod"/>
              <a:defRPr/>
            </a:lvl3pPr>
            <a:lvl4pPr marL="1602000" indent="-230400">
              <a:buFont typeface="+mj-lt"/>
              <a:buAutoNum type="arabicPeriod"/>
              <a:defRPr/>
            </a:lvl4pPr>
            <a:lvl5pPr marL="2059200" indent="-230400">
              <a:buFont typeface="+mj-lt"/>
              <a:buAutoNum type="arabicPeriod"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75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s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8ED9E-1B3E-43D3-A1E4-DA95D262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A1A2BE-B3CB-4E99-8FBA-B0D43546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ABA880-A6C3-4F04-8D72-A5F69848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B759D5-6101-4028-9764-14853A42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362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A3D82-C5C0-4922-91A8-8509A9CA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85A98B-BE8E-48BD-9792-89E0CD12B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919" y="635223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8A94B-4E02-48FA-B00D-919E373D6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149" y="635222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F3D3F-7973-483D-B851-281CB52D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B6405-CAA7-4753-8A8A-064423C9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1C8E86-99CB-4565-B7CA-0F44CF63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85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694E0-9343-4893-8463-1145B6CF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B42A68-D9BB-4EA1-8739-191E265A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98DC4-1BD5-4BB9-B399-28926DBB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71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ECE7B7-AA9D-4251-AEFA-95130E49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6" y="1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F0D367-F6F4-4F72-A8D1-137C1A702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206645-6D5E-4C5E-9ED5-F78BD2458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2021-06-14</a:t>
            </a:r>
            <a:endParaRPr lang="ko-KR" altLang="en-US" dirty="0"/>
          </a:p>
        </p:txBody>
      </p:sp>
      <p:sp>
        <p:nvSpPr>
          <p:cNvPr id="5" name="바닥글 개체 틀 4" descr="서브시스템명">
            <a:extLst>
              <a:ext uri="{FF2B5EF4-FFF2-40B4-BE49-F238E27FC236}">
                <a16:creationId xmlns:a16="http://schemas.microsoft.com/office/drawing/2014/main" id="{878F36F7-C21A-419B-8BED-2C1A2503B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1274" y="0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lvl1pPr algn="ct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서브시스템명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C6C9F-1062-43C7-8857-4890E5D68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85739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chemeClr val="tx1"/>
                </a:solidFill>
              </a:defRPr>
            </a:lvl1pPr>
          </a:lstStyle>
          <a:p>
            <a:fld id="{0CB21479-F3CA-4373-A45A-41FA028DDA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539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63" r:id="rId4"/>
    <p:sldLayoutId id="2147483654" r:id="rId5"/>
    <p:sldLayoutId id="2147483652" r:id="rId6"/>
    <p:sldLayoutId id="2147483655" r:id="rId7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2022-09-28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PDR (2022.11)</a:t>
            </a:r>
          </a:p>
          <a:p>
            <a:pPr lvl="1">
              <a:defRPr/>
            </a:pPr>
            <a:r>
              <a:rPr lang="en-US" altLang="ko-KR" dirty="0"/>
              <a:t>Power generation (~9/28)</a:t>
            </a:r>
          </a:p>
          <a:p>
            <a:pPr lvl="2">
              <a:defRPr/>
            </a:pPr>
            <a:r>
              <a:rPr lang="en-US" altLang="ko-KR" dirty="0"/>
              <a:t>Generating Time rate Calculation </a:t>
            </a:r>
          </a:p>
          <a:p>
            <a:pPr lvl="2">
              <a:defRPr/>
            </a:pPr>
            <a:r>
              <a:rPr lang="en-US" altLang="ko-KR" dirty="0"/>
              <a:t>(Dayside time x 0~100%)</a:t>
            </a:r>
          </a:p>
          <a:p>
            <a:pPr lvl="2">
              <a:defRPr/>
            </a:pPr>
            <a:endParaRPr lang="en-US" altLang="ko-KR" dirty="0"/>
          </a:p>
          <a:p>
            <a:pPr lvl="1">
              <a:defRPr/>
            </a:pPr>
            <a:r>
              <a:rPr lang="en-US" altLang="ko-KR" dirty="0"/>
              <a:t>Power generation (~10/5)</a:t>
            </a:r>
          </a:p>
          <a:p>
            <a:pPr lvl="2">
              <a:defRPr/>
            </a:pPr>
            <a:r>
              <a:rPr lang="en-US" altLang="ko-KR" dirty="0"/>
              <a:t>Simulink -&gt; Visualization (graph)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/>
              <a:t>Electrical Power System</a:t>
            </a:r>
          </a:p>
          <a:p>
            <a:pPr lvl="1">
              <a:defRPr/>
            </a:pPr>
            <a:r>
              <a:rPr lang="en-US" altLang="ko-KR"/>
              <a:t>Basic Plan</a:t>
            </a:r>
          </a:p>
          <a:p>
            <a:pPr lvl="2">
              <a:defRPr/>
            </a:pPr>
            <a:r>
              <a:rPr lang="en-US" altLang="ko-KR"/>
              <a:t>Week 1 - Channel distribution</a:t>
            </a:r>
          </a:p>
          <a:p>
            <a:pPr lvl="2">
              <a:defRPr/>
            </a:pPr>
            <a:r>
              <a:rPr lang="en-US" altLang="ko-KR"/>
              <a:t>Week 2 - Power generation</a:t>
            </a:r>
          </a:p>
          <a:p>
            <a:pPr lvl="2">
              <a:defRPr/>
            </a:pPr>
            <a:r>
              <a:rPr lang="en-US" altLang="ko-KR"/>
              <a:t>Week 3 - Calculation DOD</a:t>
            </a:r>
          </a:p>
          <a:p>
            <a:pPr lvl="2">
              <a:defRPr/>
            </a:pPr>
            <a:r>
              <a:rPr lang="en-US" altLang="ko-KR"/>
              <a:t>Week 4 – Operation Scenario  </a:t>
            </a:r>
          </a:p>
          <a:p>
            <a:pPr lvl="2">
              <a:defRPr/>
            </a:pPr>
            <a:endParaRPr lang="en-US" altLang="ko-KR"/>
          </a:p>
          <a:p>
            <a:pPr lvl="1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marL="914400" lvl="2" indent="0">
              <a:buNone/>
              <a:defRPr/>
            </a:pP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Level 1: Electrical Power System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2022-09-28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  <p:graphicFrame>
        <p:nvGraphicFramePr>
          <p:cNvPr id="25" name="표 25"/>
          <p:cNvGraphicFramePr>
            <a:graphicFrameLocks noGrp="1"/>
          </p:cNvGraphicFramePr>
          <p:nvPr/>
        </p:nvGraphicFramePr>
        <p:xfrm>
          <a:off x="223158" y="719666"/>
          <a:ext cx="11748949" cy="501039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4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5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84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Level 2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Level 3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DAYS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en-US" altLang="ko-KR"/>
                        <a:t>Electrical Power Budget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Week1 - </a:t>
                      </a:r>
                      <a:r>
                        <a:rPr lang="en-US" altLang="ko-KR"/>
                        <a:t>Channel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/>
                        <a:t>Week2 – Calculate Power generation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/>
                        <a:t>Week3 - Calculation DOD &amp; Peak load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Week4 - Operation Scenario </a:t>
                      </a:r>
                      <a:endParaRPr lang="ko-KR" alt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>
                          <a:solidFill>
                            <a:schemeClr val="accent1"/>
                          </a:solidFill>
                        </a:rPr>
                        <a:t>Power Generation</a:t>
                      </a: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2">
                        <a:defRPr/>
                      </a:pPr>
                      <a:r>
                        <a:rPr lang="en-US" altLang="ko-KR"/>
                        <a:t>Generating Time rate Calculation </a:t>
                      </a:r>
                    </a:p>
                    <a:p>
                      <a:pPr lvl="2">
                        <a:defRPr/>
                      </a:pPr>
                      <a:r>
                        <a:rPr lang="en-US" altLang="ko-KR"/>
                        <a:t>(Dayside time x 0~100%)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5474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Component - Voltage, Current, Power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2022-09-28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938312"/>
            <a:ext cx="12192000" cy="306796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525" y="1377018"/>
            <a:ext cx="12192000" cy="41039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0. Detumbling</a:t>
            </a:r>
            <a:r>
              <a:rPr lang="ko-KR" altLang="en-US"/>
              <a:t> 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2022-09-28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515804"/>
            <a:ext cx="12192000" cy="38263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1. Mission &amp; UHF COM</a:t>
            </a:r>
            <a:r>
              <a:rPr lang="ko-KR" altLang="en-US"/>
              <a:t> </a:t>
            </a:r>
            <a:r>
              <a:rPr lang="en-US" altLang="ko-KR"/>
              <a:t>(2</a:t>
            </a:r>
            <a:r>
              <a:rPr lang="ko-KR" altLang="en-US"/>
              <a:t>번째 주기</a:t>
            </a:r>
            <a:r>
              <a:rPr lang="en-US" altLang="ko-KR"/>
              <a:t>)</a:t>
            </a:r>
            <a:r>
              <a:rPr lang="ko-KR" altLang="en-US"/>
              <a:t> 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2022-09-28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568871"/>
            <a:ext cx="12192000" cy="37202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2. S-Band COM</a:t>
            </a:r>
            <a:r>
              <a:rPr lang="ko-KR" altLang="en-US"/>
              <a:t> </a:t>
            </a:r>
            <a:r>
              <a:rPr lang="en-US" altLang="ko-KR"/>
              <a:t>(8</a:t>
            </a:r>
            <a:r>
              <a:rPr lang="ko-KR" altLang="en-US"/>
              <a:t>번째 주기</a:t>
            </a:r>
            <a:r>
              <a:rPr lang="en-US" altLang="ko-KR"/>
              <a:t>)</a:t>
            </a:r>
            <a:r>
              <a:rPr lang="ko-KR" altLang="en-US"/>
              <a:t> 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2022-09-28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048000" y="3248977"/>
            <a:ext cx="6096000" cy="36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>
              <a:defRPr/>
            </a:pPr>
            <a:endParaRPr lang="en-US" altLang="ko-KR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569866"/>
            <a:ext cx="12192000" cy="37182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3. S-Band COM</a:t>
            </a:r>
            <a:r>
              <a:rPr lang="ko-KR" altLang="en-US"/>
              <a:t> </a:t>
            </a:r>
            <a:r>
              <a:rPr lang="en-US" altLang="ko-KR"/>
              <a:t>(2</a:t>
            </a:r>
            <a:r>
              <a:rPr lang="ko-KR" altLang="en-US"/>
              <a:t>번째 주기</a:t>
            </a:r>
            <a:r>
              <a:rPr lang="en-US" altLang="ko-KR"/>
              <a:t>)</a:t>
            </a:r>
            <a:r>
              <a:rPr lang="ko-KR" altLang="en-US"/>
              <a:t> 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2022-09-28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048000" y="3248977"/>
            <a:ext cx="6096000" cy="36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>
              <a:defRPr/>
            </a:pPr>
            <a:endParaRPr lang="en-US" altLang="ko-KR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568871"/>
            <a:ext cx="12192000" cy="37202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4. </a:t>
            </a:r>
            <a:r>
              <a:rPr lang="ko-KR" altLang="en-US"/>
              <a:t>그 외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2022-09-28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048000" y="3248977"/>
            <a:ext cx="6096000" cy="36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>
              <a:defRPr/>
            </a:pPr>
            <a:endParaRPr lang="en-US" altLang="ko-KR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401742"/>
            <a:ext cx="12192000" cy="40545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Energy generation, consumption (Orbit)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2022-09-28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710646"/>
            <a:ext cx="12192000" cy="3067965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14930" y="3837414"/>
            <a:ext cx="4363507" cy="29684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2022-09-28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D7EB13C-835A-EBC9-872A-7C6FADC3CEC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943964"/>
            <a:ext cx="12192000" cy="49700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2022-09-28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872075"/>
            <a:ext cx="12192000" cy="5113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54603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2022-09-28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DD86F71-693C-79B8-3305-17741CD4C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92110"/>
            <a:ext cx="12192000" cy="5273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767332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2022-09-28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CC147B0-4AAE-1A83-88AB-3501ECA05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89760"/>
            <a:ext cx="12192000" cy="5278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95580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2022-09-28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11CB2D7-D904-F5C2-2287-514ACB8DA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72747"/>
            <a:ext cx="12192000" cy="3912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44124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Normal">
  <a:themeElements>
    <a:clrScheme name="사용자 지정 2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F0000"/>
      </a:accent1>
      <a:accent2>
        <a:srgbClr val="0000FF"/>
      </a:accent2>
      <a:accent3>
        <a:srgbClr val="FFFF0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>
        <a:spAutoFit/>
      </a:bodyPr>
      <a:lstStyle>
        <a:defPPr lvl="2">
          <a:defRPr lang="en-US" altLang="ko-KR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213</Words>
  <Application>Microsoft Office PowerPoint</Application>
  <PresentationFormat>와이드스크린</PresentationFormat>
  <Paragraphs>97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Normal</vt:lpstr>
      <vt:lpstr>PowerPoint 프레젠테이션</vt:lpstr>
      <vt:lpstr>Level 1: Electrical Power System</vt:lpstr>
      <vt:lpstr>Component - Voltage, Current, Power</vt:lpstr>
      <vt:lpstr>0. Detumbling </vt:lpstr>
      <vt:lpstr>1. Mission &amp; UHF COM (2번째 주기) </vt:lpstr>
      <vt:lpstr>2. S-Band COM (8번째 주기) </vt:lpstr>
      <vt:lpstr>3. S-Band COM (2번째 주기) </vt:lpstr>
      <vt:lpstr>4. 그 외</vt:lpstr>
      <vt:lpstr>Energy generation, consumption (Orbit)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강 대은</dc:creator>
  <cp:lastModifiedBy>이진진</cp:lastModifiedBy>
  <cp:revision>114</cp:revision>
  <dcterms:created xsi:type="dcterms:W3CDTF">2021-06-14T06:44:23Z</dcterms:created>
  <dcterms:modified xsi:type="dcterms:W3CDTF">2022-09-28T10:33:47Z</dcterms:modified>
  <cp:version/>
</cp:coreProperties>
</file>