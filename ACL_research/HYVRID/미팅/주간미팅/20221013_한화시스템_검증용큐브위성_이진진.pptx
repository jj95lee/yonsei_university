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10"/>
  </p:notesMasterIdLst>
  <p:sldIdLst>
    <p:sldId id="258" r:id="rId2"/>
    <p:sldId id="275" r:id="rId3"/>
    <p:sldId id="276" r:id="rId4"/>
    <p:sldId id="277" r:id="rId5"/>
    <p:sldId id="278" r:id="rId6"/>
    <p:sldId id="279" r:id="rId7"/>
    <p:sldId id="280" r:id="rId8"/>
    <p:sldId id="28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5" autoAdjust="0"/>
  </p:normalViewPr>
  <p:slideViewPr>
    <p:cSldViewPr snapToGrid="0">
      <p:cViewPr varScale="1">
        <p:scale>
          <a:sx n="95" d="100"/>
          <a:sy n="95" d="100"/>
        </p:scale>
        <p:origin x="1158" y="114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181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844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07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626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748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782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368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56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A3C674-BF81-10C3-5936-3A92CE02F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1700212"/>
            <a:ext cx="6877050" cy="34575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972A78-7EAE-0854-8BCE-922E7F7762F8}"/>
              </a:ext>
            </a:extLst>
          </p:cNvPr>
          <p:cNvSpPr txBox="1"/>
          <p:nvPr/>
        </p:nvSpPr>
        <p:spPr>
          <a:xfrm>
            <a:off x="495637" y="994440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MSP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72A78-7EAE-0854-8BCE-922E7F7762F8}"/>
              </a:ext>
            </a:extLst>
          </p:cNvPr>
          <p:cNvSpPr txBox="1"/>
          <p:nvPr/>
        </p:nvSpPr>
        <p:spPr>
          <a:xfrm>
            <a:off x="495637" y="994440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Solar cell (AZURSPACE)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F813DA-235B-B893-3E44-82D5805DD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973" y="0"/>
            <a:ext cx="6532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73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72A78-7EAE-0854-8BCE-922E7F7762F8}"/>
              </a:ext>
            </a:extLst>
          </p:cNvPr>
          <p:cNvSpPr txBox="1"/>
          <p:nvPr/>
        </p:nvSpPr>
        <p:spPr>
          <a:xfrm>
            <a:off x="495637" y="994440"/>
            <a:ext cx="61244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Battery (AAC Clyde)</a:t>
            </a:r>
          </a:p>
          <a:p>
            <a:endParaRPr lang="en-US" altLang="ko-KR" dirty="0"/>
          </a:p>
          <a:p>
            <a:r>
              <a:rPr lang="en-US" altLang="ko-KR" dirty="0"/>
              <a:t>Optimus 40?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40A8EB-ECF9-D55A-FEF9-332F102FF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337" y="0"/>
            <a:ext cx="6029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8671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72A78-7EAE-0854-8BCE-922E7F7762F8}"/>
              </a:ext>
            </a:extLst>
          </p:cNvPr>
          <p:cNvSpPr txBox="1"/>
          <p:nvPr/>
        </p:nvSpPr>
        <p:spPr>
          <a:xfrm>
            <a:off x="495637" y="994440"/>
            <a:ext cx="61244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PCDU (AAC Clyde)</a:t>
            </a:r>
          </a:p>
          <a:p>
            <a:endParaRPr lang="en-US" altLang="ko-KR" dirty="0"/>
          </a:p>
          <a:p>
            <a:r>
              <a:rPr lang="en-US" altLang="ko-KR" dirty="0"/>
              <a:t>Nano?</a:t>
            </a:r>
          </a:p>
          <a:p>
            <a:r>
              <a:rPr lang="en-US" altLang="ko-KR" dirty="0"/>
              <a:t>Nano-plus?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06D8FA-0643-84D3-6906-B8D53756B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809750"/>
            <a:ext cx="6858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4916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72A78-7EAE-0854-8BCE-922E7F7762F8}"/>
              </a:ext>
            </a:extLst>
          </p:cNvPr>
          <p:cNvSpPr txBox="1"/>
          <p:nvPr/>
        </p:nvSpPr>
        <p:spPr>
          <a:xfrm>
            <a:off x="495637" y="994440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S-band ANT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09149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72A78-7EAE-0854-8BCE-922E7F7762F8}"/>
              </a:ext>
            </a:extLst>
          </p:cNvPr>
          <p:cNvSpPr txBox="1"/>
          <p:nvPr/>
        </p:nvSpPr>
        <p:spPr>
          <a:xfrm>
            <a:off x="495637" y="994440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S-band Tx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3AF10B-F5E6-C5D8-9FF8-C12861D88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852487"/>
            <a:ext cx="5905500" cy="56483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3C4E7B-AB68-4A4C-AB19-61EB70FF43C5}"/>
              </a:ext>
            </a:extLst>
          </p:cNvPr>
          <p:cNvSpPr txBox="1"/>
          <p:nvPr/>
        </p:nvSpPr>
        <p:spPr>
          <a:xfrm>
            <a:off x="495637" y="1791683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24 dBm, 30 dBm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885344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72A78-7EAE-0854-8BCE-922E7F7762F8}"/>
              </a:ext>
            </a:extLst>
          </p:cNvPr>
          <p:cNvSpPr txBox="1"/>
          <p:nvPr/>
        </p:nvSpPr>
        <p:spPr>
          <a:xfrm>
            <a:off x="495637" y="994440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UHF ANT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C4E7B-AB68-4A4C-AB19-61EB70FF43C5}"/>
              </a:ext>
            </a:extLst>
          </p:cNvPr>
          <p:cNvSpPr txBox="1"/>
          <p:nvPr/>
        </p:nvSpPr>
        <p:spPr>
          <a:xfrm>
            <a:off x="267037" y="1791683"/>
            <a:ext cx="61341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Deployed – 0?</a:t>
            </a:r>
          </a:p>
          <a:p>
            <a:r>
              <a:rPr lang="en-US" altLang="ko-KR" dirty="0"/>
              <a:t>deployment</a:t>
            </a:r>
          </a:p>
          <a:p>
            <a:endParaRPr lang="en-US" altLang="ko-KR" dirty="0"/>
          </a:p>
          <a:p>
            <a:r>
              <a:rPr lang="en-US" altLang="ko-KR" dirty="0"/>
              <a:t>0.429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030E188-380E-62C3-14FE-C3CAB7596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362" y="1290637"/>
            <a:ext cx="639127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182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72A78-7EAE-0854-8BCE-922E7F7762F8}"/>
              </a:ext>
            </a:extLst>
          </p:cNvPr>
          <p:cNvSpPr txBox="1"/>
          <p:nvPr/>
        </p:nvSpPr>
        <p:spPr>
          <a:xfrm>
            <a:off x="495637" y="994440"/>
            <a:ext cx="61244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PAYC</a:t>
            </a:r>
          </a:p>
          <a:p>
            <a:endParaRPr lang="en-US" altLang="ko-KR" dirty="0"/>
          </a:p>
          <a:p>
            <a:r>
              <a:rPr lang="en-US" altLang="ko-KR" dirty="0"/>
              <a:t>Peak 1.8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B2C8F9E-1C9E-1403-43BC-A4BB5FC2B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162" y="1295400"/>
            <a:ext cx="654367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1016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75</Words>
  <Application>Microsoft Office PowerPoint</Application>
  <PresentationFormat>와이드스크린</PresentationFormat>
  <Paragraphs>52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Normal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126</cp:revision>
  <dcterms:created xsi:type="dcterms:W3CDTF">2021-06-14T06:44:23Z</dcterms:created>
  <dcterms:modified xsi:type="dcterms:W3CDTF">2022-10-13T07:22:33Z</dcterms:modified>
  <cp:version/>
</cp:coreProperties>
</file>