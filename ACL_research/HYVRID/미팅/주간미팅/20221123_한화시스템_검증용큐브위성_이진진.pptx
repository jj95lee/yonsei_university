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7"/>
  </p:notesMasterIdLst>
  <p:sldIdLst>
    <p:sldId id="324" r:id="rId2"/>
    <p:sldId id="323" r:id="rId3"/>
    <p:sldId id="325" r:id="rId4"/>
    <p:sldId id="326" r:id="rId5"/>
    <p:sldId id="32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5" d="100"/>
          <a:sy n="95" d="100"/>
        </p:scale>
        <p:origin x="1158" y="114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666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558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495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958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EE4D5-15E4-00DD-8F6A-DE148030E927}"/>
              </a:ext>
            </a:extLst>
          </p:cNvPr>
          <p:cNvSpPr txBox="1"/>
          <p:nvPr/>
        </p:nvSpPr>
        <p:spPr>
          <a:xfrm>
            <a:off x="495637" y="1085505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Sun</a:t>
            </a:r>
            <a:r>
              <a:rPr lang="ko-KR" altLang="en-US" dirty="0"/>
              <a:t>과 </a:t>
            </a:r>
            <a:r>
              <a:rPr lang="en-US" altLang="ko-KR" dirty="0"/>
              <a:t>Cell</a:t>
            </a:r>
            <a:r>
              <a:rPr lang="ko-KR" altLang="en-US" dirty="0"/>
              <a:t>의 각도를 보기 위해 아래 코드를 주석처리 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A89618-8A34-F0AE-3CB1-105A4DA69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7" y="2252715"/>
            <a:ext cx="100774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011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58293F-6AF2-33F0-AB49-0DF14D586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66" y="1818750"/>
            <a:ext cx="3834575" cy="43760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E36817-5A9B-F465-98B6-B9B406D7D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508" y="2006528"/>
            <a:ext cx="5334000" cy="4000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1EE4D5-15E4-00DD-8F6A-DE148030E927}"/>
              </a:ext>
            </a:extLst>
          </p:cNvPr>
          <p:cNvSpPr txBox="1"/>
          <p:nvPr/>
        </p:nvSpPr>
        <p:spPr>
          <a:xfrm>
            <a:off x="495637" y="917194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0.53rad </a:t>
            </a:r>
            <a:r>
              <a:rPr lang="ko-KR" altLang="en-US" dirty="0"/>
              <a:t>정도에서 </a:t>
            </a:r>
            <a:r>
              <a:rPr lang="en-US" altLang="ko-KR" dirty="0"/>
              <a:t>2.6rad </a:t>
            </a:r>
            <a:r>
              <a:rPr lang="ko-KR" altLang="en-US" dirty="0"/>
              <a:t>범위에서 </a:t>
            </a:r>
            <a:r>
              <a:rPr lang="en-US" altLang="ko-KR" dirty="0"/>
              <a:t>oscillation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EE4D5-15E4-00DD-8F6A-DE148030E927}"/>
              </a:ext>
            </a:extLst>
          </p:cNvPr>
          <p:cNvSpPr txBox="1"/>
          <p:nvPr/>
        </p:nvSpPr>
        <p:spPr>
          <a:xfrm>
            <a:off x="495637" y="678422"/>
            <a:ext cx="684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8680</a:t>
            </a:r>
            <a:r>
              <a:rPr lang="ko-KR" altLang="en-US" dirty="0"/>
              <a:t>개의</a:t>
            </a:r>
            <a:r>
              <a:rPr lang="en-US" altLang="ko-KR" dirty="0"/>
              <a:t> index</a:t>
            </a:r>
            <a:r>
              <a:rPr lang="ko-KR" altLang="en-US" dirty="0"/>
              <a:t>를 </a:t>
            </a:r>
            <a:r>
              <a:rPr lang="en-US" altLang="ko-KR" dirty="0"/>
              <a:t>86400</a:t>
            </a:r>
            <a:r>
              <a:rPr lang="ko-KR" altLang="en-US" dirty="0"/>
              <a:t>초 시간으로 맞추기 위해 코드를 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D79FA6-6148-269E-D434-5B5912B53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09" y="1096672"/>
            <a:ext cx="3600782" cy="41040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44A5746-BFC6-3575-0AA1-7DB156911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609" y="1101860"/>
            <a:ext cx="3600782" cy="41092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7BBD092-FABA-06D7-234E-F9B817380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709" y="5325504"/>
            <a:ext cx="9829126" cy="144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011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EE4D5-15E4-00DD-8F6A-DE148030E927}"/>
              </a:ext>
            </a:extLst>
          </p:cNvPr>
          <p:cNvSpPr txBox="1"/>
          <p:nvPr/>
        </p:nvSpPr>
        <p:spPr>
          <a:xfrm>
            <a:off x="495637" y="678422"/>
            <a:ext cx="684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/>
              <a:t>조금씩 틀어짐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C00BD9-5FAF-D37D-DB7D-FEB37CFF3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73" y="1356526"/>
            <a:ext cx="4534842" cy="499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90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EE4D5-15E4-00DD-8F6A-DE148030E927}"/>
              </a:ext>
            </a:extLst>
          </p:cNvPr>
          <p:cNvSpPr txBox="1"/>
          <p:nvPr/>
        </p:nvSpPr>
        <p:spPr>
          <a:xfrm>
            <a:off x="495637" y="752265"/>
            <a:ext cx="9140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/>
              <a:t>어쨌든 앞의 데이터를 </a:t>
            </a:r>
            <a:r>
              <a:rPr lang="en-US" altLang="ko-KR" dirty="0"/>
              <a:t>Power generation </a:t>
            </a:r>
            <a:r>
              <a:rPr lang="ko-KR" altLang="en-US" dirty="0"/>
              <a:t>코드에 적용한 모습 </a:t>
            </a:r>
            <a:r>
              <a:rPr lang="en-US" altLang="ko-KR" dirty="0"/>
              <a:t>(Mission</a:t>
            </a:r>
            <a:r>
              <a:rPr lang="ko-KR" altLang="en-US" dirty="0"/>
              <a:t>을 하는</a:t>
            </a:r>
            <a:r>
              <a:rPr lang="en-US" altLang="ko-KR" dirty="0"/>
              <a:t> </a:t>
            </a:r>
            <a:r>
              <a:rPr lang="ko-KR" altLang="en-US" dirty="0"/>
              <a:t>주기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0F9C46-8AFB-D511-82B3-B416A1815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6" y="1453403"/>
            <a:ext cx="5334000" cy="4000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1B89F5-6207-03AF-68B9-34A6711FD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646" y="1404097"/>
            <a:ext cx="4514850" cy="2876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64C0A6-4965-423D-6244-62A933F07A51}"/>
              </a:ext>
            </a:extLst>
          </p:cNvPr>
          <p:cNvSpPr txBox="1"/>
          <p:nvPr/>
        </p:nvSpPr>
        <p:spPr>
          <a:xfrm>
            <a:off x="495636" y="5785709"/>
            <a:ext cx="102216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하지만 </a:t>
            </a:r>
            <a:r>
              <a:rPr lang="en-US" altLang="ko-KR" dirty="0"/>
              <a:t>k(</a:t>
            </a:r>
            <a:r>
              <a:rPr lang="en-US" altLang="ko-KR" dirty="0" err="1"/>
              <a:t>i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SUN_CELL</a:t>
            </a:r>
            <a:r>
              <a:rPr lang="ko-KR" altLang="en-US" dirty="0"/>
              <a:t>의 각도 값만 입력한 것이고</a:t>
            </a:r>
            <a:r>
              <a:rPr lang="en-US" altLang="ko-KR" dirty="0"/>
              <a:t>, </a:t>
            </a:r>
            <a:r>
              <a:rPr lang="ko-KR" altLang="en-US" dirty="0"/>
              <a:t>아직 생산 전력량을 곱한 값이 아님</a:t>
            </a:r>
            <a:r>
              <a:rPr lang="en-US" altLang="ko-KR" dirty="0"/>
              <a:t>  </a:t>
            </a:r>
          </a:p>
          <a:p>
            <a:endParaRPr lang="en-US" altLang="ko-KR" dirty="0"/>
          </a:p>
          <a:p>
            <a:r>
              <a:rPr lang="ko-KR" altLang="en-US" dirty="0"/>
              <a:t>태양 지향하는 시간을 얼마나 줄일지도 고민 </a:t>
            </a:r>
          </a:p>
        </p:txBody>
      </p:sp>
    </p:spTree>
    <p:extLst>
      <p:ext uri="{BB962C8B-B14F-4D97-AF65-F5344CB8AC3E}">
        <p14:creationId xmlns:p14="http://schemas.microsoft.com/office/powerpoint/2010/main" val="415122185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90</Words>
  <Application>Microsoft Office PowerPoint</Application>
  <PresentationFormat>와이드스크린</PresentationFormat>
  <Paragraphs>28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Normal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145</cp:revision>
  <dcterms:created xsi:type="dcterms:W3CDTF">2021-06-14T06:44:23Z</dcterms:created>
  <dcterms:modified xsi:type="dcterms:W3CDTF">2022-11-23T07:56:03Z</dcterms:modified>
  <cp:version/>
</cp:coreProperties>
</file>