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1"/>
  </p:sldMasterIdLst>
  <p:notesMasterIdLst>
    <p:notesMasterId r:id="rId16"/>
  </p:notesMasterIdLst>
  <p:sldIdLst>
    <p:sldId id="256" r:id="rId2"/>
    <p:sldId id="257" r:id="rId3"/>
    <p:sldId id="275" r:id="rId4"/>
    <p:sldId id="278" r:id="rId5"/>
    <p:sldId id="274" r:id="rId6"/>
    <p:sldId id="276" r:id="rId7"/>
    <p:sldId id="279" r:id="rId8"/>
    <p:sldId id="277" r:id="rId9"/>
    <p:sldId id="280" r:id="rId10"/>
    <p:sldId id="281" r:id="rId11"/>
    <p:sldId id="282" r:id="rId12"/>
    <p:sldId id="284" r:id="rId13"/>
    <p:sldId id="283" r:id="rId14"/>
    <p:sldId id="285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644" autoAdjust="0"/>
  </p:normalViewPr>
  <p:slideViewPr>
    <p:cSldViewPr snapToGrid="0">
      <p:cViewPr>
        <p:scale>
          <a:sx n="100" d="100"/>
          <a:sy n="100" d="100"/>
        </p:scale>
        <p:origin x="954" y="126"/>
      </p:cViewPr>
      <p:guideLst>
        <p:guide orient="horz" pos="2158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2022-10-19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0138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4352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3076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2887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6575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86752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83346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7100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51096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03367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05409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3700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PDR (2022.11)</a:t>
            </a:r>
          </a:p>
          <a:p>
            <a:pPr lvl="1">
              <a:defRPr/>
            </a:pPr>
            <a:r>
              <a:rPr lang="en-US" altLang="ko-KR" dirty="0"/>
              <a:t>Power generation (~9/28)</a:t>
            </a:r>
          </a:p>
          <a:p>
            <a:pPr lvl="2">
              <a:defRPr/>
            </a:pPr>
            <a:r>
              <a:rPr lang="en-US" altLang="ko-KR" dirty="0"/>
              <a:t>Generating Time rate Calculation </a:t>
            </a:r>
          </a:p>
          <a:p>
            <a:pPr lvl="2">
              <a:defRPr/>
            </a:pPr>
            <a:r>
              <a:rPr lang="en-US" altLang="ko-KR" dirty="0"/>
              <a:t>(Dayside time x 0~100%)</a:t>
            </a:r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Power generation (~10/19)</a:t>
            </a:r>
          </a:p>
          <a:p>
            <a:pPr lvl="2">
              <a:defRPr/>
            </a:pPr>
            <a:r>
              <a:rPr lang="en-US" altLang="ko-KR" dirty="0"/>
              <a:t>Simulink -&gt; Visualization (graph)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Electrical Power System</a:t>
            </a:r>
          </a:p>
          <a:p>
            <a:pPr lvl="1">
              <a:defRPr/>
            </a:pPr>
            <a:r>
              <a:rPr lang="en-US" altLang="ko-KR" dirty="0"/>
              <a:t>Basic Plan</a:t>
            </a:r>
          </a:p>
          <a:p>
            <a:pPr lvl="2">
              <a:defRPr/>
            </a:pPr>
            <a:r>
              <a:rPr lang="en-US" altLang="ko-KR" dirty="0"/>
              <a:t>1 - Channel distribution</a:t>
            </a:r>
          </a:p>
          <a:p>
            <a:pPr lvl="2">
              <a:defRPr/>
            </a:pPr>
            <a:r>
              <a:rPr lang="en-US" altLang="ko-KR" dirty="0"/>
              <a:t>2 - Power generation</a:t>
            </a:r>
          </a:p>
          <a:p>
            <a:pPr lvl="2">
              <a:defRPr/>
            </a:pPr>
            <a:r>
              <a:rPr lang="en-US" altLang="ko-KR" dirty="0"/>
              <a:t>3 - Calculation DOD</a:t>
            </a:r>
          </a:p>
          <a:p>
            <a:pPr lvl="2">
              <a:defRPr/>
            </a:pPr>
            <a:r>
              <a:rPr lang="en-US" altLang="ko-KR" dirty="0"/>
              <a:t>4 – Operation Scenario  </a:t>
            </a:r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marL="914400" lvl="2" indent="0">
              <a:buNone/>
              <a:defRPr/>
            </a:pPr>
            <a:endParaRPr lang="en-US" altLang="ko-K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Level 1: Electrical Power System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graphicFrame>
        <p:nvGraphicFramePr>
          <p:cNvPr id="25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719629"/>
              </p:ext>
            </p:extLst>
          </p:nvPr>
        </p:nvGraphicFramePr>
        <p:xfrm>
          <a:off x="223158" y="719666"/>
          <a:ext cx="11748949" cy="501039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5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DAYS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 dirty="0"/>
                        <a:t>Electrical Power Budget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1 - </a:t>
                      </a:r>
                      <a:r>
                        <a:rPr lang="en-US" altLang="ko-KR" dirty="0"/>
                        <a:t>Channel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dirty="0"/>
                        <a:t>2 – Calculate Power generation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dirty="0"/>
                        <a:t>3 - Calculation DOD &amp; Peak load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dirty="0"/>
                        <a:t>4 - Operation Scenario 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>
                          <a:solidFill>
                            <a:schemeClr val="accent1"/>
                          </a:solidFill>
                        </a:rPr>
                        <a:t>Power Generation</a:t>
                      </a: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>
                        <a:defRPr/>
                      </a:pPr>
                      <a:r>
                        <a:rPr lang="en-US" altLang="ko-KR"/>
                        <a:t>Generating Time rate Calculation </a:t>
                      </a:r>
                    </a:p>
                    <a:p>
                      <a:pPr lvl="2">
                        <a:defRPr/>
                      </a:pPr>
                      <a:r>
                        <a:rPr lang="en-US" altLang="ko-KR"/>
                        <a:t>(Dayside time x 0~100%)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Level 1: Electrical Power System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CBAFEB3-B979-1679-5879-807172EAB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8981"/>
            <a:ext cx="12192000" cy="474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80462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0. Detumbling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73D9D13-9526-BBF1-DC22-6B882C5CE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" y="752265"/>
            <a:ext cx="11229975" cy="583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33275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34ED61A-ACA5-575E-A3BD-E6A6AEB63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751487"/>
            <a:ext cx="10787062" cy="5833902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0. Detumbling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593460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Mission &amp; UHF COM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0F14C5A-7C01-12EF-B174-FC6FAB322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8309"/>
            <a:ext cx="12192000" cy="498138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94B93D7-6621-7F63-948E-4497C3DDF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8616" y="5123497"/>
            <a:ext cx="2602211" cy="116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3023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Mission &amp; UHF COM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4FDD610-BCFE-B3EC-5834-2193F9030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100" y="723900"/>
            <a:ext cx="7065613" cy="524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18908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Mission &amp; UHF COM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56C96B2-7199-5E6E-DBEE-9ED182BD5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866565"/>
            <a:ext cx="11221422" cy="550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31796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S-band COM mode(@Night)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D5F5651-2D22-65F3-DC16-1CFA0AD92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5977"/>
            <a:ext cx="12192000" cy="486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33810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3. S-band COM mode(@Day)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7EDF4BA-8623-F748-4350-714BEF8C9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7997"/>
            <a:ext cx="12192000" cy="486200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808393E-0197-1561-D8EE-D6343C66D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00676"/>
            <a:ext cx="12192000" cy="485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12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4. Stand-by mode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7EDF4BA-8623-F748-4350-714BEF8C9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7997"/>
            <a:ext cx="12192000" cy="486200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808393E-0197-1561-D8EE-D6343C66D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00676"/>
            <a:ext cx="12192000" cy="485664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F97F74E-589B-ED44-046B-37D3C5B806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36122"/>
            <a:ext cx="12192000" cy="498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81801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47ABAD0-38B6-E631-9AEB-0BCD81D16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537" y="757237"/>
            <a:ext cx="7400925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97073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B257FE4-5691-4B33-B7CD-0D9261A5E78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11400" y="1304768"/>
            <a:ext cx="7569200" cy="424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01727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01F37D1-3482-B1D7-1909-4DFFF4BC1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150" y="633412"/>
            <a:ext cx="9029700" cy="5591175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2022-10-19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960128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>
        <a:spAutoFit/>
      </a:bodyPr>
      <a:lstStyle>
        <a:defPPr lvl="2">
          <a:defRPr lang="en-US" altLang="ko-KR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214</Words>
  <Application>Microsoft Office PowerPoint</Application>
  <PresentationFormat>와이드스크린</PresentationFormat>
  <Paragraphs>99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Normal</vt:lpstr>
      <vt:lpstr>PowerPoint 프레젠테이션</vt:lpstr>
      <vt:lpstr>Level 1: Electrical Power System</vt:lpstr>
      <vt:lpstr>Level 1: Electrical Power System</vt:lpstr>
      <vt:lpstr>0. Detumbling mode</vt:lpstr>
      <vt:lpstr>0. Detumbling mode</vt:lpstr>
      <vt:lpstr>1. Mission &amp; UHF COM mode</vt:lpstr>
      <vt:lpstr>1. Mission &amp; UHF COM mode</vt:lpstr>
      <vt:lpstr>1. Mission &amp; UHF COM mode</vt:lpstr>
      <vt:lpstr>2. S-band COM mode(@Night)</vt:lpstr>
      <vt:lpstr>3. S-band COM mode(@Day)</vt:lpstr>
      <vt:lpstr>4. Stand-by mode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128</cp:revision>
  <dcterms:created xsi:type="dcterms:W3CDTF">2021-06-14T06:44:23Z</dcterms:created>
  <dcterms:modified xsi:type="dcterms:W3CDTF">2022-10-19T10:19:44Z</dcterms:modified>
  <cp:version/>
</cp:coreProperties>
</file>