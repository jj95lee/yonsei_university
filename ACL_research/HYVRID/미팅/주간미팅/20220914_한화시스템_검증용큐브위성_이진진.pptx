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84005" autoAdjust="0"/>
  </p:normalViewPr>
  <p:slideViewPr>
    <p:cSldViewPr snapToGrid="0">
      <p:cViewPr varScale="1">
        <p:scale>
          <a:sx n="100" d="100"/>
          <a:sy n="100" d="100"/>
        </p:scale>
        <p:origin x="102" y="306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presProps" Target="presProps.xml"  /><Relationship Id="rId23" Type="http://schemas.openxmlformats.org/officeDocument/2006/relationships/viewProps" Target="viewProps.xml"  /><Relationship Id="rId24" Type="http://schemas.openxmlformats.org/officeDocument/2006/relationships/theme" Target="theme/theme1.xml"  /><Relationship Id="rId25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.png"  /><Relationship Id="rId4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7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Basic Plan</a:t>
            </a:r>
          </a:p>
          <a:p>
            <a:pPr lvl="2"/>
            <a:r>
              <a:rPr lang="en-US" altLang="ko-KR" dirty="0"/>
              <a:t>Week 1 - Channel distribution</a:t>
            </a:r>
          </a:p>
          <a:p>
            <a:pPr lvl="2"/>
            <a:r>
              <a:rPr lang="en-US" altLang="ko-KR" dirty="0"/>
              <a:t>Week 2 - Power generation</a:t>
            </a:r>
          </a:p>
          <a:p>
            <a:pPr lvl="2"/>
            <a:r>
              <a:rPr lang="en-US" altLang="ko-KR" dirty="0"/>
              <a:t>Week 3 - Calculation DOD</a:t>
            </a:r>
          </a:p>
          <a:p>
            <a:pPr lvl="2"/>
            <a:r>
              <a:rPr lang="en-US" altLang="ko-KR" dirty="0"/>
              <a:t>Week 4 – Operation Scenario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Power generation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46277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Channel Distribution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Electrical model of battery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 code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Orientation Scenario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04805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938312"/>
            <a:ext cx="12192000" cy="3067965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525" y="1377018"/>
            <a:ext cx="12192000" cy="4103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1. Mission &amp; UHF COM</a:t>
            </a:r>
            <a:r>
              <a:rPr lang="ko-KR" altLang="en-US"/>
              <a:t> </a:t>
            </a:r>
            <a:r>
              <a:rPr lang="en-US" altLang="ko-KR"/>
              <a:t>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1104900"/>
            <a:ext cx="11582400" cy="5753100"/>
          </a:xfrm>
          <a:prstGeom prst="rect">
            <a:avLst/>
          </a:prstGeom>
        </p:spPr>
      </p:pic>
      <p:sp>
        <p:nvSpPr>
          <p:cNvPr id="12" name=""/>
          <p:cNvSpPr/>
          <p:nvPr/>
        </p:nvSpPr>
        <p:spPr>
          <a:xfrm>
            <a:off x="7874001" y="5953124"/>
            <a:ext cx="1079500" cy="222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2. S-band COM_Night (8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799" y="1104899"/>
            <a:ext cx="11582400" cy="5762625"/>
          </a:xfrm>
          <a:prstGeom prst="rect">
            <a:avLst/>
          </a:prstGeom>
        </p:spPr>
      </p:pic>
      <p:sp>
        <p:nvSpPr>
          <p:cNvPr id="13" name=""/>
          <p:cNvSpPr/>
          <p:nvPr/>
        </p:nvSpPr>
        <p:spPr>
          <a:xfrm>
            <a:off x="7874001" y="5953124"/>
            <a:ext cx="1079500" cy="222250"/>
          </a:xfrm>
          <a:prstGeom prst="rect">
            <a:avLst/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 S-band COM_Day 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1109662"/>
            <a:ext cx="11582400" cy="5762625"/>
          </a:xfrm>
          <a:prstGeom prst="rect">
            <a:avLst/>
          </a:prstGeom>
        </p:spPr>
      </p:pic>
      <p:sp>
        <p:nvSpPr>
          <p:cNvPr id="14" name=""/>
          <p:cNvSpPr/>
          <p:nvPr/>
        </p:nvSpPr>
        <p:spPr>
          <a:xfrm>
            <a:off x="7874001" y="5953124"/>
            <a:ext cx="1079500" cy="222250"/>
          </a:xfrm>
          <a:prstGeom prst="rect">
            <a:avLst/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4. </a:t>
            </a:r>
            <a:r>
              <a:rPr lang="ko-KR" altLang="en-US"/>
              <a:t>그 외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0621" y="1120246"/>
            <a:ext cx="10106025" cy="5743574"/>
          </a:xfrm>
          <a:prstGeom prst="rect">
            <a:avLst/>
          </a:prstGeom>
        </p:spPr>
      </p:pic>
      <p:sp>
        <p:nvSpPr>
          <p:cNvPr id="15" name=""/>
          <p:cNvSpPr/>
          <p:nvPr/>
        </p:nvSpPr>
        <p:spPr>
          <a:xfrm>
            <a:off x="7874001" y="5953124"/>
            <a:ext cx="1079500" cy="222250"/>
          </a:xfrm>
          <a:prstGeom prst="rect">
            <a:avLst/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1.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525" y="1057526"/>
            <a:ext cx="12192000" cy="5238248"/>
          </a:xfrm>
          <a:prstGeom prst="rect">
            <a:avLst/>
          </a:prstGeom>
        </p:spPr>
      </p:pic>
      <p:sp>
        <p:nvSpPr>
          <p:cNvPr id="17" name=""/>
          <p:cNvSpPr/>
          <p:nvPr/>
        </p:nvSpPr>
        <p:spPr>
          <a:xfrm>
            <a:off x="10710335" y="1232957"/>
            <a:ext cx="899584" cy="5069416"/>
          </a:xfrm>
          <a:prstGeom prst="rect">
            <a:avLst/>
          </a:prstGeom>
          <a:noFill/>
          <a:ln w="28575">
            <a:solidFill>
              <a:srgbClr val="ff0000"/>
            </a:solidFill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1.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525" y="1057526"/>
            <a:ext cx="12192000" cy="5238248"/>
          </a:xfrm>
          <a:prstGeom prst="rect">
            <a:avLst/>
          </a:prstGeom>
        </p:spPr>
      </p:pic>
      <p:sp>
        <p:nvSpPr>
          <p:cNvPr id="19" name=""/>
          <p:cNvSpPr/>
          <p:nvPr/>
        </p:nvSpPr>
        <p:spPr>
          <a:xfrm>
            <a:off x="7270750" y="5762624"/>
            <a:ext cx="1026583" cy="190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2.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057526"/>
            <a:ext cx="12192000" cy="5238248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077129"/>
            <a:ext cx="12192000" cy="5215975"/>
          </a:xfrm>
          <a:prstGeom prst="rect">
            <a:avLst/>
          </a:prstGeom>
        </p:spPr>
      </p:pic>
      <p:sp>
        <p:nvSpPr>
          <p:cNvPr id="19" name=""/>
          <p:cNvSpPr/>
          <p:nvPr/>
        </p:nvSpPr>
        <p:spPr>
          <a:xfrm>
            <a:off x="7270750" y="5762624"/>
            <a:ext cx="1026583" cy="190500"/>
          </a:xfrm>
          <a:prstGeom prst="rect">
            <a:avLst/>
          </a:prstGeom>
          <a:noFill/>
          <a:ln w="28575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057526"/>
            <a:ext cx="12192000" cy="5238248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077129"/>
            <a:ext cx="12192000" cy="5215975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525" y="1078187"/>
            <a:ext cx="12192000" cy="5215975"/>
          </a:xfrm>
          <a:prstGeom prst="rect">
            <a:avLst/>
          </a:prstGeom>
        </p:spPr>
      </p:pic>
      <p:sp>
        <p:nvSpPr>
          <p:cNvPr id="21" name=""/>
          <p:cNvSpPr/>
          <p:nvPr/>
        </p:nvSpPr>
        <p:spPr>
          <a:xfrm>
            <a:off x="7270750" y="5762624"/>
            <a:ext cx="1026583" cy="190500"/>
          </a:xfrm>
          <a:prstGeom prst="rect">
            <a:avLst/>
          </a:prstGeom>
          <a:noFill/>
          <a:ln w="28575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4.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38462" y="714375"/>
            <a:ext cx="6315074" cy="5429250"/>
          </a:xfrm>
          <a:prstGeom prst="rect">
            <a:avLst/>
          </a:prstGeom>
        </p:spPr>
      </p:pic>
      <p:sp>
        <p:nvSpPr>
          <p:cNvPr id="21" name=""/>
          <p:cNvSpPr/>
          <p:nvPr/>
        </p:nvSpPr>
        <p:spPr>
          <a:xfrm>
            <a:off x="5611283" y="5593291"/>
            <a:ext cx="1026583" cy="190500"/>
          </a:xfrm>
          <a:prstGeom prst="rect">
            <a:avLst/>
          </a:prstGeom>
          <a:noFill/>
          <a:ln w="28575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710646"/>
            <a:ext cx="12192000" cy="3067965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4930" y="3837414"/>
            <a:ext cx="4363507" cy="2968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943964"/>
            <a:ext cx="12192000" cy="49700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93804" y="0"/>
            <a:ext cx="1000439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7EC01B-39C8-E30F-8D32-6C5A26903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2" y="1048047"/>
            <a:ext cx="12038095" cy="4761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331BE9-2B86-9225-EB62-07241EF9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265"/>
            <a:ext cx="12192000" cy="5548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3FCA2-CF4C-0E9A-0C5E-D3500AA9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F3A519-2FB3-9615-3AE0-42471BDB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59518B-8897-F114-8B6B-470E6720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3D7D5-BD4B-45A1-3175-2CD55DB5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8C78B2-D1D2-45F6-9363-9CCA49FA4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9" y="1376619"/>
            <a:ext cx="10104762" cy="4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58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3CCD9-3068-CE05-28E5-749F44A4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2F6B07-6489-A7E8-1C48-1AEA9D8A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F2475D-C2B6-A220-9E77-4E7635AA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BE7A8-B194-224E-6B1B-AA9E9A24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839B73-0A11-845B-702A-74029CC3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795666"/>
            <a:ext cx="10800000" cy="3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4623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159</ep:Words>
  <ep:PresentationFormat>와이드스크린</ep:PresentationFormat>
  <ep:Paragraphs>74</ep:Paragraphs>
  <ep:Slides>19</ep:Slides>
  <ep:Notes>15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Normal</vt:lpstr>
      <vt:lpstr>슬라이드 1</vt:lpstr>
      <vt:lpstr>Level 1: Electrical Power System</vt:lpstr>
      <vt:lpstr>슬라이드 3</vt:lpstr>
      <vt:lpstr>1. Mission &amp; UHF COM (2번째 주기)</vt:lpstr>
      <vt:lpstr>2. S-band COM_Night (8번째 주기)</vt:lpstr>
      <vt:lpstr>3. S-band COM_Day (2번째 주기)</vt:lpstr>
      <vt:lpstr>4. 그 외</vt:lpstr>
      <vt:lpstr>1.</vt:lpstr>
      <vt:lpstr>1.</vt:lpstr>
      <vt:lpstr>2.</vt:lpstr>
      <vt:lpstr>3.</vt:lpstr>
      <vt:lpstr>4.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2021-06-14T06:44:23.000</dcterms:created>
  <dc:creator>강 대은</dc:creator>
  <cp:lastModifiedBy>ACL2022_13</cp:lastModifiedBy>
  <dcterms:modified xsi:type="dcterms:W3CDTF">2022-09-14T09:51:25.217</dcterms:modified>
  <cp:revision>102</cp:revision>
  <dc:title>PowerPoint 프레젠테이션</dc:title>
  <cp:version/>
</cp:coreProperties>
</file>