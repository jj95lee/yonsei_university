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6" r:id="rId2"/>
  </p:sldMasterIdLst>
  <p:notesMasterIdLst>
    <p:notesMasterId r:id="rId19"/>
  </p:notesMasterIdLst>
  <p:sldIdLst>
    <p:sldId id="256" r:id="rId3"/>
    <p:sldId id="257" r:id="rId4"/>
    <p:sldId id="273" r:id="rId5"/>
    <p:sldId id="274" r:id="rId6"/>
    <p:sldId id="275" r:id="rId7"/>
    <p:sldId id="277" r:id="rId8"/>
    <p:sldId id="276" r:id="rId9"/>
    <p:sldId id="278" r:id="rId10"/>
    <p:sldId id="279" r:id="rId11"/>
    <p:sldId id="280" r:id="rId12"/>
    <p:sldId id="281" r:id="rId13"/>
    <p:sldId id="284" r:id="rId14"/>
    <p:sldId id="285" r:id="rId15"/>
    <p:sldId id="282" r:id="rId16"/>
    <p:sldId id="283" r:id="rId17"/>
    <p:sldId id="286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005" autoAdjust="0"/>
  </p:normalViewPr>
  <p:slideViewPr>
    <p:cSldViewPr snapToGrid="0">
      <p:cViewPr varScale="1">
        <p:scale>
          <a:sx n="59" d="100"/>
          <a:sy n="59" d="100"/>
        </p:scale>
        <p:origin x="72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44ADC7-D137-4355-B287-E417A90F4D15}" type="datetimeFigureOut">
              <a:rPr lang="ko-KR" altLang="en-US" smtClean="0"/>
              <a:t>2022-07-21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8E8DA4-E2D7-43C2-B6C4-2E5B1B19F4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623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7330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555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46740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732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305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8E8DA4-E2D7-43C2-B6C4-2E5B1B19F4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989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B5FD6-A2DE-4563-BDD9-970544F4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51608-DD27-4795-B323-401D3C83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77F833-C2AE-4216-8871-52717469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4E6671EE-0BC6-43D9-95C1-E999911B0F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7999" y="1707834"/>
            <a:ext cx="4500000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11D38D3C-35BA-40CB-8AC0-E2A6A6D454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0" y="1707834"/>
            <a:ext cx="4448502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AA2A7109-DF7D-4EB0-AA89-8DE0E3E62A68}"/>
              </a:ext>
            </a:extLst>
          </p:cNvPr>
          <p:cNvSpPr txBox="1">
            <a:spLocks/>
          </p:cNvSpPr>
          <p:nvPr userDrawn="1"/>
        </p:nvSpPr>
        <p:spPr>
          <a:xfrm>
            <a:off x="1524000" y="1131070"/>
            <a:ext cx="9144000" cy="4778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151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86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4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75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6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8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1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0934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376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339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7502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8098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649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39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3" r:id="rId4"/>
    <p:sldLayoutId id="2147483654" r:id="rId5"/>
    <p:sldLayoutId id="2147483652" r:id="rId6"/>
    <p:sldLayoutId id="2147483655" r:id="rId7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20000"/>
            <a:lumOff val="80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0376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59" r:id="rId2"/>
    <p:sldLayoutId id="2147483664" r:id="rId3"/>
    <p:sldLayoutId id="2147483660" r:id="rId4"/>
    <p:sldLayoutId id="2147483661" r:id="rId5"/>
    <p:sldLayoutId id="2147483662" r:id="rId6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061281-C509-44A1-BEFC-745D5CF41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2022-06-03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AF18B7C-A722-4180-B839-319892AB2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A1BA78-10D5-4DF6-AFA9-7A0585279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7B5926EF-06DC-45D0-9A1C-EF661D06627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ACB1E66A-E12B-44F7-9779-5104EBBC79C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ko-KR" dirty="0"/>
              <a:t>Electrical Power System</a:t>
            </a:r>
          </a:p>
          <a:p>
            <a:pPr lvl="1"/>
            <a:r>
              <a:rPr lang="en-US" altLang="ko-KR" dirty="0"/>
              <a:t>Basic Plan</a:t>
            </a:r>
          </a:p>
          <a:p>
            <a:pPr lvl="2"/>
            <a:r>
              <a:rPr lang="en-US" altLang="ko-KR" dirty="0"/>
              <a:t>Week 1 - Channel distribution</a:t>
            </a:r>
          </a:p>
          <a:p>
            <a:pPr lvl="2"/>
            <a:r>
              <a:rPr lang="en-US" altLang="ko-KR" dirty="0"/>
              <a:t>Week 2 - Power generation</a:t>
            </a:r>
          </a:p>
          <a:p>
            <a:pPr lvl="2"/>
            <a:r>
              <a:rPr lang="en-US" altLang="ko-KR" dirty="0"/>
              <a:t>Week 3 - Calculation DOD</a:t>
            </a:r>
          </a:p>
          <a:p>
            <a:pPr lvl="2"/>
            <a:r>
              <a:rPr lang="en-US" altLang="ko-KR" dirty="0"/>
              <a:t>Week 4 – Operation Scenario  </a:t>
            </a:r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Channel Distribution (Week 1)</a:t>
            </a:r>
          </a:p>
          <a:p>
            <a:pPr lvl="2"/>
            <a:r>
              <a:rPr lang="en-US" altLang="ko-KR" dirty="0"/>
              <a:t>3.3V - 1~8, 9, 10</a:t>
            </a:r>
          </a:p>
          <a:p>
            <a:pPr lvl="2"/>
            <a:r>
              <a:rPr lang="en-US" altLang="ko-KR" dirty="0"/>
              <a:t>5.5V - 11~13, 14</a:t>
            </a:r>
          </a:p>
          <a:p>
            <a:pPr lvl="2"/>
            <a:r>
              <a:rPr lang="en-US" altLang="ko-KR" dirty="0"/>
              <a:t>V-bat - 15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Power generation (Week2)</a:t>
            </a:r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914400" lvl="2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11647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>
            <a:extLst>
              <a:ext uri="{FF2B5EF4-FFF2-40B4-BE49-F238E27FC236}">
                <a16:creationId xmlns:a16="http://schemas.microsoft.com/office/drawing/2014/main" id="{CE5C1718-E384-4D5F-9FF3-9B8C7C75A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Level 1: Electrical Power System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27F04C-E098-47E5-9375-56F94FD36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2022-06-03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9C4905-39D9-4EC3-86F5-EA249AD1A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888EE5-788F-4305-ADE4-0171F7FE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2</a:t>
            </a:fld>
            <a:endParaRPr lang="ko-KR" altLang="en-US"/>
          </a:p>
        </p:txBody>
      </p:sp>
      <p:graphicFrame>
        <p:nvGraphicFramePr>
          <p:cNvPr id="25" name="표 25">
            <a:extLst>
              <a:ext uri="{FF2B5EF4-FFF2-40B4-BE49-F238E27FC236}">
                <a16:creationId xmlns:a16="http://schemas.microsoft.com/office/drawing/2014/main" id="{6E39E8E1-BEA8-477C-BF4C-1E923AA28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264744"/>
              </p:ext>
            </p:extLst>
          </p:nvPr>
        </p:nvGraphicFramePr>
        <p:xfrm>
          <a:off x="223158" y="719666"/>
          <a:ext cx="11745684" cy="474115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4956">
                  <a:extLst>
                    <a:ext uri="{9D8B030D-6E8A-4147-A177-3AD203B41FA5}">
                      <a16:colId xmlns:a16="http://schemas.microsoft.com/office/drawing/2014/main" val="1120046527"/>
                    </a:ext>
                  </a:extLst>
                </a:gridCol>
                <a:gridCol w="6542315">
                  <a:extLst>
                    <a:ext uri="{9D8B030D-6E8A-4147-A177-3AD203B41FA5}">
                      <a16:colId xmlns:a16="http://schemas.microsoft.com/office/drawing/2014/main" val="1204944504"/>
                    </a:ext>
                  </a:extLst>
                </a:gridCol>
                <a:gridCol w="2008413">
                  <a:extLst>
                    <a:ext uri="{9D8B030D-6E8A-4147-A177-3AD203B41FA5}">
                      <a16:colId xmlns:a16="http://schemas.microsoft.com/office/drawing/2014/main" val="36062816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Level 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Level 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DAYS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1750957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r>
                        <a:rPr lang="en-US" altLang="ko-KR" dirty="0"/>
                        <a:t>Electrical Power Budget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Week1 - </a:t>
                      </a:r>
                      <a:r>
                        <a:rPr lang="en-US" altLang="ko-KR" dirty="0"/>
                        <a:t>Channel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09292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Week2 – Calculate Power generation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996673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Week3 - Calculation DOD &amp; Peak load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879134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Week4 - Operation Scenario </a:t>
                      </a: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700099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Channel Distribution</a:t>
                      </a:r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Power Generation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3.3V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41315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5V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13262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V-bat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0714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Electrical model of battery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970920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ADCS code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849493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Orientation Scenario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575322"/>
                  </a:ext>
                </a:extLst>
              </a:tr>
              <a:tr h="57547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228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9304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CA19BD-158E-588A-A4A1-F24CE107F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8E43B19-7D13-3FEC-24A4-6F8123100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C6A6631-CB0F-C7EE-EBFE-D0D34FB38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5CB426-E794-68B4-2127-742C15DFD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70744B1-7D87-3632-A2B1-55676E164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9000" y="769257"/>
            <a:ext cx="5509100" cy="5682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351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5BEF94-940F-B43C-DA04-BC990A059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8A4372-B60B-A7BF-05AA-5B97FBFA2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243740D-292D-E4E6-4B78-D65C46D41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CD9D41-F3A5-0F33-B5FE-D309A0407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AE3072B-81EC-577E-5DE2-AF64EA3AF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0644" y="779316"/>
            <a:ext cx="7261113" cy="5532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583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6DC17043-7B38-8D25-1570-4AEAB9B9A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623" y="779318"/>
            <a:ext cx="8280753" cy="555523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B5BEF94-940F-B43C-DA04-BC990A059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8A4372-B60B-A7BF-05AA-5B97FBFA2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243740D-292D-E4E6-4B78-D65C46D41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CD9D41-F3A5-0F33-B5FE-D309A0407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6591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>
            <a:extLst>
              <a:ext uri="{FF2B5EF4-FFF2-40B4-BE49-F238E27FC236}">
                <a16:creationId xmlns:a16="http://schemas.microsoft.com/office/drawing/2014/main" id="{CE5C1718-E384-4D5F-9FF3-9B8C7C75A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Level 1: Electrical Power System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27F04C-E098-47E5-9375-56F94FD36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2022-06-03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9C4905-39D9-4EC3-86F5-EA249AD1A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888EE5-788F-4305-ADE4-0171F7FE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6</a:t>
            </a:fld>
            <a:endParaRPr lang="ko-KR" altLang="en-US"/>
          </a:p>
        </p:txBody>
      </p:sp>
      <p:graphicFrame>
        <p:nvGraphicFramePr>
          <p:cNvPr id="25" name="표 25">
            <a:extLst>
              <a:ext uri="{FF2B5EF4-FFF2-40B4-BE49-F238E27FC236}">
                <a16:creationId xmlns:a16="http://schemas.microsoft.com/office/drawing/2014/main" id="{6E39E8E1-BEA8-477C-BF4C-1E923AA28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046277"/>
              </p:ext>
            </p:extLst>
          </p:nvPr>
        </p:nvGraphicFramePr>
        <p:xfrm>
          <a:off x="223158" y="719666"/>
          <a:ext cx="11745684" cy="474115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4956">
                  <a:extLst>
                    <a:ext uri="{9D8B030D-6E8A-4147-A177-3AD203B41FA5}">
                      <a16:colId xmlns:a16="http://schemas.microsoft.com/office/drawing/2014/main" val="1120046527"/>
                    </a:ext>
                  </a:extLst>
                </a:gridCol>
                <a:gridCol w="6542315">
                  <a:extLst>
                    <a:ext uri="{9D8B030D-6E8A-4147-A177-3AD203B41FA5}">
                      <a16:colId xmlns:a16="http://schemas.microsoft.com/office/drawing/2014/main" val="1204944504"/>
                    </a:ext>
                  </a:extLst>
                </a:gridCol>
                <a:gridCol w="2008413">
                  <a:extLst>
                    <a:ext uri="{9D8B030D-6E8A-4147-A177-3AD203B41FA5}">
                      <a16:colId xmlns:a16="http://schemas.microsoft.com/office/drawing/2014/main" val="36062816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Level 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Level 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DAYS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1750957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r>
                        <a:rPr lang="en-US" altLang="ko-KR" dirty="0"/>
                        <a:t>Electrical Power Budget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Week1 - </a:t>
                      </a:r>
                      <a:r>
                        <a:rPr lang="en-US" altLang="ko-KR" dirty="0"/>
                        <a:t>Channel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09292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Week2 – Calculate Power generation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996673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Week3 - Calculation DOD &amp; Peak load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879134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Week4 - Operation Scenario </a:t>
                      </a: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700099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Channel Distribution</a:t>
                      </a:r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en-US" altLang="ko-KR" dirty="0">
                          <a:solidFill>
                            <a:schemeClr val="accent1"/>
                          </a:solidFill>
                        </a:rPr>
                        <a:t>Power Generation</a:t>
                      </a: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3.3V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41315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5V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13262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V-bat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0714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Electrical model of battery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970920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ADCS code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849493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Orientation Scenario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575322"/>
                  </a:ext>
                </a:extLst>
              </a:tr>
              <a:tr h="57547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228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3104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8C42C2-AD52-245D-E766-0364B9AF4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236BD1F-8EC5-7DB8-0FBC-F2B4C5066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ADF2D62-E4AC-0F9A-CE9D-7D7A35B31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67DD961-EDD9-2E41-C666-116017814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6DAF7C8-5C85-8DFB-B3A0-1C88FC783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698" y="1683486"/>
            <a:ext cx="7220291" cy="408103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28ABCF6-65F6-5B7C-BFA4-227F06F8C6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1735" y="851655"/>
            <a:ext cx="7220291" cy="8318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9A56530-1DB2-B537-4B14-718D9B4032D9}"/>
              </a:ext>
            </a:extLst>
          </p:cNvPr>
          <p:cNvSpPr txBox="1"/>
          <p:nvPr/>
        </p:nvSpPr>
        <p:spPr>
          <a:xfrm>
            <a:off x="159202" y="6264668"/>
            <a:ext cx="108625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/>
              <a:t>Ref1. </a:t>
            </a:r>
            <a:r>
              <a:rPr lang="ko-KR" altLang="en-US" sz="1400" dirty="0" err="1"/>
              <a:t>Comparison</a:t>
            </a:r>
            <a:r>
              <a:rPr lang="ko-KR" altLang="en-US" sz="1400" dirty="0"/>
              <a:t> of </a:t>
            </a:r>
            <a:r>
              <a:rPr lang="ko-KR" altLang="en-US" sz="1400" dirty="0" err="1"/>
              <a:t>the</a:t>
            </a:r>
            <a:r>
              <a:rPr lang="ko-KR" altLang="en-US" sz="1400" dirty="0"/>
              <a:t> </a:t>
            </a:r>
            <a:r>
              <a:rPr lang="ko-KR" altLang="en-US" sz="1400" dirty="0" err="1"/>
              <a:t>Incident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Solar</a:t>
            </a:r>
            <a:r>
              <a:rPr lang="ko-KR" altLang="en-US" sz="1400" dirty="0"/>
              <a:t> Energy and </a:t>
            </a:r>
            <a:r>
              <a:rPr lang="ko-KR" altLang="en-US" sz="1400" dirty="0" err="1"/>
              <a:t>Battery</a:t>
            </a:r>
            <a:r>
              <a:rPr lang="ko-KR" altLang="en-US" sz="1400" dirty="0"/>
              <a:t> </a:t>
            </a:r>
            <a:r>
              <a:rPr lang="ko-KR" altLang="en-US" sz="1400" dirty="0" err="1"/>
              <a:t>Storage</a:t>
            </a:r>
            <a:r>
              <a:rPr lang="ko-KR" altLang="en-US" sz="1400" dirty="0"/>
              <a:t> </a:t>
            </a:r>
            <a:r>
              <a:rPr lang="ko-KR" altLang="en-US" sz="1400" dirty="0" err="1"/>
              <a:t>in</a:t>
            </a:r>
            <a:r>
              <a:rPr lang="ko-KR" altLang="en-US" sz="1400" dirty="0"/>
              <a:t> </a:t>
            </a:r>
            <a:r>
              <a:rPr lang="ko-KR" altLang="en-US" sz="1400" dirty="0" err="1"/>
              <a:t>a</a:t>
            </a:r>
            <a:r>
              <a:rPr lang="ko-KR" altLang="en-US" sz="1400" dirty="0"/>
              <a:t> 3U </a:t>
            </a:r>
            <a:r>
              <a:rPr lang="ko-KR" altLang="en-US" sz="1400" dirty="0" err="1"/>
              <a:t>CubeSat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Satellite</a:t>
            </a:r>
            <a:r>
              <a:rPr lang="ko-KR" altLang="en-US" sz="1400" dirty="0"/>
              <a:t> </a:t>
            </a:r>
            <a:r>
              <a:rPr lang="ko-KR" altLang="en-US" sz="1400" dirty="0" err="1"/>
              <a:t>for</a:t>
            </a:r>
            <a:r>
              <a:rPr lang="ko-KR" altLang="en-US" sz="1400" dirty="0"/>
              <a:t> </a:t>
            </a:r>
            <a:r>
              <a:rPr lang="ko-KR" altLang="en-US" sz="1400" dirty="0" err="1"/>
              <a:t>Different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Orientation</a:t>
            </a:r>
            <a:r>
              <a:rPr lang="ko-KR" altLang="en-US" sz="1400" dirty="0"/>
              <a:t> </a:t>
            </a:r>
            <a:r>
              <a:rPr lang="ko-KR" altLang="en-US" sz="1400" dirty="0" err="1"/>
              <a:t>Scenarios</a:t>
            </a:r>
            <a:endParaRPr lang="en-US" altLang="ko-KR" sz="1400" dirty="0"/>
          </a:p>
          <a:p>
            <a:pPr algn="just"/>
            <a:r>
              <a:rPr lang="en-US" altLang="ko-KR" sz="1400" dirty="0"/>
              <a:t>                                                                                                                                      </a:t>
            </a:r>
            <a:r>
              <a:rPr lang="ko-KR" altLang="en-US" sz="1400" dirty="0"/>
              <a:t> (</a:t>
            </a:r>
            <a:r>
              <a:rPr lang="ko-KR" altLang="en-US" sz="1400" dirty="0" err="1"/>
              <a:t>Sancchez-Sanjuan</a:t>
            </a:r>
            <a:r>
              <a:rPr lang="ko-KR" altLang="en-US" sz="1400" dirty="0"/>
              <a:t>, 2016)</a:t>
            </a:r>
          </a:p>
        </p:txBody>
      </p:sp>
    </p:spTree>
    <p:extLst>
      <p:ext uri="{BB962C8B-B14F-4D97-AF65-F5344CB8AC3E}">
        <p14:creationId xmlns:p14="http://schemas.microsoft.com/office/powerpoint/2010/main" val="4134416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BD43F0-BD84-02D7-BEBE-4427B1722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336125C-9ED1-90A7-F86C-2F9CD9FAA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E242FAC-C59C-5B81-B28B-4EF5E327A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F106719-C99E-C4BA-3EBF-A4E8D1740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41CDF59-D6DF-6591-D563-8053906D4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1676400"/>
            <a:ext cx="5972175" cy="35052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E14223F-1292-5CBF-9465-C8217DE99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19150"/>
            <a:ext cx="5981700" cy="29337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C73B52C-65CF-07A4-97AF-FCEE49DCE8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7296" y="3813403"/>
            <a:ext cx="5972175" cy="2200275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D30D0F5-5E17-6B82-E653-E65EFC777B64}"/>
              </a:ext>
            </a:extLst>
          </p:cNvPr>
          <p:cNvCxnSpPr>
            <a:cxnSpLocks/>
          </p:cNvCxnSpPr>
          <p:nvPr/>
        </p:nvCxnSpPr>
        <p:spPr>
          <a:xfrm flipV="1">
            <a:off x="6043242" y="2545773"/>
            <a:ext cx="104836" cy="353291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77BAA09-7B90-A72A-0B5E-AC568F5BD3EE}"/>
              </a:ext>
            </a:extLst>
          </p:cNvPr>
          <p:cNvCxnSpPr>
            <a:cxnSpLocks/>
          </p:cNvCxnSpPr>
          <p:nvPr/>
        </p:nvCxnSpPr>
        <p:spPr>
          <a:xfrm>
            <a:off x="6032851" y="4312227"/>
            <a:ext cx="125618" cy="309996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1415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B41A175D-3591-1D7C-36F7-92269150D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506" y="2583315"/>
            <a:ext cx="10272987" cy="169136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31E5B01-E6AE-A688-DAE4-8FFD254ED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0BFA479-0529-B2B3-3871-B89F0C190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5F04C7A-1586-1AE2-1514-9F30925E4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F790FD1-E37F-5BFB-29EB-B7816E451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766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DCBD5B-C7CA-D40A-2E5F-BD2021891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31D962B-E807-04E5-2271-70B5B30F5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FE5B462-C3AC-A708-D6A5-14D4838A6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254F00E-59CD-DF21-3FAE-EBE221F2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E95002A-3D86-0DF1-E64D-0BFD4EDB4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6022" y="727982"/>
            <a:ext cx="4437366" cy="5852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648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C29732-2203-D0E2-2B87-1B42F788B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851DEA4-459D-1274-AB82-2B6BCB1EC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1BD4253-5906-43F0-4CCA-47F93BC79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F1C4FEA-3BFC-C58F-B9D1-27DB8F7A0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A91C52F-517F-39AF-D14B-9DBFBA210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726" y="614616"/>
            <a:ext cx="7341203" cy="6243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336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BBC33E-C7FC-8E83-2F22-27C3983AE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8FE898B-A0AA-CCC4-1B81-54B86322E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1F1492-FD08-287F-172F-0D2E6C0E8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5AE80EF-98A3-5CF4-C04B-99F66B69C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E10ED6F-A786-CFBA-9D73-9511FBAF2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726" y="1658684"/>
            <a:ext cx="7606765" cy="42515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3276ADC-05FD-70AD-B37A-F90D8AD23597}"/>
              </a:ext>
            </a:extLst>
          </p:cNvPr>
          <p:cNvSpPr txBox="1"/>
          <p:nvPr/>
        </p:nvSpPr>
        <p:spPr>
          <a:xfrm>
            <a:off x="5963108" y="1289352"/>
            <a:ext cx="6125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3597s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2CED7E-1F98-CE4E-C948-CFEB53BCC7AC}"/>
              </a:ext>
            </a:extLst>
          </p:cNvPr>
          <p:cNvSpPr txBox="1"/>
          <p:nvPr/>
        </p:nvSpPr>
        <p:spPr>
          <a:xfrm>
            <a:off x="1398036" y="3270535"/>
            <a:ext cx="6125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2080s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9682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025704-804A-A6FC-E946-6F4FD629B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F6A2AE2-9EBC-549C-6765-000D14C1D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B24475-E681-AA9B-5229-F35B775C5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FE072D-2522-159A-CBD5-A0CC33680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CA8537F-65A2-7CE2-C236-82C489FF0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74" y="1080407"/>
            <a:ext cx="3743325" cy="52197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B2109FB-BA7D-DCF8-E728-4B693A097840}"/>
              </a:ext>
            </a:extLst>
          </p:cNvPr>
          <p:cNvSpPr txBox="1"/>
          <p:nvPr/>
        </p:nvSpPr>
        <p:spPr>
          <a:xfrm>
            <a:off x="5412390" y="3505591"/>
            <a:ext cx="6125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Sun stage – Sun pointing 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441450-7E3E-BBCB-C4A5-596B1E5AA7D0}"/>
              </a:ext>
            </a:extLst>
          </p:cNvPr>
          <p:cNvSpPr txBox="1"/>
          <p:nvPr/>
        </p:nvSpPr>
        <p:spPr>
          <a:xfrm>
            <a:off x="5412390" y="5239780"/>
            <a:ext cx="6125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Eclipse stage - Nadir pointing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49562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90215D-F59E-1E21-4E6D-41BAD4A98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E0FADF-36CB-AB80-E8E3-A17A7D98B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383FBA3-4F3B-DCAE-EBF7-7D42E733C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14D5E3-F11C-6218-BF71-44176AD20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EA0BB4B-89E4-DAB4-B406-B2ED28CDB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726" y="810305"/>
            <a:ext cx="7858125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344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C8B807-4A3F-B0E2-75EF-11958CFEC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D7F45A8-5E83-432D-D451-6D9F131D2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8E4E3F1-64DD-0CD8-F24A-D6037B749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37590D8-7A02-980A-71E4-9D379DDC8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A3241C2-62DE-49ED-F9BC-3761E06B5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160" y="1166131"/>
            <a:ext cx="9915679" cy="526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232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BC3392-D11E-E881-796D-73BB7ECA8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9218795-010B-240F-5BBF-A8E521B75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DA300F-B108-FE34-B1FB-47BB26390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0C675BA-131A-33A7-D5A8-B1A9C50F9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717EFE8-7075-6300-07C6-29ACE1F50A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74" y="1138236"/>
            <a:ext cx="3810000" cy="553402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FE9279E-2FDA-F300-0B1C-2101363F1F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2379" y="1081085"/>
            <a:ext cx="3771900" cy="564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529614"/>
      </p:ext>
    </p:extLst>
  </p:cSld>
  <p:clrMapOvr>
    <a:masterClrMapping/>
  </p:clrMapOvr>
</p:sld>
</file>

<file path=ppt/theme/theme1.xml><?xml version="1.0" encoding="utf-8"?>
<a:theme xmlns:a="http://schemas.openxmlformats.org/drawingml/2006/main" name="Normal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igh_Priority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1556</TotalTime>
  <Words>253</Words>
  <Application>Microsoft Office PowerPoint</Application>
  <PresentationFormat>와이드스크린</PresentationFormat>
  <Paragraphs>127</Paragraphs>
  <Slides>16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맑은 고딕</vt:lpstr>
      <vt:lpstr>Arial</vt:lpstr>
      <vt:lpstr>Normal</vt:lpstr>
      <vt:lpstr>High_Priority</vt:lpstr>
      <vt:lpstr>PowerPoint 프레젠테이션</vt:lpstr>
      <vt:lpstr>Level 1: Electrical Power System</vt:lpstr>
      <vt:lpstr>PowerPoint 프레젠테이션</vt:lpstr>
      <vt:lpstr>PowerPoint 프레젠테이션</vt:lpstr>
      <vt:lpstr>PowerPoint 프레젠테이션</vt:lpstr>
      <vt:lpstr>Level 1: Electrical Power System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 대은</dc:creator>
  <cp:lastModifiedBy>이진진</cp:lastModifiedBy>
  <cp:revision>44</cp:revision>
  <dcterms:created xsi:type="dcterms:W3CDTF">2021-06-14T06:44:23Z</dcterms:created>
  <dcterms:modified xsi:type="dcterms:W3CDTF">2022-07-20T20:00:45Z</dcterms:modified>
</cp:coreProperties>
</file>