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6"/>
  </p:notesMasterIdLst>
  <p:sldIdLst>
    <p:sldId id="256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2022-05-20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ESP Power Budget analysis</a:t>
            </a:r>
          </a:p>
          <a:p>
            <a:pPr lvl="1"/>
            <a:r>
              <a:rPr lang="en-US" altLang="ko-KR" dirty="0"/>
              <a:t>Vision-EPS-Power Budget</a:t>
            </a:r>
          </a:p>
          <a:p>
            <a:pPr lvl="2"/>
            <a:r>
              <a:rPr lang="en-US" altLang="ko-KR" dirty="0"/>
              <a:t>Power Consumption</a:t>
            </a:r>
          </a:p>
          <a:p>
            <a:pPr lvl="2"/>
            <a:r>
              <a:rPr lang="en-US" altLang="ko-KR" dirty="0"/>
              <a:t>Constant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Power analysis - Hybrid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Task Name1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86734"/>
              </p:ext>
            </p:extLst>
          </p:nvPr>
        </p:nvGraphicFramePr>
        <p:xfrm>
          <a:off x="223158" y="719666"/>
          <a:ext cx="11745684" cy="3337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Task Name A (1/3)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Task name 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Task name b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Task name c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Task Name B (3/5)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Task name 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Task name 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Task name 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Task name 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Task name 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3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5604644-92E4-C992-43A2-2BA170775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81444A4-053C-61E9-835A-F28EF9ED7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8A0AFD7-572D-C6D9-C970-8C784D34E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BD2683B-072D-77A8-BD86-3E95BE339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DE3FFBA-55A6-B0FA-CEDC-A755EC03F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9342BB9-3FB7-22B3-7E48-5A94D4F9B1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832891"/>
            <a:ext cx="12192000" cy="519221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EA918D3-D00E-CE0D-44FE-60BA70638C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832890"/>
            <a:ext cx="12192000" cy="519221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3C04D63-B920-7075-D22D-0F3512936F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32890"/>
            <a:ext cx="12192000" cy="519221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1C8B07A-B4DC-B9BB-63AC-DC096F5B73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832889"/>
            <a:ext cx="12192000" cy="519221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9AA9D8B-E412-C611-F7CE-FA82FC9A0C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F28CB57-6DF3-BBAC-7CC0-5FBA30FFB2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82A0E73-9490-D12A-73C1-1F919ED9D64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EC76BA0-8469-E67F-4B13-134395B49C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1282350-B837-3DE9-9527-12418C2DD9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1944E3B-9244-77CD-36E7-676FEBBC5B5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45" y="23263"/>
            <a:ext cx="5629275" cy="809625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C3B7F6F4-2E4D-74DC-F1B8-D0D54C7DF8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1DC1322-041F-2D10-D8AE-2C0ACA73EC2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9E99952-0151-D6B8-D8C7-C2E7BF26440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832892"/>
            <a:ext cx="12192000" cy="519221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210EEBC-1CFA-5C4A-F5DF-3785F26D484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23262"/>
            <a:ext cx="12192000" cy="809624"/>
          </a:xfrm>
          <a:prstGeom prst="rect">
            <a:avLst/>
          </a:prstGeom>
        </p:spPr>
      </p:pic>
      <p:pic>
        <p:nvPicPr>
          <p:cNvPr id="1030" name="Picture 6" descr="Beta angle - Wikipedia">
            <a:extLst>
              <a:ext uri="{FF2B5EF4-FFF2-40B4-BE49-F238E27FC236}">
                <a16:creationId xmlns:a16="http://schemas.microsoft.com/office/drawing/2014/main" id="{3DFA0450-F589-370D-90AD-AF152EE2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796" y="4640255"/>
            <a:ext cx="3223334" cy="163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66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73</Words>
  <Application>Microsoft Office PowerPoint</Application>
  <PresentationFormat>와이드스크린</PresentationFormat>
  <Paragraphs>38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Normal</vt:lpstr>
      <vt:lpstr>High_Priority</vt:lpstr>
      <vt:lpstr>PowerPoint 프레젠테이션</vt:lpstr>
      <vt:lpstr>Level 1: Task Name1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36</cp:revision>
  <dcterms:created xsi:type="dcterms:W3CDTF">2021-06-14T06:44:23Z</dcterms:created>
  <dcterms:modified xsi:type="dcterms:W3CDTF">2022-05-20T08:11:54Z</dcterms:modified>
</cp:coreProperties>
</file>