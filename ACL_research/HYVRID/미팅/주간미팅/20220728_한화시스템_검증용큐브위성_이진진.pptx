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4"/>
  </p:notesMasterIdLst>
  <p:sldIdLst>
    <p:sldId id="256" r:id="rId3"/>
    <p:sldId id="277" r:id="rId4"/>
    <p:sldId id="284" r:id="rId5"/>
    <p:sldId id="285" r:id="rId6"/>
    <p:sldId id="287" r:id="rId7"/>
    <p:sldId id="288" r:id="rId8"/>
    <p:sldId id="290" r:id="rId9"/>
    <p:sldId id="291" r:id="rId10"/>
    <p:sldId id="292" r:id="rId11"/>
    <p:sldId id="286" r:id="rId12"/>
    <p:sldId id="28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5" autoAdjust="0"/>
  </p:normalViewPr>
  <p:slideViewPr>
    <p:cSldViewPr snapToGrid="0">
      <p:cViewPr varScale="1">
        <p:scale>
          <a:sx n="64" d="100"/>
          <a:sy n="64" d="100"/>
        </p:scale>
        <p:origin x="7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98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28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 (Week 2)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BC33E-C7FC-8E83-2F22-27C3983A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FE898B-A0AA-CCC4-1B81-54B86322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F1492-FD08-287F-172F-0D2E6C0E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E80EF-98A3-5CF4-C04B-99F66B69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10ED6F-A786-CFBA-9D73-9511FBAF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26" y="1658684"/>
            <a:ext cx="7606765" cy="4251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276ADC-05FD-70AD-B37A-F90D8AD23597}"/>
              </a:ext>
            </a:extLst>
          </p:cNvPr>
          <p:cNvSpPr txBox="1"/>
          <p:nvPr/>
        </p:nvSpPr>
        <p:spPr>
          <a:xfrm>
            <a:off x="5963108" y="1289352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3597s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CED7E-1F98-CE4E-C948-CFEB53BCC7AC}"/>
              </a:ext>
            </a:extLst>
          </p:cNvPr>
          <p:cNvSpPr txBox="1"/>
          <p:nvPr/>
        </p:nvSpPr>
        <p:spPr>
          <a:xfrm>
            <a:off x="1398036" y="3270535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2080s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68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25704-804A-A6FC-E946-6F4FD629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6A2AE2-9EBC-549C-6765-000D14C1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B24475-E681-AA9B-5229-F35B775C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E072D-2522-159A-CBD5-A0CC3368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A8537F-65A2-7CE2-C236-82C489FF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74" y="1080407"/>
            <a:ext cx="3743325" cy="521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2109FB-BA7D-DCF8-E728-4B693A097840}"/>
              </a:ext>
            </a:extLst>
          </p:cNvPr>
          <p:cNvSpPr txBox="1"/>
          <p:nvPr/>
        </p:nvSpPr>
        <p:spPr>
          <a:xfrm>
            <a:off x="5412390" y="3505591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Sunside</a:t>
            </a:r>
            <a:r>
              <a:rPr lang="en-US" altLang="ko-KR" dirty="0"/>
              <a:t>– Sun pointing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41450-7E3E-BBCB-C4A5-596B1E5AA7D0}"/>
              </a:ext>
            </a:extLst>
          </p:cNvPr>
          <p:cNvSpPr txBox="1"/>
          <p:nvPr/>
        </p:nvSpPr>
        <p:spPr>
          <a:xfrm>
            <a:off x="5412390" y="5239780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Eclipse - Nadir pointing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95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D2529-BBA4-0BE6-47F7-67BCDA8D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BD6A27-7B22-DB22-C2F3-EA596846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BF69D7-8733-D937-9F32-1061FA07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A813EF-DB50-3E39-AD2B-D4FB6856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1F5E03-99C5-2BB5-38C0-DD470C07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687" y="566527"/>
            <a:ext cx="6798625" cy="60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0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11FB-C3CD-1C5F-B184-E781C764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B13C2B-8F8F-5788-5C81-7BFDD4D4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34626E-9F44-6B61-8F1D-A1FF1B40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02F2E1-34F8-0174-4D58-BCF8A3B3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483949-946F-4FBC-3D1F-83B112368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40" y="892382"/>
            <a:ext cx="4667250" cy="5753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EFF44-ABE4-36A6-6A5E-053FDBC01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186" y="2767878"/>
            <a:ext cx="4684477" cy="91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4934D-E6A8-E9EA-4A76-E62BD3BF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4E936B-3A10-8F9C-E649-37701462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907CD-4CC8-E38B-C4A0-7871DB55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D6D4E3-8E8F-C26C-5FD5-D0F0AF90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E9F177-9FA7-11AC-E1E4-1B2C6092D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85" y="824458"/>
            <a:ext cx="7494321" cy="590034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7C79935-E00F-7ECA-40E4-7713D9847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588" y="814932"/>
            <a:ext cx="1047750" cy="46005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1DC6B95-0574-99EB-6178-7F737E0BE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172" y="824458"/>
            <a:ext cx="10668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3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784CC-9B66-F6BF-EC21-CF864407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7ABCD3-AEBB-8E1E-489B-8C8D1384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0B0303-1FC0-0621-0706-070B0912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DE8BB4-C8D6-60AE-25C1-ACB6211F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788AEA-A7A8-79B6-A314-420DA353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10" y="749508"/>
            <a:ext cx="3565417" cy="610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0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9BF1F65-3B02-FA2D-D70B-40F70601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237" y="1708793"/>
            <a:ext cx="5295900" cy="44577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7A0F991-4652-77C1-59B0-F45382B1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DE0EA2-1369-03D3-6DD7-8EFF7D45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F21440-1291-3097-0AB0-08B8B0BC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8F69E2-2710-8FAC-A63C-FEBDD10F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86C58-E5BA-E2A5-810D-AD835000CCD0}"/>
              </a:ext>
            </a:extLst>
          </p:cNvPr>
          <p:cNvSpPr txBox="1"/>
          <p:nvPr/>
        </p:nvSpPr>
        <p:spPr>
          <a:xfrm>
            <a:off x="3677517" y="901040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Duration time at Sun-pointing mode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059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7A312-B0C9-E4E3-B0D2-1DE6D2E8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988FB9-3CBF-C81B-9249-8C86A073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B78D3C-D9C9-E66D-4CE5-2C00F465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2E6249-B86C-405A-506D-0A863E62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87012A-9B9A-406D-814D-D86468F8D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40" y="989640"/>
            <a:ext cx="7797981" cy="530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BC9F2-EEF0-1141-E2D1-AF09A69E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055A02-0EA5-448D-5085-BE463C81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01FA49-0DB5-F7EF-1623-49BC3031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62D224-8CCA-25BF-510C-E2F92DB4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B8075C2-4C17-2BEB-A739-FF31F59F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51" y="1037793"/>
            <a:ext cx="8934991" cy="53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10760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</TotalTime>
  <Words>137</Words>
  <Application>Microsoft Office PowerPoint</Application>
  <PresentationFormat>와이드스크린</PresentationFormat>
  <Paragraphs>77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Normal</vt:lpstr>
      <vt:lpstr>High_Priority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46</cp:revision>
  <dcterms:created xsi:type="dcterms:W3CDTF">2021-06-14T06:44:23Z</dcterms:created>
  <dcterms:modified xsi:type="dcterms:W3CDTF">2022-07-28T06:43:09Z</dcterms:modified>
</cp:coreProperties>
</file>