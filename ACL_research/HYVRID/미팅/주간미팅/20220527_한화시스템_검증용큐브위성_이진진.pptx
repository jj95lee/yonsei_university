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2"/>
  </p:notesMasterIdLst>
  <p:sldIdLst>
    <p:sldId id="256" r:id="rId3"/>
    <p:sldId id="257" r:id="rId4"/>
    <p:sldId id="260" r:id="rId5"/>
    <p:sldId id="261" r:id="rId6"/>
    <p:sldId id="262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2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2022-05-27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Budget</a:t>
            </a:r>
          </a:p>
          <a:p>
            <a:pPr lvl="1"/>
            <a:r>
              <a:rPr lang="en-US" altLang="ko-KR" dirty="0"/>
              <a:t>COTS selection criteria</a:t>
            </a:r>
          </a:p>
          <a:p>
            <a:pPr lvl="2"/>
            <a:r>
              <a:rPr lang="en-US" altLang="ko-KR" dirty="0"/>
              <a:t>Solar cell</a:t>
            </a:r>
          </a:p>
          <a:p>
            <a:pPr lvl="2"/>
            <a:r>
              <a:rPr lang="en-US" altLang="ko-KR" dirty="0"/>
              <a:t>PCDU</a:t>
            </a:r>
          </a:p>
          <a:p>
            <a:pPr lvl="2"/>
            <a:r>
              <a:rPr lang="en-US" altLang="ko-KR" dirty="0"/>
              <a:t>Capacity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EPS budget analysis</a:t>
            </a:r>
          </a:p>
          <a:p>
            <a:pPr lvl="2"/>
            <a:r>
              <a:rPr lang="en-US" altLang="ko-KR" dirty="0"/>
              <a:t>Case</a:t>
            </a:r>
            <a:r>
              <a:rPr lang="ko-KR" altLang="en-US" dirty="0"/>
              <a:t> </a:t>
            </a:r>
            <a:r>
              <a:rPr lang="en-US" altLang="ko-KR" dirty="0"/>
              <a:t>LTAN10,</a:t>
            </a:r>
            <a:r>
              <a:rPr lang="ko-KR" altLang="en-US" dirty="0"/>
              <a:t> </a:t>
            </a:r>
            <a:r>
              <a:rPr lang="en-US" altLang="ko-KR" dirty="0"/>
              <a:t>22,</a:t>
            </a:r>
            <a:r>
              <a:rPr lang="ko-KR" altLang="en-US" dirty="0"/>
              <a:t> </a:t>
            </a:r>
            <a:r>
              <a:rPr lang="en-US" altLang="ko-KR" dirty="0"/>
              <a:t>12,</a:t>
            </a:r>
            <a:r>
              <a:rPr lang="ko-KR" altLang="en-US" dirty="0"/>
              <a:t> </a:t>
            </a:r>
            <a:r>
              <a:rPr lang="en-US" altLang="ko-KR" dirty="0"/>
              <a:t>24</a:t>
            </a:r>
          </a:p>
          <a:p>
            <a:pPr lvl="2"/>
            <a:r>
              <a:rPr lang="en-US" altLang="ko-KR" dirty="0"/>
              <a:t>Mean Power Generation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Task Name1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2022-05-27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963036"/>
              </p:ext>
            </p:extLst>
          </p:nvPr>
        </p:nvGraphicFramePr>
        <p:xfrm>
          <a:off x="223158" y="719666"/>
          <a:ext cx="11745684" cy="3332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Cost Selection Criteria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Solar Cell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PCDU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Battery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EPS Budget Analysis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LTAN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Mean Power Generation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4032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COTS Selection Criteria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MIMAN EPS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태양전지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PCDU,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배터리로 구성되어 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 기준에 따라 하드웨어를 선정했다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  Solar Cell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07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우리는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EOL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효율성과 그 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Heritage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바탕으로 태양전지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COTS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선정했다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1  EOL Efficiency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태양전지의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EOL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효율은 높아야 하며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BOL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효율성과 큰 차이가 없어야 한다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2  Heritage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다른 우주 미션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(CubeSat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미션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또는 선행 미션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(CANYVAL X&amp;C)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대한 사용 이력이 있어야 한다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33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957852" cy="3512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COTS Selection Criteria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MIMAN EPS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태양전지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PCDU,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배터리로 구성되어 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 기준에 따라 하드웨어를 선정했다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  PCDU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우리는 그 하드웨어가 다른 서브시스템의 전기적 요건에 맞게 전력을 공급할 수 있는지 여부에 기초하여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PCDU COTS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선택했다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1  PCM &amp; PDM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서브 시스템의 전기 장치에 적합한 전압 및 전류를 공급해야 함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4051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COTS Selection Criteria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MIMAN EPS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태양전지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PCDU,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배터리로 구성되어 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 기준에 따라 하드웨어를 선정했다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  Battery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용량과 배터리 전압을 기준으로 배터리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COTS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선택했다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1  Capacity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배터리의 용량은 미션 요구 조건에 만족해야 한다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algn="just" fontAlgn="base" latinLnBrk="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2  Battery Voltage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셀 구성이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EPS </a:t>
            </a:r>
            <a:r>
              <a:rPr lang="ko-KR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작동에 적합해야 함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47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472C34-A671-B4AB-A24F-388B3941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278"/>
            <a:ext cx="12192000" cy="41954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4DBD48-38DA-CDF0-25F3-145A6627C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1278"/>
            <a:ext cx="12192000" cy="41954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19F133-2E48-BDA5-3AA7-1B8B516F9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1278"/>
            <a:ext cx="12192000" cy="41954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A4DE5DE-30B6-4F21-888A-D212FD1B0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31278"/>
            <a:ext cx="12192000" cy="41954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E2B4DC-3930-0E2D-560D-0358CF6C95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31278"/>
            <a:ext cx="12192000" cy="41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6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29A2DD-6DA4-BFDF-8036-3B500167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2" y="1902330"/>
            <a:ext cx="5705678" cy="30533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22429B-D9B8-E9D7-79CD-E91DC48C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935" y="0"/>
            <a:ext cx="4263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10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52D0CB-32D8-82E8-99AC-64EB0C3B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46" y="399828"/>
            <a:ext cx="8176846" cy="605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8274675-1F51-7C60-E1F8-CD54D77D9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001223"/>
            <a:ext cx="798195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84544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264</Words>
  <Application>Microsoft Office PowerPoint</Application>
  <PresentationFormat>와이드스크린</PresentationFormat>
  <Paragraphs>70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Normal</vt:lpstr>
      <vt:lpstr>High_Priority</vt:lpstr>
      <vt:lpstr>PowerPoint 프레젠테이션</vt:lpstr>
      <vt:lpstr>Level 1: Task Name1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38</cp:revision>
  <dcterms:created xsi:type="dcterms:W3CDTF">2021-06-14T06:44:23Z</dcterms:created>
  <dcterms:modified xsi:type="dcterms:W3CDTF">2022-05-27T07:39:45Z</dcterms:modified>
</cp:coreProperties>
</file>