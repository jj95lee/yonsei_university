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20"/>
  </p:notesMasterIdLst>
  <p:sldIdLst>
    <p:sldId id="256" r:id="rId2"/>
    <p:sldId id="257" r:id="rId3"/>
    <p:sldId id="320" r:id="rId4"/>
    <p:sldId id="318" r:id="rId5"/>
    <p:sldId id="323" r:id="rId6"/>
    <p:sldId id="288" r:id="rId7"/>
    <p:sldId id="326" r:id="rId8"/>
    <p:sldId id="327" r:id="rId9"/>
    <p:sldId id="328" r:id="rId10"/>
    <p:sldId id="329" r:id="rId11"/>
    <p:sldId id="276" r:id="rId12"/>
    <p:sldId id="324" r:id="rId13"/>
    <p:sldId id="330" r:id="rId14"/>
    <p:sldId id="282" r:id="rId15"/>
    <p:sldId id="325" r:id="rId16"/>
    <p:sldId id="289" r:id="rId17"/>
    <p:sldId id="292" r:id="rId18"/>
    <p:sldId id="33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44" autoAdjust="0"/>
  </p:normalViewPr>
  <p:slideViewPr>
    <p:cSldViewPr snapToGrid="0">
      <p:cViewPr varScale="1">
        <p:scale>
          <a:sx n="61" d="100"/>
          <a:sy n="61" d="100"/>
        </p:scale>
        <p:origin x="96" y="552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381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988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67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0679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6176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255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9463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2887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1796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0684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109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361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2688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6605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484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2022-11-15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PDR (2022.11.30)</a:t>
            </a:r>
          </a:p>
          <a:p>
            <a:pPr lvl="1">
              <a:defRPr/>
            </a:pPr>
            <a:r>
              <a:rPr lang="en-US" altLang="ko-KR" dirty="0"/>
              <a:t>Power generation </a:t>
            </a:r>
          </a:p>
          <a:p>
            <a:pPr lvl="2">
              <a:defRPr/>
            </a:pPr>
            <a:r>
              <a:rPr lang="en-US" altLang="ko-KR" dirty="0"/>
              <a:t>Commissioning Power Budget</a:t>
            </a:r>
          </a:p>
          <a:p>
            <a:pPr lvl="2">
              <a:defRPr/>
            </a:pPr>
            <a:r>
              <a:rPr lang="en-US" altLang="ko-KR" dirty="0"/>
              <a:t>Check Channel distribution</a:t>
            </a:r>
          </a:p>
          <a:p>
            <a:pPr lvl="2">
              <a:defRPr/>
            </a:pPr>
            <a:r>
              <a:rPr lang="en-US" altLang="ko-KR" dirty="0"/>
              <a:t>Define Efficiency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1">
              <a:defRPr/>
            </a:pPr>
            <a:r>
              <a:rPr lang="en-US" altLang="ko-KR" dirty="0"/>
              <a:t>Basic Plan</a:t>
            </a:r>
          </a:p>
          <a:p>
            <a:pPr lvl="2">
              <a:defRPr/>
            </a:pPr>
            <a:r>
              <a:rPr lang="en-US" altLang="ko-KR" strike="sngStrike" dirty="0"/>
              <a:t>1 - Channel distribution</a:t>
            </a:r>
          </a:p>
          <a:p>
            <a:pPr lvl="2">
              <a:defRPr/>
            </a:pPr>
            <a:r>
              <a:rPr lang="en-US" altLang="ko-KR" strike="sngStrike" dirty="0"/>
              <a:t>2 - Power generation</a:t>
            </a:r>
          </a:p>
          <a:p>
            <a:pPr lvl="2">
              <a:defRPr/>
            </a:pPr>
            <a:r>
              <a:rPr lang="en-US" altLang="ko-KR" strike="sngStrike" dirty="0"/>
              <a:t>3 - Calculation DOD</a:t>
            </a:r>
          </a:p>
          <a:p>
            <a:pPr lvl="2">
              <a:defRPr/>
            </a:pPr>
            <a:r>
              <a:rPr lang="en-US" altLang="ko-KR" dirty="0"/>
              <a:t>4 – Operation Scenario  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282729"/>
              </p:ext>
            </p:extLst>
          </p:nvPr>
        </p:nvGraphicFramePr>
        <p:xfrm>
          <a:off x="223158" y="719666"/>
          <a:ext cx="11748949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trike="sngStrike" dirty="0">
                          <a:solidFill>
                            <a:schemeClr val="tx1"/>
                          </a:solidFill>
                        </a:rPr>
                        <a:t>1 - </a:t>
                      </a:r>
                      <a:r>
                        <a:rPr lang="en-US" altLang="ko-KR" strike="sngStrike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trike="sngStrike" dirty="0"/>
                        <a:t>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trike="sngStrike" dirty="0"/>
                        <a:t>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/>
                        <a:t>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Commissioning Power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Check Channel distribution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           Define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 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2022-11-02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진행 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931716"/>
              </p:ext>
            </p:extLst>
          </p:nvPr>
        </p:nvGraphicFramePr>
        <p:xfrm>
          <a:off x="322216" y="1524834"/>
          <a:ext cx="11570168" cy="4947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420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8649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17301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509765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846385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376624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77591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통신 시간간격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시운전 </a:t>
                      </a:r>
                      <a:r>
                        <a:rPr lang="en-US" altLang="ko-KR" sz="1200" b="0" strike="sngStrike" dirty="0">
                          <a:solidFill>
                            <a:schemeClr val="tx1"/>
                          </a:solidFill>
                        </a:rPr>
                        <a:t>Power Budget </a:t>
                      </a: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표 완성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전력효율에 관한 </a:t>
                      </a:r>
                      <a:endParaRPr lang="en-US" altLang="ko-KR" sz="1200" b="0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참고문헌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전력효율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 발표자료 작성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accent1"/>
                          </a:solidFill>
                        </a:rPr>
                        <a:t>15</a:t>
                      </a:r>
                      <a:endParaRPr lang="ko-KR" altLang="en-US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채널 별 </a:t>
                      </a:r>
                      <a:r>
                        <a:rPr lang="en-US" altLang="ko-KR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On/off </a:t>
                      </a:r>
                    </a:p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학습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각 채널 별 </a:t>
                      </a:r>
                      <a:r>
                        <a:rPr lang="en-US" altLang="ko-KR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On/off </a:t>
                      </a:r>
                    </a:p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시스템 학습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Simulink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DOD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추가로 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WBS, REQ 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WBS, REQ </a:t>
                      </a:r>
                      <a:r>
                        <a:rPr lang="ko-KR" altLang="en-US" sz="1200" dirty="0"/>
                        <a:t>검토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주차 발표자료 작성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25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PPT </a:t>
                      </a:r>
                      <a:r>
                        <a:rPr lang="ko-KR" altLang="en-US" sz="1400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PDR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36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 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2022-11-02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진행 계획 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9A0BE7-8E08-F314-9D6C-A9FB08D2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74157"/>
              </p:ext>
            </p:extLst>
          </p:nvPr>
        </p:nvGraphicFramePr>
        <p:xfrm>
          <a:off x="1300228" y="1397902"/>
          <a:ext cx="9899813" cy="437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682">
                  <a:extLst>
                    <a:ext uri="{9D8B030D-6E8A-4147-A177-3AD203B41FA5}">
                      <a16:colId xmlns:a16="http://schemas.microsoft.com/office/drawing/2014/main" val="963791253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3503235211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1441410675"/>
                    </a:ext>
                  </a:extLst>
                </a:gridCol>
                <a:gridCol w="1080380">
                  <a:extLst>
                    <a:ext uri="{9D8B030D-6E8A-4147-A177-3AD203B41FA5}">
                      <a16:colId xmlns:a16="http://schemas.microsoft.com/office/drawing/2014/main" val="468541899"/>
                    </a:ext>
                  </a:extLst>
                </a:gridCol>
                <a:gridCol w="1191883">
                  <a:extLst>
                    <a:ext uri="{9D8B030D-6E8A-4147-A177-3AD203B41FA5}">
                      <a16:colId xmlns:a16="http://schemas.microsoft.com/office/drawing/2014/main" val="2901240694"/>
                    </a:ext>
                  </a:extLst>
                </a:gridCol>
              </a:tblGrid>
              <a:tr h="528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059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일정 시간 간격으로 통신이 그래프에 적용되도록 변경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2022-11-02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100%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Wheel </a:t>
                      </a:r>
                      <a:r>
                        <a:rPr lang="ko-KR" altLang="en-US" sz="1400" dirty="0"/>
                        <a:t>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7751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2.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시운전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Power budget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분석표 완성</a:t>
                      </a:r>
                      <a:endParaRPr lang="en-US" altLang="ko-KR" sz="1400" b="0" kern="100" dirty="0"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100%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428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3.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생산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및 소비전력 효율 결정 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2022-11-16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90%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06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4.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400" b="0" dirty="0"/>
                        <a:t>그래프에 </a:t>
                      </a:r>
                      <a:r>
                        <a:rPr lang="en-US" altLang="ko-KR" sz="1400" b="0" dirty="0"/>
                        <a:t>SOC</a:t>
                      </a:r>
                      <a:r>
                        <a:rPr lang="ko-KR" altLang="en-US" sz="1400" b="0" dirty="0"/>
                        <a:t>외에도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DOD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까지 표기되도록 수정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2022-11-16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56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5. PDR</a:t>
                      </a:r>
                      <a:r>
                        <a:rPr lang="ko-KR" altLang="en-US" sz="1400" b="0" dirty="0"/>
                        <a:t>자료에 포함될 </a:t>
                      </a:r>
                      <a:r>
                        <a:rPr lang="en-US" altLang="ko-KR" sz="1400" b="0" dirty="0"/>
                        <a:t>WBS, REQ </a:t>
                      </a:r>
                      <a:r>
                        <a:rPr lang="ko-KR" altLang="en-US" sz="1400" b="0" dirty="0"/>
                        <a:t>검토 및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2022-11-16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2022-11-21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699472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0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B60E7E-CA19-8647-7CC2-7DF5F3461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2995612"/>
            <a:ext cx="7200900" cy="8667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1457BB0-A1E5-1ACB-A624-605E31F0A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129" y="3033711"/>
            <a:ext cx="51625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7177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5BB96C-E7C7-4F1F-6C9E-B25362B65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351" y="566527"/>
            <a:ext cx="7726119" cy="599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5633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B60E7E-CA19-8647-7CC2-7DF5F3461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2995612"/>
            <a:ext cx="7200900" cy="8667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1457BB0-A1E5-1ACB-A624-605E31F0A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129" y="3033711"/>
            <a:ext cx="5162550" cy="7905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E1930F7-6C1F-E01F-86D9-2FB9DD0F9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8362" y="1457325"/>
            <a:ext cx="791527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7202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EDFBA6-F1CD-2B40-CF7E-72DD51BDA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8611" y="1913009"/>
            <a:ext cx="8454778" cy="31915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490653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EDFBA6-F1CD-2B40-CF7E-72DD51BDA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8611" y="1913009"/>
            <a:ext cx="8454778" cy="31915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EDEF76-BABE-2D9B-383C-C541396C5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075" y="671512"/>
            <a:ext cx="9467850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740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03E7020-5E81-FB0B-DDB1-8644D85B9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591" y="864158"/>
            <a:ext cx="5146640" cy="548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7884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94E207A-9C90-B75E-95D6-FFF8C383B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6820"/>
            <a:ext cx="12192000" cy="5304359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630230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94E207A-9C90-B75E-95D6-FFF8C383B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6820"/>
            <a:ext cx="12192000" cy="5304359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926C3B-E6F2-AE93-91AC-B14B5AD61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89833"/>
            <a:ext cx="12192000" cy="527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3895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03BE55B-AB21-ADF3-51C2-6931952F8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220" y="1028804"/>
            <a:ext cx="2061913" cy="480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086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82F36F-8914-8BAD-B00C-0A75E8B33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60" y="752265"/>
            <a:ext cx="11404879" cy="590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1801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82F36F-8914-8BAD-B00C-0A75E8B33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60" y="752265"/>
            <a:ext cx="11404879" cy="590726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A723094-9F73-1301-9D29-1C22D4528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60" y="752266"/>
            <a:ext cx="11404879" cy="591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7313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C389C5-1883-DB82-5225-A8DBB64B3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1618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1.Mission &amp; UHFCOM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E0A03F-EF9F-9FD7-474A-7E4FB458C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6439"/>
            <a:ext cx="12192000" cy="61087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1747FB-6B06-AFCF-414F-907AB090E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46435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7500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B3D44E-0221-58B5-3DAA-541E559C2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6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4034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 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2022-11-02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18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진행 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/>
        </p:nvGraphicFramePr>
        <p:xfrm>
          <a:off x="322216" y="1524834"/>
          <a:ext cx="11570168" cy="4947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420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8649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17301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509765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846385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376624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77591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통신 시간간격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시운전 </a:t>
                      </a:r>
                      <a:r>
                        <a:rPr lang="en-US" altLang="ko-KR" sz="1200" b="0" strike="sngStrike" dirty="0">
                          <a:solidFill>
                            <a:schemeClr val="tx1"/>
                          </a:solidFill>
                        </a:rPr>
                        <a:t>Power Budget </a:t>
                      </a: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표 완성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전력효율에 관한 </a:t>
                      </a:r>
                      <a:endParaRPr lang="en-US" altLang="ko-KR" sz="1200" b="0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참고문헌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전력효율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 발표자료 작성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accent1"/>
                          </a:solidFill>
                        </a:rPr>
                        <a:t>15</a:t>
                      </a:r>
                      <a:endParaRPr lang="ko-KR" altLang="en-US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채널 별 </a:t>
                      </a:r>
                      <a:r>
                        <a:rPr lang="en-US" altLang="ko-KR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On/off </a:t>
                      </a:r>
                    </a:p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학습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각 채널 별 </a:t>
                      </a:r>
                      <a:r>
                        <a:rPr lang="en-US" altLang="ko-KR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On/off </a:t>
                      </a:r>
                    </a:p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시스템 학습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Simulink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DOD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추가로 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WBS, REQ 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WBS, REQ </a:t>
                      </a:r>
                      <a:r>
                        <a:rPr lang="ko-KR" altLang="en-US" sz="1200" dirty="0"/>
                        <a:t>검토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주차 발표자료 작성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25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PPT </a:t>
                      </a:r>
                      <a:r>
                        <a:rPr lang="ko-KR" altLang="en-US" sz="1400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PDR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940294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474</Words>
  <Application>Microsoft Office PowerPoint</Application>
  <PresentationFormat>와이드스크린</PresentationFormat>
  <Paragraphs>256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Wingdings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Mission &amp; UHF COM mode</vt:lpstr>
      <vt:lpstr>1. Mission &amp; UHF COM mode</vt:lpstr>
      <vt:lpstr>PowerPoint 프레젠테이션</vt:lpstr>
      <vt:lpstr>4. Stand-by mode</vt:lpstr>
      <vt:lpstr>4. Stand-by mode</vt:lpstr>
      <vt:lpstr>1.Mission &amp; UHFCOM</vt:lpstr>
      <vt:lpstr>4. Stand-by mode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143</cp:revision>
  <dcterms:created xsi:type="dcterms:W3CDTF">2021-06-14T06:44:23Z</dcterms:created>
  <dcterms:modified xsi:type="dcterms:W3CDTF">2022-11-15T11:01:12Z</dcterms:modified>
  <cp:version/>
</cp:coreProperties>
</file>