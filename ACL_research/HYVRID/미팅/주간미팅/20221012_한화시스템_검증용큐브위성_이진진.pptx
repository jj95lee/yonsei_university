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1"/>
  </p:sldMasterIdLst>
  <p:notesMasterIdLst>
    <p:notesMasterId r:id="rId19"/>
  </p:notesMasterIdLst>
  <p:sldIdLst>
    <p:sldId id="256" r:id="rId2"/>
    <p:sldId id="257" r:id="rId3"/>
    <p:sldId id="258" r:id="rId4"/>
    <p:sldId id="269" r:id="rId5"/>
    <p:sldId id="270" r:id="rId6"/>
    <p:sldId id="272" r:id="rId7"/>
    <p:sldId id="271" r:id="rId8"/>
    <p:sldId id="273" r:id="rId9"/>
    <p:sldId id="274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005" autoAdjust="0"/>
  </p:normalViewPr>
  <p:slideViewPr>
    <p:cSldViewPr snapToGrid="0">
      <p:cViewPr varScale="1">
        <p:scale>
          <a:sx n="95" d="100"/>
          <a:sy n="95" d="100"/>
        </p:scale>
        <p:origin x="1158" y="114"/>
      </p:cViewPr>
      <p:guideLst>
        <p:guide orient="horz" pos="2158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4444ADC7-D137-4355-B287-E417A90F4D15}" type="datetime1">
              <a:rPr lang="ko-KR" altLang="en-US"/>
              <a:pPr lvl="0">
                <a:defRPr/>
              </a:pPr>
              <a:t>2022-10-12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B8E8DA4-E2D7-43C2-B6C4-2E5B1B19F402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ko-KR" altLang="en-US" smtClean="0"/>
              <a:pPr lvl="0"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6181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ko-KR" altLang="en-US" smtClean="0"/>
              <a:pPr lvl="0"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30262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ko-KR" altLang="en-US" smtClean="0"/>
              <a:pPr lvl="0"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05803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ko-KR" altLang="en-US" smtClean="0"/>
              <a:pPr lvl="0"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4385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ko-KR" altLang="en-US" smtClean="0"/>
              <a:pPr lvl="0"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619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ko-KR" altLang="en-US" smtClean="0"/>
              <a:pPr lvl="0"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14457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ko-KR" altLang="en-US" smtClean="0"/>
              <a:pPr lvl="0"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13484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B5FD6-A2DE-4563-BDD9-970544F4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51608-DD27-4795-B323-401D3C83F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77F833-C2AE-4216-8871-52717469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4E6671EE-0BC6-43D9-95C1-E999911B0F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7999" y="1707834"/>
            <a:ext cx="4500000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11D38D3C-35BA-40CB-8AC0-E2A6A6D454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0" y="1707834"/>
            <a:ext cx="4448502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AA2A7109-DF7D-4EB0-AA89-8DE0E3E62A68}"/>
              </a:ext>
            </a:extLst>
          </p:cNvPr>
          <p:cNvSpPr txBox="1">
            <a:spLocks/>
          </p:cNvSpPr>
          <p:nvPr userDrawn="1"/>
        </p:nvSpPr>
        <p:spPr>
          <a:xfrm>
            <a:off x="1524000" y="1131070"/>
            <a:ext cx="9144000" cy="4778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151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186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4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75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36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85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71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2021-06-14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서브시스템명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539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63" r:id="rId4"/>
    <p:sldLayoutId id="2147483654" r:id="rId5"/>
    <p:sldLayoutId id="2147483652" r:id="rId6"/>
    <p:sldLayoutId id="2147483655" r:id="rId7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2022-09-28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PDR (2022.11)</a:t>
            </a:r>
          </a:p>
          <a:p>
            <a:pPr lvl="1">
              <a:defRPr/>
            </a:pPr>
            <a:r>
              <a:rPr lang="en-US" altLang="ko-KR" dirty="0"/>
              <a:t>Power generation (~9/28)</a:t>
            </a:r>
          </a:p>
          <a:p>
            <a:pPr lvl="2">
              <a:defRPr/>
            </a:pPr>
            <a:r>
              <a:rPr lang="en-US" altLang="ko-KR" dirty="0"/>
              <a:t>Generating Time rate Calculation </a:t>
            </a:r>
          </a:p>
          <a:p>
            <a:pPr lvl="2">
              <a:defRPr/>
            </a:pPr>
            <a:r>
              <a:rPr lang="en-US" altLang="ko-KR" dirty="0"/>
              <a:t>(Dayside time x 0~100%)</a:t>
            </a:r>
          </a:p>
          <a:p>
            <a:pPr lvl="2">
              <a:defRPr/>
            </a:pPr>
            <a:endParaRPr lang="en-US" altLang="ko-KR" dirty="0"/>
          </a:p>
          <a:p>
            <a:pPr lvl="1">
              <a:defRPr/>
            </a:pPr>
            <a:r>
              <a:rPr lang="en-US" altLang="ko-KR" dirty="0"/>
              <a:t>Power generation (~10/12)</a:t>
            </a:r>
          </a:p>
          <a:p>
            <a:pPr lvl="2">
              <a:defRPr/>
            </a:pPr>
            <a:r>
              <a:rPr lang="en-US" altLang="ko-KR" dirty="0"/>
              <a:t>Simulink -&gt; Visualization (graph)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/>
              <a:t>Electrical Power System</a:t>
            </a:r>
          </a:p>
          <a:p>
            <a:pPr lvl="1">
              <a:defRPr/>
            </a:pPr>
            <a:r>
              <a:rPr lang="en-US" altLang="ko-KR"/>
              <a:t>Basic Plan</a:t>
            </a:r>
          </a:p>
          <a:p>
            <a:pPr lvl="2">
              <a:defRPr/>
            </a:pPr>
            <a:r>
              <a:rPr lang="en-US" altLang="ko-KR"/>
              <a:t>Week 1 - Channel distribution</a:t>
            </a:r>
          </a:p>
          <a:p>
            <a:pPr lvl="2">
              <a:defRPr/>
            </a:pPr>
            <a:r>
              <a:rPr lang="en-US" altLang="ko-KR"/>
              <a:t>Week 2 - Power generation</a:t>
            </a:r>
          </a:p>
          <a:p>
            <a:pPr lvl="2">
              <a:defRPr/>
            </a:pPr>
            <a:r>
              <a:rPr lang="en-US" altLang="ko-KR"/>
              <a:t>Week 3 - Calculation DOD</a:t>
            </a:r>
          </a:p>
          <a:p>
            <a:pPr lvl="2">
              <a:defRPr/>
            </a:pPr>
            <a:r>
              <a:rPr lang="en-US" altLang="ko-KR"/>
              <a:t>Week 4 – Operation Scenario  </a:t>
            </a:r>
          </a:p>
          <a:p>
            <a:pPr lvl="2">
              <a:defRPr/>
            </a:pPr>
            <a:endParaRPr lang="en-US" altLang="ko-KR"/>
          </a:p>
          <a:p>
            <a:pPr lvl="1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marL="914400" lvl="2" indent="0">
              <a:buNone/>
              <a:defRPr/>
            </a:pP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Level 1: Electrical Power System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2022-09-28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  <p:graphicFrame>
        <p:nvGraphicFramePr>
          <p:cNvPr id="25" name="표 25"/>
          <p:cNvGraphicFramePr>
            <a:graphicFrameLocks noGrp="1"/>
          </p:cNvGraphicFramePr>
          <p:nvPr/>
        </p:nvGraphicFramePr>
        <p:xfrm>
          <a:off x="223158" y="719666"/>
          <a:ext cx="11748949" cy="501039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4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5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8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Level 2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Level 3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DAYS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en-US" altLang="ko-KR"/>
                        <a:t>Electrical Power Budget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Week1 - </a:t>
                      </a:r>
                      <a:r>
                        <a:rPr lang="en-US" altLang="ko-KR"/>
                        <a:t>Channel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/>
                        <a:t>Week2 – Calculate Power generation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/>
                        <a:t>Week3 - Calculation DOD &amp; Peak load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Week4 - Operation Scenario </a:t>
                      </a:r>
                      <a:endParaRPr lang="ko-KR" alt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>
                          <a:solidFill>
                            <a:schemeClr val="accent1"/>
                          </a:solidFill>
                        </a:rPr>
                        <a:t>Power Generation</a:t>
                      </a: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2">
                        <a:defRPr/>
                      </a:pPr>
                      <a:r>
                        <a:rPr lang="en-US" altLang="ko-KR"/>
                        <a:t>Generating Time rate Calculation </a:t>
                      </a:r>
                    </a:p>
                    <a:p>
                      <a:pPr lvl="2">
                        <a:defRPr/>
                      </a:pPr>
                      <a:r>
                        <a:rPr lang="en-US" altLang="ko-KR"/>
                        <a:t>(Dayside time x 0~100%)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5474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8441" y="655952"/>
            <a:ext cx="7523850" cy="610784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79E60C3-2BF7-AF5D-DE9D-2135A51FC9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0507" y="655951"/>
            <a:ext cx="4618969" cy="61078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A9E2DFC-F2CF-8A17-2104-093B81202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5620" y="822959"/>
            <a:ext cx="5894305" cy="580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63932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1CEDD92-9609-5547-1A42-500CF517B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962" y="914400"/>
            <a:ext cx="5934075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36936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1EE9357-32B8-8E8D-01D0-6EEDE6A6C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3975" y="673240"/>
            <a:ext cx="5054780" cy="618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2917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7EA97A8-6D5E-C035-0E3E-773239D4E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1215" y="851835"/>
            <a:ext cx="7405589" cy="5335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64031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D41FECB-893B-0164-EADD-FA7DE458C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425" y="1004887"/>
            <a:ext cx="5391150" cy="484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07424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677F3195-85D4-5132-0A17-37E2D401A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65748"/>
            <a:ext cx="12192000" cy="5806513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246163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Component - Voltage, Current, Power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2022-09-28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938312"/>
            <a:ext cx="12192000" cy="306796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525" y="1377018"/>
            <a:ext cx="12192000" cy="41039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0. Detumbling</a:t>
            </a:r>
            <a:r>
              <a:rPr lang="ko-KR" altLang="en-US"/>
              <a:t> 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2022-09-28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515804"/>
            <a:ext cx="12192000" cy="38263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1. Mission &amp; UHF COM</a:t>
            </a:r>
            <a:r>
              <a:rPr lang="ko-KR" altLang="en-US"/>
              <a:t> </a:t>
            </a:r>
            <a:r>
              <a:rPr lang="en-US" altLang="ko-KR"/>
              <a:t>(2</a:t>
            </a:r>
            <a:r>
              <a:rPr lang="ko-KR" altLang="en-US"/>
              <a:t>번째 주기</a:t>
            </a:r>
            <a:r>
              <a:rPr lang="en-US" altLang="ko-KR"/>
              <a:t>)</a:t>
            </a:r>
            <a:r>
              <a:rPr lang="ko-KR" altLang="en-US"/>
              <a:t> 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2022-09-28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568871"/>
            <a:ext cx="12192000" cy="37202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2. S-Band COM</a:t>
            </a:r>
            <a:r>
              <a:rPr lang="ko-KR" altLang="en-US"/>
              <a:t> </a:t>
            </a:r>
            <a:r>
              <a:rPr lang="en-US" altLang="ko-KR"/>
              <a:t>(8</a:t>
            </a:r>
            <a:r>
              <a:rPr lang="ko-KR" altLang="en-US"/>
              <a:t>번째 주기</a:t>
            </a:r>
            <a:r>
              <a:rPr lang="en-US" altLang="ko-KR"/>
              <a:t>)</a:t>
            </a:r>
            <a:r>
              <a:rPr lang="ko-KR" altLang="en-US"/>
              <a:t> 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2022-09-28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048000" y="3248977"/>
            <a:ext cx="6096000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>
              <a:defRPr/>
            </a:pPr>
            <a:endParaRPr lang="en-US" altLang="ko-KR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569866"/>
            <a:ext cx="12192000" cy="37182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3. S-Band COM</a:t>
            </a:r>
            <a:r>
              <a:rPr lang="ko-KR" altLang="en-US"/>
              <a:t> </a:t>
            </a:r>
            <a:r>
              <a:rPr lang="en-US" altLang="ko-KR"/>
              <a:t>(2</a:t>
            </a:r>
            <a:r>
              <a:rPr lang="ko-KR" altLang="en-US"/>
              <a:t>번째 주기</a:t>
            </a:r>
            <a:r>
              <a:rPr lang="en-US" altLang="ko-KR"/>
              <a:t>)</a:t>
            </a:r>
            <a:r>
              <a:rPr lang="ko-KR" altLang="en-US"/>
              <a:t> 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2022-09-28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048000" y="3248977"/>
            <a:ext cx="6096000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>
              <a:defRPr/>
            </a:pPr>
            <a:endParaRPr lang="en-US" altLang="ko-KR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568871"/>
            <a:ext cx="12192000" cy="37202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4. </a:t>
            </a:r>
            <a:r>
              <a:rPr lang="ko-KR" altLang="en-US"/>
              <a:t>그 외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2022-09-28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048000" y="3248977"/>
            <a:ext cx="6096000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>
              <a:defRPr/>
            </a:pPr>
            <a:endParaRPr lang="en-US" altLang="ko-KR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401742"/>
            <a:ext cx="12192000" cy="40545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Energy generation, consumption (Orbit)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2022-09-28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710646"/>
            <a:ext cx="12192000" cy="3067965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14930" y="3837414"/>
            <a:ext cx="4363507" cy="29684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2022-09-28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872075"/>
            <a:ext cx="12192000" cy="511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5460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Normal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>
        <a:spAutoFit/>
      </a:bodyPr>
      <a:lstStyle>
        <a:defPPr lvl="2">
          <a:defRPr lang="en-US" altLang="ko-KR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225</Words>
  <Application>Microsoft Office PowerPoint</Application>
  <PresentationFormat>와이드스크린</PresentationFormat>
  <Paragraphs>109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맑은 고딕</vt:lpstr>
      <vt:lpstr>Arial</vt:lpstr>
      <vt:lpstr>Normal</vt:lpstr>
      <vt:lpstr>PowerPoint 프레젠테이션</vt:lpstr>
      <vt:lpstr>Level 1: Electrical Power System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Component - Voltage, Current, Power</vt:lpstr>
      <vt:lpstr>0. Detumbling </vt:lpstr>
      <vt:lpstr>1. Mission &amp; UHF COM (2번째 주기) </vt:lpstr>
      <vt:lpstr>2. S-Band COM (8번째 주기) </vt:lpstr>
      <vt:lpstr>3. S-Band COM (2번째 주기) </vt:lpstr>
      <vt:lpstr>4. 그 외</vt:lpstr>
      <vt:lpstr>Energy generation, consumption (Orbit)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강 대은</dc:creator>
  <cp:lastModifiedBy>이진진</cp:lastModifiedBy>
  <cp:revision>125</cp:revision>
  <dcterms:created xsi:type="dcterms:W3CDTF">2021-06-14T06:44:23Z</dcterms:created>
  <dcterms:modified xsi:type="dcterms:W3CDTF">2022-10-12T10:12:12Z</dcterms:modified>
  <cp:version/>
</cp:coreProperties>
</file>