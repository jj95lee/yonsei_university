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100" d="100"/>
          <a:sy n="100" d="100"/>
        </p:scale>
        <p:origin x="1278" y="114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4.png"  /><Relationship Id="rId4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2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PDR (2022.11)</a:t>
            </a:r>
          </a:p>
          <a:p>
            <a:pPr lvl="1">
              <a:defRPr/>
            </a:pPr>
            <a:r>
              <a:rPr lang="en-US" altLang="ko-KR" dirty="0"/>
              <a:t>Power generation (~9/28)</a:t>
            </a:r>
          </a:p>
          <a:p>
            <a:pPr lvl="2">
              <a:defRPr/>
            </a:pPr>
            <a:r>
              <a:rPr lang="en-US" altLang="ko-KR" dirty="0"/>
              <a:t>Generating Time rate Calculation </a:t>
            </a:r>
          </a:p>
          <a:p>
            <a:pPr lvl="2">
              <a:defRPr/>
            </a:pPr>
            <a:r>
              <a:rPr lang="en-US" altLang="ko-KR" dirty="0"/>
              <a:t>(Dayside time x 0~100%)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Power generation (~10/5)</a:t>
            </a:r>
          </a:p>
          <a:p>
            <a:pPr lvl="2">
              <a:defRPr/>
            </a:pPr>
            <a:r>
              <a:rPr lang="en-US" altLang="ko-KR" dirty="0"/>
              <a:t>Simulink -&gt; Visualization (graph)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Electrical Power System</a:t>
            </a:r>
          </a:p>
          <a:p>
            <a:pPr lvl="1">
              <a:defRPr/>
            </a:pPr>
            <a:r>
              <a:rPr lang="en-US" altLang="ko-KR"/>
              <a:t>Basic Plan</a:t>
            </a:r>
          </a:p>
          <a:p>
            <a:pPr lvl="2">
              <a:defRPr/>
            </a:pPr>
            <a:r>
              <a:rPr lang="en-US" altLang="ko-KR"/>
              <a:t>Week 1 - Channel distribution</a:t>
            </a:r>
          </a:p>
          <a:p>
            <a:pPr lvl="2">
              <a:defRPr/>
            </a:pPr>
            <a:r>
              <a:rPr lang="en-US" altLang="ko-KR"/>
              <a:t>Week 2 - Power generation</a:t>
            </a:r>
          </a:p>
          <a:p>
            <a:pPr lvl="2">
              <a:defRPr/>
            </a:pPr>
            <a:r>
              <a:rPr lang="en-US" altLang="ko-KR"/>
              <a:t>Week 3 - Calculation DOD</a:t>
            </a:r>
          </a:p>
          <a:p>
            <a:pPr lvl="2">
              <a:defRPr/>
            </a:pPr>
            <a:r>
              <a:rPr lang="en-US" altLang="ko-KR"/>
              <a:t>Week 4 – Operation Scenario  </a:t>
            </a:r>
          </a:p>
          <a:p>
            <a:pPr lvl="2">
              <a:defRPr/>
            </a:pPr>
            <a:endParaRPr lang="en-US" altLang="ko-KR"/>
          </a:p>
          <a:p>
            <a:pPr lvl="1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en-US" altLang="ko-KR"/>
          </a:p>
          <a:p>
            <a:pPr marL="914400" lvl="2" indent="0">
              <a:buNone/>
              <a:defRPr/>
            </a:pP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Level 1: Electrical Power System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EPS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graphicFrame>
        <p:nvGraphicFramePr>
          <p:cNvPr id="25" name="표 25"/>
          <p:cNvGraphicFramePr>
            <a:graphicFrameLocks noGrp="1"/>
          </p:cNvGraphicFramePr>
          <p:nvPr/>
        </p:nvGraphicFramePr>
        <p:xfrm>
          <a:off x="223158" y="719666"/>
          <a:ext cx="11748949" cy="50103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Level 3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DAYS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/>
                        <a:t>Electrical Power Budget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Week4 - Operation Scenario </a:t>
                      </a: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>
                        <a:defRPr/>
                      </a:pPr>
                      <a:r>
                        <a:rPr lang="en-US" altLang="ko-KR"/>
                        <a:t>Generating Time rate Calculation </a:t>
                      </a:r>
                    </a:p>
                    <a:p>
                      <a:pPr lvl="2">
                        <a:defRPr/>
                      </a:pPr>
                      <a:r>
                        <a:rPr lang="en-US" altLang="ko-KR"/>
                        <a:t>(Dayside time x 0~100%)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57482" y="635856"/>
            <a:ext cx="7523850" cy="6107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695621"/>
            <a:ext cx="12192000" cy="54667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0037" y="628650"/>
            <a:ext cx="11591925" cy="6229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Component - Voltage, Current, Power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25" y="1377018"/>
            <a:ext cx="12192000" cy="4103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0. Detumbling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15804"/>
            <a:ext cx="12192000" cy="38263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 Mission &amp; UHF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8871"/>
            <a:ext cx="12192000" cy="3720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2. S-Band COM</a:t>
            </a:r>
            <a:r>
              <a:rPr lang="ko-KR" altLang="en-US"/>
              <a:t> </a:t>
            </a:r>
            <a:r>
              <a:rPr lang="en-US" altLang="ko-KR"/>
              <a:t>(8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9866"/>
            <a:ext cx="12192000" cy="3718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 S-Band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568871"/>
            <a:ext cx="12192000" cy="3720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4. </a:t>
            </a:r>
            <a:r>
              <a:rPr lang="ko-KR" altLang="en-US"/>
              <a:t>그 외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defRPr/>
            </a:pPr>
            <a:endParaRPr lang="en-US" altLang="ko-KR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401742"/>
            <a:ext cx="12192000" cy="4054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Energy generation, consumption (Orbit)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10646"/>
            <a:ext cx="12192000" cy="306796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930" y="3837414"/>
            <a:ext cx="4363507" cy="2968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2022-09-28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872075"/>
            <a:ext cx="12192000" cy="51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4603"/>
      </p:ext>
    </p:extLst>
  </p:cSld>
  <p:clrMapOvr>
    <a:masterClrMapping/>
  </p:clrMapOvr>
  <p:transition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>
        <a:spAutoFit/>
      </a:bodyPr>
      <a:lstStyle>
        <a:defPPr lvl="2">
          <a:defRPr lang="en-US" altLang="ko-KR"/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161</ep:Words>
  <ep:PresentationFormat>와이드스크린</ep:PresentationFormat>
  <ep:Paragraphs>59</ep:Paragraphs>
  <ep:Slides>13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Normal</vt:lpstr>
      <vt:lpstr>슬라이드 1</vt:lpstr>
      <vt:lpstr>Level 1: Electrical Power System</vt:lpstr>
      <vt:lpstr>슬라이드 3</vt:lpstr>
      <vt:lpstr>슬라이드 4</vt:lpstr>
      <vt:lpstr>슬라이드 5</vt:lpstr>
      <vt:lpstr>Component - Voltage, Current, Power</vt:lpstr>
      <vt:lpstr>0. Detumbling</vt:lpstr>
      <vt:lpstr>1. Mission &amp; UHF COM (2번째 주기)</vt:lpstr>
      <vt:lpstr>2. S-Band COM (8번째 주기)</vt:lpstr>
      <vt:lpstr>3. S-Band COM (2번째 주기)</vt:lpstr>
      <vt:lpstr>4. 그 외</vt:lpstr>
      <vt:lpstr>Energy generation, consumption (Orbit)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2021-06-14T06:44:23.000</dcterms:created>
  <dc:creator>강 대은</dc:creator>
  <cp:lastModifiedBy>ACL2022_13</cp:lastModifiedBy>
  <dcterms:modified xsi:type="dcterms:W3CDTF">2022-10-05T10:26:50.096</dcterms:modified>
  <cp:revision>122</cp:revision>
  <dc:title>PowerPoint 프레젠테이션</dc:title>
  <cp:version/>
</cp:coreProperties>
</file>