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8"/>
  </p:notesMasterIdLst>
  <p:sldIdLst>
    <p:sldId id="256" r:id="rId3"/>
    <p:sldId id="257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5" autoAdjust="0"/>
  </p:normalViewPr>
  <p:slideViewPr>
    <p:cSldViewPr snapToGrid="0">
      <p:cViewPr varScale="1">
        <p:scale>
          <a:sx n="66" d="100"/>
          <a:sy n="66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공부한 내용을 바탕으로</a:t>
            </a:r>
            <a:r>
              <a:rPr lang="en-US" altLang="ko-KR" dirty="0"/>
              <a:t>,</a:t>
            </a:r>
            <a:r>
              <a:rPr lang="ko-KR" altLang="en-US" dirty="0"/>
              <a:t> 이번 주부터는 </a:t>
            </a:r>
            <a:r>
              <a:rPr lang="en-US" altLang="ko-KR" dirty="0"/>
              <a:t>EPS</a:t>
            </a:r>
            <a:r>
              <a:rPr lang="ko-KR" altLang="en-US" dirty="0"/>
              <a:t>에 필요한 운용 시나리오를 최종 목표로 계획을 정해보았습니다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첫 번째로는 할 것은</a:t>
            </a:r>
            <a:r>
              <a:rPr lang="en-US" altLang="ko-KR" dirty="0"/>
              <a:t>,</a:t>
            </a:r>
            <a:r>
              <a:rPr lang="ko-KR" altLang="en-US" dirty="0"/>
              <a:t> 저번 주에 못다한 </a:t>
            </a:r>
            <a:r>
              <a:rPr lang="en-US" altLang="ko-KR" dirty="0"/>
              <a:t>Channel distribution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채널별로 </a:t>
            </a:r>
            <a:r>
              <a:rPr lang="en-US" altLang="ko-KR" dirty="0"/>
              <a:t>Subsystem</a:t>
            </a:r>
            <a:r>
              <a:rPr lang="ko-KR" altLang="en-US" dirty="0"/>
              <a:t>들의 </a:t>
            </a:r>
            <a:r>
              <a:rPr lang="en-US" altLang="ko-KR" dirty="0"/>
              <a:t>component</a:t>
            </a:r>
            <a:r>
              <a:rPr lang="ko-KR" altLang="en-US" dirty="0"/>
              <a:t>를 배치하고 각각의 총 전류 및 소비전력을 계산하는 작업을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</a:t>
            </a:r>
            <a:r>
              <a:rPr lang="en-US" altLang="ko-KR" dirty="0"/>
              <a:t>, </a:t>
            </a:r>
            <a:r>
              <a:rPr lang="ko-KR" altLang="en-US" dirty="0"/>
              <a:t>각각의 채널은 </a:t>
            </a:r>
            <a:r>
              <a:rPr lang="en-US" altLang="ko-KR" dirty="0"/>
              <a:t>Switch</a:t>
            </a:r>
            <a:r>
              <a:rPr lang="ko-KR" altLang="en-US" dirty="0"/>
              <a:t>의 여부 및 작동 빈도에 따라 </a:t>
            </a:r>
            <a:r>
              <a:rPr lang="en-US" altLang="ko-KR" dirty="0"/>
              <a:t>SW1, 2,3 </a:t>
            </a:r>
            <a:r>
              <a:rPr lang="ko-KR" altLang="en-US" dirty="0"/>
              <a:t>등으로 나누었고 비슷한 기능을 하는 </a:t>
            </a:r>
            <a:r>
              <a:rPr lang="en-US" altLang="ko-KR" dirty="0"/>
              <a:t>Component</a:t>
            </a:r>
            <a:r>
              <a:rPr lang="ko-KR" altLang="en-US" dirty="0"/>
              <a:t>를 한 채널로 묶어 배치하였습니다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이에 대한 설명은 뒤에서 자세히 하겠습니다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각 부품이 켜지고 꺼지는 시점을 고려하여 소비전력이 언제 </a:t>
            </a:r>
            <a:r>
              <a:rPr lang="en-US" altLang="ko-KR" dirty="0"/>
              <a:t>peak</a:t>
            </a:r>
            <a:r>
              <a:rPr lang="ko-KR" altLang="en-US" dirty="0"/>
              <a:t>가 되는지를 시간 또는 모드별로 나타내고 주의해야 할 구간을 가려내는 작업을 할 것입니다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이렇게 소비전력에 대해 계산을 했으니 </a:t>
            </a:r>
            <a:r>
              <a:rPr lang="en-US" altLang="ko-KR" dirty="0"/>
              <a:t>Week2</a:t>
            </a:r>
            <a:r>
              <a:rPr lang="ko-KR" altLang="en-US" dirty="0"/>
              <a:t>에서는 생산전력을 계산하는 작업을 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생산전력에 영향을 주는 요소인</a:t>
            </a:r>
            <a:r>
              <a:rPr lang="en-US" altLang="ko-KR" dirty="0"/>
              <a:t> </a:t>
            </a:r>
            <a:r>
              <a:rPr lang="ko-KR" altLang="en-US" dirty="0"/>
              <a:t>인공위성의 위치</a:t>
            </a:r>
            <a:r>
              <a:rPr lang="en-US" altLang="ko-KR" dirty="0"/>
              <a:t>, </a:t>
            </a:r>
            <a:r>
              <a:rPr lang="ko-KR" altLang="en-US" dirty="0"/>
              <a:t>자세</a:t>
            </a:r>
            <a:r>
              <a:rPr lang="en-US" altLang="ko-KR" dirty="0"/>
              <a:t>, </a:t>
            </a:r>
            <a:r>
              <a:rPr lang="ko-KR" altLang="en-US" dirty="0"/>
              <a:t>궤도</a:t>
            </a:r>
            <a:r>
              <a:rPr lang="en-US" altLang="ko-KR" dirty="0"/>
              <a:t>,  </a:t>
            </a:r>
            <a:r>
              <a:rPr lang="ko-KR" altLang="en-US" dirty="0"/>
              <a:t>태양 전지판의 크기 및 성능</a:t>
            </a:r>
            <a:r>
              <a:rPr lang="en-US" altLang="ko-KR" dirty="0"/>
              <a:t> </a:t>
            </a:r>
            <a:r>
              <a:rPr lang="ko-KR" altLang="en-US" dirty="0"/>
              <a:t>그리고 태양풍이 미치는 영향 등 다양한 요소를 고려해볼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계산하기 위해 계산 방법에 대한 연구가 담긴 논문을 찾아볼 생각입니다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다음으로는 앞에서 계산된 소비전력과 생산전력을 합한 값인 </a:t>
            </a:r>
            <a:r>
              <a:rPr lang="en-US" altLang="ko-KR" dirty="0"/>
              <a:t>DOD</a:t>
            </a:r>
            <a:r>
              <a:rPr lang="ko-KR" altLang="en-US" dirty="0"/>
              <a:t>를 계산할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</a:t>
            </a:r>
            <a:r>
              <a:rPr lang="en-US" altLang="ko-KR" dirty="0"/>
              <a:t>Margin </a:t>
            </a:r>
            <a:r>
              <a:rPr lang="ko-KR" altLang="en-US" dirty="0"/>
              <a:t>값을 적용하여 방전의 하한선을 정하고 이 값 이하로 내려가는 구간이 있는지 판단해볼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 구간이 있다면 소비전력에 어떤 문제가 있는지 살펴보고 각 서브시스템과 조율하여 전력이 분배되는 양을 적절히 조절해야 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함께 생산전력과의 합으로 나타낸 </a:t>
            </a:r>
            <a:r>
              <a:rPr lang="en-US" altLang="ko-KR" dirty="0"/>
              <a:t>DOD </a:t>
            </a:r>
            <a:r>
              <a:rPr lang="ko-KR" altLang="en-US" dirty="0"/>
              <a:t>그래프를 다시 산출하여 문제가 없는 지 반복 실행할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마지막으로는 위에서 얻은 모든 데이터를 가지고 위성이 궤도를 돌 때</a:t>
            </a:r>
            <a:r>
              <a:rPr lang="en-US" altLang="ko-KR" dirty="0"/>
              <a:t>, EPS</a:t>
            </a:r>
            <a:r>
              <a:rPr lang="ko-KR" altLang="en-US" dirty="0"/>
              <a:t>에서는</a:t>
            </a:r>
            <a:r>
              <a:rPr lang="en-US" altLang="ko-KR" dirty="0"/>
              <a:t> </a:t>
            </a:r>
            <a:r>
              <a:rPr lang="ko-KR" altLang="en-US" dirty="0"/>
              <a:t>어떻게 문제없이 위성을 운용을 해야 하는지</a:t>
            </a:r>
            <a:r>
              <a:rPr lang="en-US" altLang="ko-KR" dirty="0"/>
              <a:t> </a:t>
            </a:r>
            <a:r>
              <a:rPr lang="ko-KR" altLang="en-US" dirty="0"/>
              <a:t>운용 시나리오를 짜볼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 결정된 </a:t>
            </a:r>
            <a:r>
              <a:rPr lang="en-US" altLang="ko-KR" dirty="0"/>
              <a:t>product</a:t>
            </a:r>
            <a:r>
              <a:rPr lang="ko-KR" altLang="en-US" dirty="0"/>
              <a:t>를 이용해야 하기 때문에 해당 제품의 용량 및 성능 등을 파악하여 이에 운용 시나리오를 적용할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첫번째로 이번 주에는 </a:t>
            </a:r>
            <a:r>
              <a:rPr lang="en-US" altLang="ko-KR" dirty="0"/>
              <a:t>channel distribution</a:t>
            </a:r>
            <a:r>
              <a:rPr lang="ko-KR" altLang="en-US" dirty="0"/>
              <a:t>을 마무리하였고 이에 대해 정리한 값을 간단한 필기로 나타냈습니다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전반적인 배치는 위의 구성에 기반을 하여 작성해 보았습니다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3.3V</a:t>
            </a:r>
            <a:r>
              <a:rPr lang="ko-KR" altLang="en-US" dirty="0"/>
              <a:t>와 </a:t>
            </a:r>
            <a:r>
              <a:rPr lang="en-US" altLang="ko-KR" dirty="0"/>
              <a:t>5V</a:t>
            </a:r>
            <a:r>
              <a:rPr lang="ko-KR" altLang="en-US" dirty="0"/>
              <a:t>에 모두 포함된 </a:t>
            </a:r>
            <a:r>
              <a:rPr lang="en-US" altLang="ko-KR" dirty="0"/>
              <a:t>PAYR</a:t>
            </a:r>
            <a:r>
              <a:rPr lang="ko-KR" altLang="en-US" dirty="0"/>
              <a:t>의 경우에는</a:t>
            </a:r>
            <a:r>
              <a:rPr lang="en-US" altLang="ko-KR" dirty="0"/>
              <a:t>,</a:t>
            </a:r>
            <a:r>
              <a:rPr lang="ko-KR" altLang="en-US" dirty="0"/>
              <a:t> 아직 어떤 것을 이용할 지 결정이 되지 않았다고 안내 받았으므로 아직 두 채널 모두에 포함시키지 않았습니다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5V</a:t>
            </a:r>
            <a:r>
              <a:rPr lang="ko-KR" altLang="en-US" dirty="0"/>
              <a:t>의 </a:t>
            </a:r>
            <a:r>
              <a:rPr lang="en-US" altLang="ko-KR" dirty="0"/>
              <a:t>PAYS </a:t>
            </a:r>
            <a:r>
              <a:rPr lang="ko-KR" altLang="en-US" dirty="0"/>
              <a:t>경우에는 데이터 값을 기다리는 중입니다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674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하여 구성해본 </a:t>
            </a:r>
            <a:r>
              <a:rPr lang="en-US" altLang="ko-KR" dirty="0"/>
              <a:t>channel distribution</a:t>
            </a:r>
            <a:r>
              <a:rPr lang="ko-KR" altLang="en-US" dirty="0"/>
              <a:t>은 위와 같고 </a:t>
            </a:r>
            <a:endParaRPr lang="en-US" altLang="ko-KR" dirty="0"/>
          </a:p>
          <a:p>
            <a:r>
              <a:rPr lang="en-US" altLang="ko-KR" dirty="0"/>
              <a:t>3.3V : 4ch</a:t>
            </a:r>
          </a:p>
          <a:p>
            <a:r>
              <a:rPr lang="en-US" altLang="ko-KR" dirty="0"/>
              <a:t>5V : 3ch</a:t>
            </a:r>
          </a:p>
          <a:p>
            <a:r>
              <a:rPr lang="en-US" altLang="ko-KR" dirty="0"/>
              <a:t>V-bat : 1ch </a:t>
            </a:r>
            <a:r>
              <a:rPr lang="ko-KR" altLang="en-US" dirty="0"/>
              <a:t>로 총 </a:t>
            </a:r>
            <a:r>
              <a:rPr lang="en-US" altLang="ko-KR" dirty="0"/>
              <a:t>8</a:t>
            </a:r>
            <a:r>
              <a:rPr lang="ko-KR" altLang="en-US" dirty="0"/>
              <a:t>개의 채널로 구성하였고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각각의 기능에 따라 최대 </a:t>
            </a:r>
            <a:r>
              <a:rPr lang="en-US" altLang="ko-KR" dirty="0"/>
              <a:t>8</a:t>
            </a:r>
            <a:r>
              <a:rPr lang="ko-KR" altLang="en-US" dirty="0"/>
              <a:t>개의 </a:t>
            </a:r>
            <a:r>
              <a:rPr lang="en-US" altLang="ko-KR" dirty="0"/>
              <a:t>component</a:t>
            </a:r>
            <a:r>
              <a:rPr lang="ko-KR" altLang="en-US" dirty="0"/>
              <a:t>까지 포함시켰습니다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3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en-US" altLang="ko-KR" dirty="0"/>
              <a:t>component </a:t>
            </a:r>
            <a:r>
              <a:rPr lang="ko-KR" altLang="en-US" dirty="0"/>
              <a:t>별로 계산한 </a:t>
            </a:r>
            <a:r>
              <a:rPr lang="en-US" altLang="ko-KR" dirty="0"/>
              <a:t>(Normal) </a:t>
            </a:r>
            <a:r>
              <a:rPr lang="ko-KR" altLang="en-US" dirty="0"/>
              <a:t>소비전력 및 전류의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붉은 색으로 표시한 것이 </a:t>
            </a:r>
            <a:r>
              <a:rPr lang="en-US" altLang="ko-KR" dirty="0"/>
              <a:t>data sheet</a:t>
            </a:r>
            <a:r>
              <a:rPr lang="ko-KR" altLang="en-US" dirty="0"/>
              <a:t>에서 참고한 값이며 이를 전압과의 관계를 통해 나머지 값을 계산했습니다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채널별로 전류를 합한 값을 맨 오른쪽에 작성하였고 이 값들을 모두 합하여 </a:t>
            </a:r>
            <a:r>
              <a:rPr lang="en-US" altLang="ko-KR" dirty="0"/>
              <a:t>detumbling </a:t>
            </a:r>
            <a:r>
              <a:rPr lang="ko-KR" altLang="en-US" dirty="0"/>
              <a:t>모드에서의 </a:t>
            </a:r>
            <a:r>
              <a:rPr lang="en-US" altLang="ko-KR" dirty="0"/>
              <a:t>1.7A </a:t>
            </a:r>
            <a:r>
              <a:rPr lang="ko-KR" altLang="en-US" dirty="0"/>
              <a:t>정도의 값을 얻을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방법으로 위의 값에 </a:t>
            </a:r>
            <a:r>
              <a:rPr lang="en-US" altLang="ko-KR" dirty="0"/>
              <a:t>Duty</a:t>
            </a:r>
            <a:r>
              <a:rPr lang="ko-KR" altLang="en-US" dirty="0"/>
              <a:t>의 값을 다르게 적용함으로써 여러 모드에서의 소비전력을 구할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30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Channel Distribution (Week 1)</a:t>
            </a:r>
          </a:p>
          <a:p>
            <a:pPr lvl="2"/>
            <a:r>
              <a:rPr lang="en-US" altLang="ko-KR" dirty="0"/>
              <a:t>3.3V - 1~8, 9, 10</a:t>
            </a:r>
          </a:p>
          <a:p>
            <a:pPr lvl="2"/>
            <a:r>
              <a:rPr lang="en-US" altLang="ko-KR" dirty="0"/>
              <a:t>5.5V - 11~13, 14</a:t>
            </a:r>
          </a:p>
          <a:p>
            <a:pPr lvl="2"/>
            <a:r>
              <a:rPr lang="en-US" altLang="ko-KR" dirty="0"/>
              <a:t>V-bat - 15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15761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Channel Distribution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A19BD-158E-588A-A4A1-F24CE107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43B19-7D13-3FEC-24A4-6F812310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6A6631-CB0F-C7EE-EBFE-D0D34FB3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CB426-E794-68B4-2127-742C15D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0744B1-7D87-3632-A2B1-55676E16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00" y="769257"/>
            <a:ext cx="5509100" cy="56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5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BEF94-940F-B43C-DA04-BC990A05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4372-B60B-A7BF-05AA-5B97FBFA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3740D-292D-E4E6-4B78-D65C46D4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D9D41-F3A5-0F33-B5FE-D309A040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E3072B-81EC-577E-5DE2-AF64EA3A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44" y="779316"/>
            <a:ext cx="7261113" cy="553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DC17043-7B38-8D25-1570-4AEAB9B9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623" y="779318"/>
            <a:ext cx="8280753" cy="55552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5BEF94-940F-B43C-DA04-BC990A05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4372-B60B-A7BF-05AA-5B97FBFA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3740D-292D-E4E6-4B78-D65C46D4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D9D41-F3A5-0F33-B5FE-D309A040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591965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537</Words>
  <Application>Microsoft Office PowerPoint</Application>
  <PresentationFormat>와이드스크린</PresentationFormat>
  <Paragraphs>91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Normal</vt:lpstr>
      <vt:lpstr>High_Priority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43</cp:revision>
  <dcterms:created xsi:type="dcterms:W3CDTF">2021-06-14T06:44:23Z</dcterms:created>
  <dcterms:modified xsi:type="dcterms:W3CDTF">2022-07-07T10:47:59Z</dcterms:modified>
</cp:coreProperties>
</file>