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7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005" autoAdjust="0"/>
  </p:normalViewPr>
  <p:slideViewPr>
    <p:cSldViewPr snapToGrid="0">
      <p:cViewPr varScale="1">
        <p:scale>
          <a:sx n="92" d="100"/>
          <a:sy n="92" d="100"/>
        </p:scale>
        <p:origin x="1278" y="114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444ADC7-D137-4355-B287-E417A90F4D15}" type="datetime1">
              <a:rPr lang="ko-KR" altLang="en-US"/>
              <a:pPr lvl="0">
                <a:defRPr/>
              </a:pPr>
              <a:t>2022-08-11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B8E8DA4-E2D7-43C2-B6C4-2E5B1B19F4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061281-C509-44A1-BEFC-745D5CF41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2022-06-03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F18B7C-A722-4180-B839-319892AB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A1BA78-10D5-4DF6-AFA9-7A0585279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7B5926EF-06DC-45D0-9A1C-EF661D06627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ACB1E66A-E12B-44F7-9779-5104EBBC79C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ko-KR" dirty="0"/>
              <a:t>Electrical Power System</a:t>
            </a:r>
          </a:p>
          <a:p>
            <a:pPr lvl="1"/>
            <a:r>
              <a:rPr lang="en-US" altLang="ko-KR" dirty="0"/>
              <a:t>Basic Plan</a:t>
            </a:r>
          </a:p>
          <a:p>
            <a:pPr lvl="2"/>
            <a:r>
              <a:rPr lang="en-US" altLang="ko-KR" dirty="0"/>
              <a:t>Week 1 - Channel distribution</a:t>
            </a:r>
          </a:p>
          <a:p>
            <a:pPr lvl="2"/>
            <a:r>
              <a:rPr lang="en-US" altLang="ko-KR" dirty="0"/>
              <a:t>Week 2 - Power generation</a:t>
            </a:r>
          </a:p>
          <a:p>
            <a:pPr lvl="2"/>
            <a:r>
              <a:rPr lang="en-US" altLang="ko-KR" dirty="0"/>
              <a:t>Week 3 - Calculation DOD</a:t>
            </a:r>
          </a:p>
          <a:p>
            <a:pPr lvl="2"/>
            <a:r>
              <a:rPr lang="en-US" altLang="ko-KR" dirty="0"/>
              <a:t>Week 4 – Operation Scenario  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Power generation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914400" lvl="2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11647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>
            <a:extLst>
              <a:ext uri="{FF2B5EF4-FFF2-40B4-BE49-F238E27FC236}">
                <a16:creationId xmlns:a16="http://schemas.microsoft.com/office/drawing/2014/main" id="{CE5C1718-E384-4D5F-9FF3-9B8C7C75A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Level 1: Electrical Power System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27F04C-E098-47E5-9375-56F94FD36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2022-06-03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9C4905-39D9-4EC3-86F5-EA249AD1A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888EE5-788F-4305-ADE4-0171F7FE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2</a:t>
            </a:fld>
            <a:endParaRPr lang="ko-KR" altLang="en-US"/>
          </a:p>
        </p:txBody>
      </p:sp>
      <p:graphicFrame>
        <p:nvGraphicFramePr>
          <p:cNvPr id="25" name="표 25">
            <a:extLst>
              <a:ext uri="{FF2B5EF4-FFF2-40B4-BE49-F238E27FC236}">
                <a16:creationId xmlns:a16="http://schemas.microsoft.com/office/drawing/2014/main" id="{6E39E8E1-BEA8-477C-BF4C-1E923AA28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046277"/>
              </p:ext>
            </p:extLst>
          </p:nvPr>
        </p:nvGraphicFramePr>
        <p:xfrm>
          <a:off x="223158" y="719666"/>
          <a:ext cx="11745684" cy="474115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4956">
                  <a:extLst>
                    <a:ext uri="{9D8B030D-6E8A-4147-A177-3AD203B41FA5}">
                      <a16:colId xmlns:a16="http://schemas.microsoft.com/office/drawing/2014/main" val="1120046527"/>
                    </a:ext>
                  </a:extLst>
                </a:gridCol>
                <a:gridCol w="6542315">
                  <a:extLst>
                    <a:ext uri="{9D8B030D-6E8A-4147-A177-3AD203B41FA5}">
                      <a16:colId xmlns:a16="http://schemas.microsoft.com/office/drawing/2014/main" val="1204944504"/>
                    </a:ext>
                  </a:extLst>
                </a:gridCol>
                <a:gridCol w="2008413">
                  <a:extLst>
                    <a:ext uri="{9D8B030D-6E8A-4147-A177-3AD203B41FA5}">
                      <a16:colId xmlns:a16="http://schemas.microsoft.com/office/drawing/2014/main" val="36062816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 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 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DAYS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750957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r>
                        <a:rPr lang="en-US" altLang="ko-KR" dirty="0"/>
                        <a:t>Electrical Power Budget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Week1 - </a:t>
                      </a:r>
                      <a:r>
                        <a:rPr lang="en-US" altLang="ko-KR" dirty="0"/>
                        <a:t>Channel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0929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Week2 – Calculate Power generation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996673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Week3 - Calculation DOD &amp; Peak load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879134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Week4 - Operation Scenario 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700099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Channel Distribution</a:t>
                      </a:r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Power Generation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3.3V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41315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5V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13262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V-bat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0714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Electrical model of battery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970920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ADCS code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849493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Orientation Scenario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575322"/>
                  </a:ext>
                </a:extLst>
              </a:tr>
              <a:tr h="57547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228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3104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C9F057C-54F9-6D57-E4FA-F29ED0241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04" y="0"/>
            <a:ext cx="10004391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D7EC01B-39C8-E30F-8D32-6C5A26903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52" y="1048047"/>
            <a:ext cx="12038095" cy="47619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F331BE9-2B86-9225-EB62-07241EF90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2265"/>
            <a:ext cx="12192000" cy="55483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D3FCA2-CF4C-0E9A-0C5E-D3500AA94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0F3A519-2FB3-9615-3AE0-42471BDB4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C59518B-8897-F114-8B6B-470E67205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23D7D5-BD4B-45A1-3175-2CD55DB57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F8C78B2-D1D2-45F6-9363-9CCA49FA4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19" y="1376619"/>
            <a:ext cx="10104762" cy="41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958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B3CCD9-3068-CE05-28E5-749F44A40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E2F6B07-6489-A7E8-1C48-1AEA9D8A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F2475D-C2B6-A220-9E77-4E7635AAE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2BE7A8-B194-224E-6B1B-AA9E9A24D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6839B73-0A11-845B-702A-74029CC32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00" y="1795666"/>
            <a:ext cx="10800000" cy="32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246237"/>
      </p:ext>
    </p:extLst>
  </p:cSld>
  <p:clrMapOvr>
    <a:masterClrMapping/>
  </p:clrMapOvr>
</p:sld>
</file>

<file path=ppt/theme/theme1.xml><?xml version="1.0" encoding="utf-8"?>
<a:theme xmlns:a="http://schemas.openxmlformats.org/drawing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105</Words>
  <Application>Microsoft Office PowerPoint</Application>
  <PresentationFormat>와이드스크린</PresentationFormat>
  <Paragraphs>58</Paragraphs>
  <Slides>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Normal</vt:lpstr>
      <vt:lpstr>PowerPoint 프레젠테이션</vt:lpstr>
      <vt:lpstr>Level 1: Electrical Power System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대은</dc:creator>
  <cp:lastModifiedBy>이진진</cp:lastModifiedBy>
  <cp:revision>59</cp:revision>
  <dcterms:created xsi:type="dcterms:W3CDTF">2021-06-14T06:44:23Z</dcterms:created>
  <dcterms:modified xsi:type="dcterms:W3CDTF">2022-08-11T06:33:12Z</dcterms:modified>
  <cp:version/>
</cp:coreProperties>
</file>