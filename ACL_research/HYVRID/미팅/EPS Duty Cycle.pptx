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7"/>
  </p:notesMasterIdLst>
  <p:sldIdLst>
    <p:sldId id="258" r:id="rId2"/>
    <p:sldId id="282" r:id="rId3"/>
    <p:sldId id="283" r:id="rId4"/>
    <p:sldId id="284" r:id="rId5"/>
    <p:sldId id="28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05" autoAdjust="0"/>
  </p:normalViewPr>
  <p:slideViewPr>
    <p:cSldViewPr snapToGrid="0">
      <p:cViewPr varScale="1">
        <p:scale>
          <a:sx n="95" d="100"/>
          <a:sy n="95" d="100"/>
        </p:scale>
        <p:origin x="1158" y="114"/>
      </p:cViewPr>
      <p:guideLst>
        <p:guide orient="horz" pos="2158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181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812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180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226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133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0E7C84F-46D1-3D4C-9596-BA973A5530C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11192" y="1253253"/>
            <a:ext cx="8169616" cy="469960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DC45E780-EEBE-5896-BE03-6EFA92CF01E6}"/>
              </a:ext>
            </a:extLst>
          </p:cNvPr>
          <p:cNvSpPr txBox="1">
            <a:spLocks/>
          </p:cNvSpPr>
          <p:nvPr/>
        </p:nvSpPr>
        <p:spPr>
          <a:xfrm>
            <a:off x="2159726" y="0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ko-KR" altLang="en-US" dirty="0"/>
              <a:t>운용개념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1. </a:t>
            </a:r>
            <a:r>
              <a:rPr lang="ko-KR" altLang="en-US" dirty="0"/>
              <a:t>초기궤도운용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0B5D864-C2E1-40C1-A5C1-86AB0F555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162" y="1171575"/>
            <a:ext cx="806767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05509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D22B9045-7DB7-E586-6D7B-3ADE0D7DC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137" y="1171575"/>
            <a:ext cx="9229725" cy="451485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2. Mission &amp; UHF COM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179943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C0E9DF14-88DD-42FE-D4A9-5F61D807B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137" y="1176337"/>
            <a:ext cx="9229725" cy="450532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3. S-band COM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455422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B6FF4DB4-A31F-C4E7-8662-BB77DCBAE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337" y="1171575"/>
            <a:ext cx="7553325" cy="451485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4. </a:t>
            </a:r>
            <a:r>
              <a:rPr lang="ko-KR" altLang="en-US" dirty="0"/>
              <a:t>그 외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88219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39</Words>
  <Application>Microsoft Office PowerPoint</Application>
  <PresentationFormat>와이드스크린</PresentationFormat>
  <Paragraphs>26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Normal</vt:lpstr>
      <vt:lpstr> </vt:lpstr>
      <vt:lpstr>1. 초기궤도운용 </vt:lpstr>
      <vt:lpstr>2. Mission &amp; UHF COM</vt:lpstr>
      <vt:lpstr>3. S-band COM</vt:lpstr>
      <vt:lpstr>4. 그 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127</cp:revision>
  <dcterms:created xsi:type="dcterms:W3CDTF">2021-06-14T06:44:23Z</dcterms:created>
  <dcterms:modified xsi:type="dcterms:W3CDTF">2022-10-13T09:58:12Z</dcterms:modified>
  <cp:version/>
</cp:coreProperties>
</file>