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36"/>
  </p:notesMasterIdLst>
  <p:sldIdLst>
    <p:sldId id="323" r:id="rId2"/>
    <p:sldId id="348" r:id="rId3"/>
    <p:sldId id="347" r:id="rId4"/>
    <p:sldId id="351" r:id="rId5"/>
    <p:sldId id="353" r:id="rId6"/>
    <p:sldId id="354" r:id="rId7"/>
    <p:sldId id="352" r:id="rId8"/>
    <p:sldId id="355" r:id="rId9"/>
    <p:sldId id="345" r:id="rId10"/>
    <p:sldId id="334" r:id="rId11"/>
    <p:sldId id="335" r:id="rId12"/>
    <p:sldId id="336" r:id="rId13"/>
    <p:sldId id="282" r:id="rId14"/>
    <p:sldId id="325" r:id="rId15"/>
    <p:sldId id="337" r:id="rId16"/>
    <p:sldId id="338" r:id="rId17"/>
    <p:sldId id="339" r:id="rId18"/>
    <p:sldId id="340" r:id="rId19"/>
    <p:sldId id="341" r:id="rId20"/>
    <p:sldId id="342" r:id="rId21"/>
    <p:sldId id="358" r:id="rId22"/>
    <p:sldId id="359" r:id="rId23"/>
    <p:sldId id="360" r:id="rId24"/>
    <p:sldId id="361" r:id="rId25"/>
    <p:sldId id="366" r:id="rId26"/>
    <p:sldId id="363" r:id="rId27"/>
    <p:sldId id="364" r:id="rId28"/>
    <p:sldId id="365" r:id="rId29"/>
    <p:sldId id="368" r:id="rId30"/>
    <p:sldId id="367" r:id="rId31"/>
    <p:sldId id="343" r:id="rId32"/>
    <p:sldId id="369" r:id="rId33"/>
    <p:sldId id="370" r:id="rId34"/>
    <p:sldId id="357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B"/>
    <a:srgbClr val="FFCCCC"/>
    <a:srgbClr val="CC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5" d="100"/>
          <a:sy n="95" d="100"/>
        </p:scale>
        <p:origin x="1158" y="102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818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378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0185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26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9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78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230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458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98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799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854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361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795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365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775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24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56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5744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978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001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3666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4045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8237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8867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767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3650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0647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1384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모드의 </a:t>
            </a:r>
            <a:r>
              <a:rPr lang="en-US" altLang="ko-KR" dirty="0"/>
              <a:t>parameter</a:t>
            </a:r>
            <a:r>
              <a:rPr lang="ko-KR" altLang="en-US" dirty="0"/>
              <a:t>를 기록하였습니다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0082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모드의 </a:t>
            </a:r>
            <a:r>
              <a:rPr lang="en-US" altLang="ko-KR" dirty="0"/>
              <a:t>parameter</a:t>
            </a:r>
            <a:r>
              <a:rPr lang="ko-KR" altLang="en-US" dirty="0"/>
              <a:t>를 기록하였습니다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68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모드의 </a:t>
            </a:r>
            <a:r>
              <a:rPr lang="en-US" altLang="ko-KR" dirty="0"/>
              <a:t>parameter</a:t>
            </a:r>
            <a:r>
              <a:rPr lang="ko-KR" altLang="en-US" dirty="0"/>
              <a:t>를 기록하였습니다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9441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Budget</a:t>
            </a:r>
            <a:r>
              <a:rPr lang="ko-KR" altLang="en-US" dirty="0"/>
              <a:t> </a:t>
            </a:r>
            <a:r>
              <a:rPr lang="en-US" altLang="ko-KR" dirty="0"/>
              <a:t>Excel </a:t>
            </a:r>
            <a:r>
              <a:rPr lang="ko-KR" altLang="en-US" dirty="0"/>
              <a:t>기준으로 한 주기동안 처음</a:t>
            </a:r>
            <a:r>
              <a:rPr lang="en-US" altLang="ko-KR" dirty="0"/>
              <a:t>(80%)</a:t>
            </a:r>
            <a:r>
              <a:rPr lang="ko-KR" altLang="en-US" dirty="0"/>
              <a:t>보다 얼마나 감소하였는지를 매 주기마다 적용한 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5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Efficiency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A29F301-C50B-A827-C1CA-29E9BC903CC6}"/>
              </a:ext>
            </a:extLst>
          </p:cNvPr>
          <p:cNvSpPr txBox="1">
            <a:spLocks/>
          </p:cNvSpPr>
          <p:nvPr/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Efficiency of charging method</a:t>
            </a:r>
          </a:p>
          <a:p>
            <a:pPr lvl="1"/>
            <a:r>
              <a:rPr lang="en-US" altLang="ko-KR" dirty="0" err="1"/>
              <a:t>Eff_tmp</a:t>
            </a:r>
            <a:r>
              <a:rPr lang="en-US" altLang="ko-KR" dirty="0"/>
              <a:t> (90%) : Efficiency for Charging due to Temperature of PV Cell</a:t>
            </a:r>
          </a:p>
          <a:p>
            <a:pPr lvl="1"/>
            <a:r>
              <a:rPr lang="en-US" altLang="ko-KR" dirty="0" err="1"/>
              <a:t>Eff_id</a:t>
            </a:r>
            <a:r>
              <a:rPr lang="en-US" altLang="ko-KR" dirty="0"/>
              <a:t> (80%) : Efficiency for Charging due to Inherent Degradation</a:t>
            </a:r>
          </a:p>
          <a:p>
            <a:pPr lvl="1"/>
            <a:r>
              <a:rPr lang="en-US" altLang="ko-KR" dirty="0" err="1"/>
              <a:t>Eff_bcr</a:t>
            </a:r>
            <a:r>
              <a:rPr lang="en-US" altLang="ko-KR" dirty="0"/>
              <a:t> (80%) : Conversion Efficiency for charging Battery</a:t>
            </a:r>
          </a:p>
          <a:p>
            <a:pPr lvl="1"/>
            <a:r>
              <a:rPr lang="en-US" altLang="ko-KR" dirty="0" err="1"/>
              <a:t>Eff_pcm</a:t>
            </a:r>
            <a:r>
              <a:rPr lang="en-US" altLang="ko-KR" dirty="0"/>
              <a:t> (90%) : Conversion Efficiency for Regulation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0B848EE-2F40-EF18-26B9-D4906204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0" y="2912175"/>
            <a:ext cx="5505796" cy="27429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3AC6B7E-7652-0EA0-7015-DF87762E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2236" y="3142242"/>
            <a:ext cx="6047450" cy="2282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639022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Detumbling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3.7670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5.9404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-2.7410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-46.1410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-85.6702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-6.8524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Energy Balance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9739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Energy Balance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000546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Mission 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</a:rPr>
                        <a:t>&amp; UHF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4.2768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2.8355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1.5113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8.6236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6.7443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4.4714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2.3833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13.5989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-13.51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-11.18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-5.96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-3.65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3139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Energy Balance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350790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4.3883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1.8487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1.6284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7.8655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6.9201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2.9154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2.5679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-6.42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6.32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1628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Energy Balance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728003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3.5705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2.7460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1.7938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8.1103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5.6304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4.3303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2.8287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12.7895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9498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Energy Balance : Standby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240917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4039646309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4.6128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2.8703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7.4831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7.2741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4.5263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11.8004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3.1303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3.1303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26.5274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26.5274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20.9657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20.9657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19.14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-11.32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46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Energy Balance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364523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1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4.1955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6.6161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-3.4166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-51.6414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-106.7882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-8.54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668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Energy Balance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4676214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2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8.2730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13.0461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1.8846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14.4460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12.6225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4.71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4755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Power Budget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617FA2-2254-E584-EF29-FAC7DEFF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" y="803204"/>
            <a:ext cx="8236059" cy="526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53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1F27A14-F7AA-DA60-1384-BDAEEF19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833"/>
            <a:ext cx="12192000" cy="527833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F7D5D9-1074-1CD8-C249-67BB4AC2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3978"/>
            <a:ext cx="12192000" cy="527004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Power Budget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825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Power Budget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2E37869-6F7E-41A6-0D85-1EFED147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" y="790382"/>
            <a:ext cx="11482995" cy="527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084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152718E-B75F-E488-5165-F322DADE5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" y="797574"/>
            <a:ext cx="11488616" cy="527262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Power Budget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87780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0680C8C-6C9A-4796-123F-DD5CFE34E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3056"/>
            <a:ext cx="10202435" cy="5287981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Power Budget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Power Budget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CDBB2EC-BACC-6C25-B942-0934A699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" y="793103"/>
            <a:ext cx="8455299" cy="5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731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Power Budget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B2CD805-EDB8-E920-A954-F7779B123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9" y="791231"/>
            <a:ext cx="8490383" cy="52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861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DD56EF3-9A25-53AB-471A-DD9416E2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2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Simulink Plot Result : EO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3CCA3-B7EF-91C9-746A-ADFF9A9B0644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4444610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982BCB69-FAC9-14EF-56A4-CE6E522BB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4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Simulink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58FEAE-AA09-3F4D-AE4A-D8EDB2F20339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447714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1D4EDCDE-A6A5-0D3D-9369-09F60916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1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Simulink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9CE191-982E-E0C0-D9A4-5A21C4BF225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3735049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E50D48A-CB7E-8A9C-FDA7-FCBF3DD12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4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Simulink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FFC43-1C0A-FE8E-4016-B65EB932D149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144163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97DAB6-258D-E3F4-09A9-68AE45CC2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2299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Simulink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5048A2-3C67-702A-4DF9-DC20CF4C7F7C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9382621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6556B5F-17F7-3D4F-8B4C-5D7AA424D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Simulink Plot Result : EO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8586A-55C1-CF70-C51C-9B967724779A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8284875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26CC6D2-A385-B31A-857A-6F70FB947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Simulink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E2FE97-1638-7665-6BCA-34639243F6FC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7119761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24622FE-9AE7-273B-02AD-6D9490FE5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2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Simulink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69E0D-9077-6100-F379-21F9C5FA47B3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3553956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1A3E11B-6A35-DF60-3F45-809DE212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Simulink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385016-9E11-A5A0-2A28-DC54E9F2AF4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7038342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BD940B8-91E3-178B-ECB1-87A613903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Simulink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AC53C-70EA-1CBA-E232-359A0E7F81D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3548298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9B174D9-87A5-1D43-2B05-51DB4B65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Simulink Plot Result : EO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A116E-AB57-47DA-D2D2-865D38CF1612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0959780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EE71DC9-BAF2-0DF9-AE3F-5BE7460C6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840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Simulink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21D2B-8087-BEE7-FDA5-0A431C7C84D8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488327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AC1EF71-83D3-C980-8698-925962FB4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505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Simulink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7D412-1AFE-4327-8EF7-E5D11A5F02C0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1563811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419FCCE1-6CFD-E634-0137-80215B731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5"/>
            <a:ext cx="12192000" cy="6108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8A1F88-1A32-5346-592E-94B5B5A6B25C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Simulink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69353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E868000-094D-BBA2-55E5-F10CD2C8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Simulink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21772-2132-54A1-FBB8-85F05C41116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699442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(alpha*0)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509664"/>
              </p:ext>
            </p:extLst>
          </p:nvPr>
        </p:nvGraphicFramePr>
        <p:xfrm>
          <a:off x="928992" y="1755278"/>
          <a:ext cx="10334016" cy="397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09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1255230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841853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24868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EO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Mission &amp; 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UHF Com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(@Night)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(@Day)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Stand-by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3246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2.59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12.08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12.08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7.14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14.26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13.36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13.50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12.97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Start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807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End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58.63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57.60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66.81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59.49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67.78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81455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Charging Rate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-11.37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-12.40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-3.19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-10.51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24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347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(alpha*(-1))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689684"/>
              </p:ext>
            </p:extLst>
          </p:nvPr>
        </p:nvGraphicFramePr>
        <p:xfrm>
          <a:off x="928992" y="1755278"/>
          <a:ext cx="10334016" cy="397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09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1255230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841853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24868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EO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Mission &amp; 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UHF Com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(@Night)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(@Day)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Stand-by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3246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1.98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9.25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7.22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9.25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14.38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13.48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13.09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Start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807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End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57.03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52.10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59.44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54.02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60.42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81455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Charging Rate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-12.97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-17.90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-10.56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-15.98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24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32616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(alpha*(-2))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83385"/>
              </p:ext>
            </p:extLst>
          </p:nvPr>
        </p:nvGraphicFramePr>
        <p:xfrm>
          <a:off x="928992" y="1755278"/>
          <a:ext cx="10334016" cy="397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09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1255230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841853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24868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EO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Mission &amp; 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UHF Com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(@Night)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(@Day)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Stand-by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3246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1.37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5.79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6.40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5.79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6.40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7.21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14.47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13.63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13.24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Start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807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End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55.41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48.29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51.92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50.24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52.90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81455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Charging Rate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-14.59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-21.71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-18.08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-19.76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-17.10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24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27588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(alpha*0)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912122"/>
              </p:ext>
            </p:extLst>
          </p:nvPr>
        </p:nvGraphicFramePr>
        <p:xfrm>
          <a:off x="282022" y="1250367"/>
          <a:ext cx="11705668" cy="3095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8292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327683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4674489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2561844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429184413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3055109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92773115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984125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248921629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90707574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288247842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5705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End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EO</a:t>
                      </a:r>
                      <a:endParaRPr lang="ko-KR" altLang="en-US" sz="1400" b="1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529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Stand-by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8326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Mission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63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S-band Com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7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3435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2839</TotalTime>
  <Words>1408</Words>
  <Application>Microsoft Office PowerPoint</Application>
  <PresentationFormat>와이드스크린</PresentationFormat>
  <Paragraphs>594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7" baseType="lpstr">
      <vt:lpstr>맑은 고딕</vt:lpstr>
      <vt:lpstr>Arial</vt:lpstr>
      <vt:lpstr>Normal</vt:lpstr>
      <vt:lpstr>Efficiency</vt:lpstr>
      <vt:lpstr>0. Energy Balance : Detumbling mode</vt:lpstr>
      <vt:lpstr>1. Energy Balance : Mission &amp; UHF COM mode</vt:lpstr>
      <vt:lpstr>2. Energy Balance : S-band COM mode(@Night)</vt:lpstr>
      <vt:lpstr>3. Energy Balance : S-band COM mode(@Day)</vt:lpstr>
      <vt:lpstr>4. Energy Balance : Standby mode</vt:lpstr>
      <vt:lpstr>5. Energy Balance : Commissioning mode 1</vt:lpstr>
      <vt:lpstr>6. Energy Balance : Commissioning mode 2</vt:lpstr>
      <vt:lpstr>0. Power Budget : Detumbling mode</vt:lpstr>
      <vt:lpstr>1. Power Budget : Mission &amp; UHF COM mode</vt:lpstr>
      <vt:lpstr>2. Power Budget : S-band COM mode(@Night)</vt:lpstr>
      <vt:lpstr>3. Power Budget : S-band COM mode(@Day)</vt:lpstr>
      <vt:lpstr>4. Power Budget : Stand-by mode</vt:lpstr>
      <vt:lpstr>5. Power Budget : Commissioning mode 1</vt:lpstr>
      <vt:lpstr>6. Power Budget : Commissioning mode 2</vt:lpstr>
      <vt:lpstr>0. Simulink Plot Result : EO mode</vt:lpstr>
      <vt:lpstr>1. Simulink Plot Result : Mission &amp; UHF COM mode</vt:lpstr>
      <vt:lpstr>2. Simulink Plot Result : S-band COM mode(@Night)</vt:lpstr>
      <vt:lpstr>3. Simulink Plot Result : S-band COM mode(@Day)</vt:lpstr>
      <vt:lpstr>4. Simulink Plot Result : Stand-by mode</vt:lpstr>
      <vt:lpstr>0. Simulink Plot Result : EO mode</vt:lpstr>
      <vt:lpstr>1. Simulink Plot Result : Mission &amp; UHF COM mode</vt:lpstr>
      <vt:lpstr>2. Simulink Plot Result : S-band COM mode(@Night)</vt:lpstr>
      <vt:lpstr>3. Simulink Plot Result : S-band COM mode(@Day)</vt:lpstr>
      <vt:lpstr>4. Simulink Plot Result : Stand-by mode</vt:lpstr>
      <vt:lpstr>0. Simulink Plot Result : EO mode</vt:lpstr>
      <vt:lpstr>1. Simulink Plot Result : Mission &amp; UHF COM mode</vt:lpstr>
      <vt:lpstr>2. Simulink Plot Result : S-band COM mode(@Night)</vt:lpstr>
      <vt:lpstr>3. Simulink Plot Result : S-band COM mode(@Day)</vt:lpstr>
      <vt:lpstr>4. Simulink Plot Result : Stand-by mode</vt:lpstr>
      <vt:lpstr>Simulink Data result (alpha*0)</vt:lpstr>
      <vt:lpstr>Simulink Data result (alpha*(-1))</vt:lpstr>
      <vt:lpstr>Simulink Data result (alpha*(-2))</vt:lpstr>
      <vt:lpstr>Simulink Data result (alpha*0)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150</cp:revision>
  <dcterms:created xsi:type="dcterms:W3CDTF">2021-06-14T06:44:23Z</dcterms:created>
  <dcterms:modified xsi:type="dcterms:W3CDTF">2022-11-29T19:15:41Z</dcterms:modified>
  <cp:version/>
</cp:coreProperties>
</file>