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47" autoAdjust="0"/>
    <p:restoredTop sz="94660"/>
  </p:normalViewPr>
  <p:slideViewPr>
    <p:cSldViewPr snapToGrid="0">
      <p:cViewPr>
        <p:scale>
          <a:sx n="125" d="100"/>
          <a:sy n="125" d="100"/>
        </p:scale>
        <p:origin x="1572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2022-07-22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  <a:endParaRPr lang="en-US" altLang="ko-KR" dirty="0"/>
          </a:p>
          <a:p>
            <a:pPr lvl="1"/>
            <a:r>
              <a:rPr lang="en-US" altLang="ko-KR" dirty="0"/>
              <a:t>Flowchart</a:t>
            </a:r>
          </a:p>
          <a:p>
            <a:pPr lvl="1"/>
            <a:r>
              <a:rPr lang="ko-KR" altLang="en-US" dirty="0"/>
              <a:t>초기 궤도 운용 </a:t>
            </a:r>
            <a:r>
              <a:rPr lang="en-US" altLang="ko-KR" dirty="0"/>
              <a:t>Early-Orbit (EO)</a:t>
            </a:r>
          </a:p>
          <a:p>
            <a:pPr lvl="1"/>
            <a:r>
              <a:rPr lang="ko-KR" altLang="en-US" dirty="0"/>
              <a:t>대기 모드 </a:t>
            </a:r>
            <a:r>
              <a:rPr lang="en-US" altLang="ko-KR" dirty="0"/>
              <a:t>Stand-by</a:t>
            </a:r>
          </a:p>
          <a:p>
            <a:pPr lvl="1"/>
            <a:r>
              <a:rPr lang="ko-KR" altLang="en-US" dirty="0"/>
              <a:t>시운전 모드 </a:t>
            </a:r>
            <a:r>
              <a:rPr lang="en-US" altLang="ko-KR" dirty="0"/>
              <a:t>Commissioning</a:t>
            </a:r>
          </a:p>
          <a:p>
            <a:pPr lvl="1"/>
            <a:r>
              <a:rPr lang="ko-KR" altLang="en-US" dirty="0"/>
              <a:t>임무 모드 </a:t>
            </a:r>
            <a:r>
              <a:rPr lang="en-US" altLang="ko-KR" dirty="0"/>
              <a:t>Mission</a:t>
            </a:r>
          </a:p>
          <a:p>
            <a:pPr lvl="1"/>
            <a:r>
              <a:rPr lang="ko-KR" altLang="en-US" dirty="0"/>
              <a:t>통신 모드 </a:t>
            </a:r>
            <a:r>
              <a:rPr lang="en-US" altLang="ko-KR" dirty="0"/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64CC5-5D8D-61D1-037F-555D1A1A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EFFCD2-3071-FD64-F4E8-40FC17662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EF350-B04A-85E5-A058-0CFA9D5C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BA87C1-1CF8-B738-0E1D-F002A4CA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2CD80E-CB9B-12D1-5453-F7DABD90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A76CFD3-5A30-4FF3-B866-5F51FDF461BF}"/>
              </a:ext>
            </a:extLst>
          </p:cNvPr>
          <p:cNvGrpSpPr/>
          <p:nvPr/>
        </p:nvGrpSpPr>
        <p:grpSpPr>
          <a:xfrm>
            <a:off x="317596" y="2047182"/>
            <a:ext cx="5505708" cy="3011266"/>
            <a:chOff x="1048947" y="2207950"/>
            <a:chExt cx="6566576" cy="3591492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0F6040B8-CE28-67DA-839A-3B1344956724}"/>
                </a:ext>
              </a:extLst>
            </p:cNvPr>
            <p:cNvCxnSpPr>
              <a:stCxn id="40" idx="2"/>
              <a:endCxn id="34" idx="0"/>
            </p:cNvCxnSpPr>
            <p:nvPr/>
          </p:nvCxnSpPr>
          <p:spPr>
            <a:xfrm>
              <a:off x="2000251" y="3206393"/>
              <a:ext cx="0" cy="287175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E09C79BA-2215-E162-64C2-54966C5123BF}"/>
                </a:ext>
              </a:extLst>
            </p:cNvPr>
            <p:cNvCxnSpPr>
              <a:cxnSpLocks/>
              <a:stCxn id="34" idx="2"/>
              <a:endCxn id="28" idx="0"/>
            </p:cNvCxnSpPr>
            <p:nvPr/>
          </p:nvCxnSpPr>
          <p:spPr>
            <a:xfrm flipH="1">
              <a:off x="2000250" y="4492011"/>
              <a:ext cx="1" cy="308988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A413D74-1639-2553-0EF9-B09F77EA9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549" y="4492011"/>
              <a:ext cx="429385" cy="31958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EABB479-40F4-624D-1388-87ABC74B4EE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7" y="3936824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15F427B5-9A8A-2F12-9DAE-736033276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3537" y="4063021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B4A879E-5F89-4754-8810-F72015CD8D0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5" y="4384904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1F098F5-4A0F-4DDE-A019-205864ACA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3535" y="4491987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EE678474-F36B-61D9-56AC-9151B0E32BCB}"/>
                </a:ext>
              </a:extLst>
            </p:cNvPr>
            <p:cNvGrpSpPr/>
            <p:nvPr/>
          </p:nvGrpSpPr>
          <p:grpSpPr>
            <a:xfrm>
              <a:off x="1048948" y="2207950"/>
              <a:ext cx="1902604" cy="998443"/>
              <a:chOff x="2221279" y="2430557"/>
              <a:chExt cx="1902604" cy="998443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21ED747-B872-93D3-57F0-9D97B6C3EC1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DE87F11-F167-B448-019C-D94D3F3B8E23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초기 궤도 운용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D832B80B-1BCB-E822-B830-F356F29D9F23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시스템 초기화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각속도 감쇠 제어</a:t>
                </a: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C8FBA31-90FD-EEF4-9ECA-DB75B82CB321}"/>
                </a:ext>
              </a:extLst>
            </p:cNvPr>
            <p:cNvGrpSpPr/>
            <p:nvPr/>
          </p:nvGrpSpPr>
          <p:grpSpPr>
            <a:xfrm>
              <a:off x="3380934" y="3493568"/>
              <a:ext cx="1902604" cy="998443"/>
              <a:chOff x="2221279" y="2430557"/>
              <a:chExt cx="1902604" cy="998443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0738A44-ABBD-B41C-8377-5AFEF6B4E7D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CC1A39AA-38A3-EB3D-C2B7-E24BE1F1009D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대기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3BD6216-73A3-2468-E54A-0450AA2379E6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모멘텀 덤핑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1881074-BE13-0130-5E5C-1FACE4423495}"/>
                </a:ext>
              </a:extLst>
            </p:cNvPr>
            <p:cNvGrpSpPr/>
            <p:nvPr/>
          </p:nvGrpSpPr>
          <p:grpSpPr>
            <a:xfrm>
              <a:off x="1048948" y="3493568"/>
              <a:ext cx="1902604" cy="998443"/>
              <a:chOff x="2221279" y="2430557"/>
              <a:chExt cx="1902604" cy="998443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5F787137-6F5F-31BB-D82C-08753AF7251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C6F7CFD-11F8-15F9-4279-8F721F6B1BA6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9A2B35AD-0ED9-2FE7-23F6-07B137D612F0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태양전지판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박막 전개장치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0FF93AF-52A3-21C3-9E9E-B9D8DDD7D0D6}"/>
                </a:ext>
              </a:extLst>
            </p:cNvPr>
            <p:cNvGrpSpPr/>
            <p:nvPr/>
          </p:nvGrpSpPr>
          <p:grpSpPr>
            <a:xfrm>
              <a:off x="5712919" y="3493568"/>
              <a:ext cx="1902604" cy="998443"/>
              <a:chOff x="2221279" y="2430557"/>
              <a:chExt cx="1902604" cy="998443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0B0B933F-DD03-EED4-57A5-3BC452B4ABB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68DBAAE-6477-E821-42CF-9B5B27C37A50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임무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2BEACCD0-B0D9-02E6-243B-D9A621D088D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 및 촬영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CC395AC-E536-217F-D9A2-D32A36DC8BF2}"/>
                </a:ext>
              </a:extLst>
            </p:cNvPr>
            <p:cNvGrpSpPr/>
            <p:nvPr/>
          </p:nvGrpSpPr>
          <p:grpSpPr>
            <a:xfrm>
              <a:off x="1048947" y="4800999"/>
              <a:ext cx="1902604" cy="998443"/>
              <a:chOff x="2221279" y="2430557"/>
              <a:chExt cx="1902604" cy="998443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51C2AE58-78CE-04A8-7F6F-10F970A1047D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DA929EB-9099-D18D-C574-23F36B8F118D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D627AB9A-7A44-FFD0-419D-E4288B63FD1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 err="1">
                    <a:solidFill>
                      <a:schemeClr val="tx1"/>
                    </a:solidFill>
                  </a:rPr>
                  <a:t>전장품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4B9DC67-9CEE-3B7D-2955-29BBF3AFAE23}"/>
                </a:ext>
              </a:extLst>
            </p:cNvPr>
            <p:cNvGrpSpPr/>
            <p:nvPr/>
          </p:nvGrpSpPr>
          <p:grpSpPr>
            <a:xfrm>
              <a:off x="5712919" y="4800999"/>
              <a:ext cx="1902604" cy="998443"/>
              <a:chOff x="2221279" y="2430557"/>
              <a:chExt cx="1902604" cy="998443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223B42F8-5E73-3171-E05D-686AD1D3EB9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3506360D-FAA2-E3B9-D75B-4984F25EEDF7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통신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A13564F7-86CA-9C68-54A5-53E543CB766C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영상 데이터 하향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1D3F741-DB21-39E3-E862-CD557A7FC92F}"/>
                </a:ext>
              </a:extLst>
            </p:cNvPr>
            <p:cNvGrpSpPr/>
            <p:nvPr/>
          </p:nvGrpSpPr>
          <p:grpSpPr>
            <a:xfrm>
              <a:off x="3380934" y="2210852"/>
              <a:ext cx="1902604" cy="998443"/>
              <a:chOff x="2221279" y="2430557"/>
              <a:chExt cx="1902604" cy="998443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E2D6523-AB16-0C3E-BC77-346E15F3C84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C94178F-5ADC-92C8-0492-3E466C387EBE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비상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5817BB6-7CAD-99FE-E093-E9ED8D1E7C3A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전력 비상</a:t>
                </a:r>
                <a:r>
                  <a:rPr lang="en-US" altLang="ko-KR" sz="1000" i="1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오류 관리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9F6BB50-80B9-E1DD-BE7B-1EFA0BAAE567}"/>
              </a:ext>
            </a:extLst>
          </p:cNvPr>
          <p:cNvGrpSpPr/>
          <p:nvPr/>
        </p:nvGrpSpPr>
        <p:grpSpPr>
          <a:xfrm>
            <a:off x="6350686" y="2047182"/>
            <a:ext cx="5505708" cy="3011266"/>
            <a:chOff x="1048947" y="2207950"/>
            <a:chExt cx="6566576" cy="3591492"/>
          </a:xfrm>
        </p:grpSpPr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9BF777E1-C768-F16F-B1E2-0F254136BD22}"/>
                </a:ext>
              </a:extLst>
            </p:cNvPr>
            <p:cNvCxnSpPr>
              <a:stCxn id="76" idx="2"/>
              <a:endCxn id="70" idx="0"/>
            </p:cNvCxnSpPr>
            <p:nvPr/>
          </p:nvCxnSpPr>
          <p:spPr>
            <a:xfrm>
              <a:off x="2000251" y="3206393"/>
              <a:ext cx="0" cy="287175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C3E433F6-7B7D-CDCC-CE8F-9F1FEE5781BD}"/>
                </a:ext>
              </a:extLst>
            </p:cNvPr>
            <p:cNvCxnSpPr>
              <a:cxnSpLocks/>
              <a:stCxn id="70" idx="2"/>
              <a:endCxn id="64" idx="0"/>
            </p:cNvCxnSpPr>
            <p:nvPr/>
          </p:nvCxnSpPr>
          <p:spPr>
            <a:xfrm flipH="1">
              <a:off x="2000250" y="4492011"/>
              <a:ext cx="1" cy="308988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4C0E9185-7479-9E86-4086-88742F3AA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549" y="4492011"/>
              <a:ext cx="429385" cy="31958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EDD884B1-BD2E-903E-C428-EC9C1EC14E67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7" y="3936824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CBE36142-90A6-9020-359E-E23D66E04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3537" y="4063021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6121196-10B5-C3AF-94C1-4E97D5E6CAF8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5" y="4384904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84E82B0E-233C-7C79-2D0F-E2AEE9C599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3535" y="4491987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0A99D838-4BC9-31DD-7C56-A0F00773B20A}"/>
                </a:ext>
              </a:extLst>
            </p:cNvPr>
            <p:cNvGrpSpPr/>
            <p:nvPr/>
          </p:nvGrpSpPr>
          <p:grpSpPr>
            <a:xfrm>
              <a:off x="1048948" y="2207950"/>
              <a:ext cx="1902604" cy="998443"/>
              <a:chOff x="2221279" y="2430557"/>
              <a:chExt cx="1902604" cy="998443"/>
            </a:xfrm>
          </p:grpSpPr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531FBBB1-B180-0E88-AC14-7E0E692AEAEB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437CE562-456D-4680-4F66-69C5651B27B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Early-Orbit (EO)</a:t>
                </a:r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A9C3BD40-7180-CD05-1A37-3E3A5A1A864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System Initialization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UHF Antenna Deployment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Detumbling</a:t>
                </a:r>
                <a:endParaRPr lang="ko-KR" altLang="en-US" sz="9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FBF9888-4336-181D-86D3-318A46681FC0}"/>
                </a:ext>
              </a:extLst>
            </p:cNvPr>
            <p:cNvGrpSpPr/>
            <p:nvPr/>
          </p:nvGrpSpPr>
          <p:grpSpPr>
            <a:xfrm>
              <a:off x="3380934" y="3493568"/>
              <a:ext cx="1902604" cy="998443"/>
              <a:chOff x="2221279" y="2430557"/>
              <a:chExt cx="1902604" cy="998443"/>
            </a:xfrm>
          </p:grpSpPr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94C10520-07D8-EBAF-B210-BCD70C858FD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FDE7EB82-8622-0868-4D6B-B25030ED9BC8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Stand-by</a:t>
                </a: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EE13B045-73AC-7DD3-51F6-3FF3E947BE4B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Momentum Dumping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Communication Stand-by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Sun Pointing</a:t>
                </a: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4A5E7EB-E975-E7AC-8383-09345A0A3970}"/>
                </a:ext>
              </a:extLst>
            </p:cNvPr>
            <p:cNvGrpSpPr/>
            <p:nvPr/>
          </p:nvGrpSpPr>
          <p:grpSpPr>
            <a:xfrm>
              <a:off x="1048948" y="3493568"/>
              <a:ext cx="1902604" cy="998443"/>
              <a:chOff x="2221279" y="2430557"/>
              <a:chExt cx="1902604" cy="998443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FD1EF1F6-66E4-FCA4-1767-9F41F85DB9E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B1FCB137-8046-5F68-5F3B-5B74268D6298}"/>
                  </a:ext>
                </a:extLst>
              </p:cNvPr>
              <p:cNvSpPr/>
              <p:nvPr/>
            </p:nvSpPr>
            <p:spPr>
              <a:xfrm>
                <a:off x="2221280" y="2497168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Commissioning 1</a:t>
                </a: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9E2EE7D3-D80A-B546-A586-4805B47A4F6D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Solar Panel Deployment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S-band Antenna Deployment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Reflector Deployment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15E58BE-6426-140C-E593-B12EA75A2B90}"/>
                </a:ext>
              </a:extLst>
            </p:cNvPr>
            <p:cNvGrpSpPr/>
            <p:nvPr/>
          </p:nvGrpSpPr>
          <p:grpSpPr>
            <a:xfrm>
              <a:off x="5712919" y="3493568"/>
              <a:ext cx="1902604" cy="998443"/>
              <a:chOff x="2221279" y="2430557"/>
              <a:chExt cx="1902604" cy="998443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F42FE28-DA71-6C4D-4842-2AA2F8AA03E9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7B3430ED-A429-77DD-8F20-A36C1DAED73B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Mission</a:t>
                </a:r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49A623D7-8672-9F6D-B892-0E27A776E4E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Nadir Pointing &amp; Observation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UHF Communication Stand-by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BA4A26B7-5812-FA30-999F-EA03BDC90AF0}"/>
                </a:ext>
              </a:extLst>
            </p:cNvPr>
            <p:cNvGrpSpPr/>
            <p:nvPr/>
          </p:nvGrpSpPr>
          <p:grpSpPr>
            <a:xfrm>
              <a:off x="1048947" y="4800999"/>
              <a:ext cx="1902604" cy="998443"/>
              <a:chOff x="2221279" y="2430557"/>
              <a:chExt cx="1902604" cy="998443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62E9A34D-6029-DB59-64E8-A3BA1C0181E2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2BD3049E-8496-BAFC-C806-199AE28B86E0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Commissioning 2</a:t>
                </a: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D6DA5A1B-D8C3-4471-693B-46302DC888AC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S-band Commissioning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Electronic Units Commissioning</a:t>
                </a: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379948B2-853B-99C7-1D29-F8872F27041B}"/>
                </a:ext>
              </a:extLst>
            </p:cNvPr>
            <p:cNvGrpSpPr/>
            <p:nvPr/>
          </p:nvGrpSpPr>
          <p:grpSpPr>
            <a:xfrm>
              <a:off x="5712919" y="4800999"/>
              <a:ext cx="1902604" cy="998443"/>
              <a:chOff x="2221279" y="2430557"/>
              <a:chExt cx="1902604" cy="998443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2051D60-EA05-E41F-AB30-B3B87C1CA73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960867DD-ABA3-AC10-3E98-D1981104192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Communication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B46B2A94-DF58-AD41-2525-DD32E2A71941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Nadir Pointing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S-band Communication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Image Downlink</a:t>
                </a: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BA87D53-2172-0FEF-70A2-E6C4A56EB446}"/>
                </a:ext>
              </a:extLst>
            </p:cNvPr>
            <p:cNvGrpSpPr/>
            <p:nvPr/>
          </p:nvGrpSpPr>
          <p:grpSpPr>
            <a:xfrm>
              <a:off x="3380934" y="2210852"/>
              <a:ext cx="1902604" cy="998443"/>
              <a:chOff x="2221279" y="2430557"/>
              <a:chExt cx="1902604" cy="998443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B400F994-336A-B3BE-8569-D7D5B2C7355D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337F73AE-1175-0446-2834-7E9B5CACA10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Emergency</a:t>
                </a: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7B5E3904-AD9F-B770-4792-367AFAE2DEE6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Power Emergency</a:t>
                </a:r>
                <a:br>
                  <a:rPr lang="en-US" altLang="ko-KR" sz="1000" i="1" dirty="0">
                    <a:solidFill>
                      <a:schemeClr val="tx1"/>
                    </a:solidFill>
                  </a:rPr>
                </a:br>
                <a:r>
                  <a:rPr lang="en-US" altLang="ko-KR" sz="1000" i="1" dirty="0">
                    <a:solidFill>
                      <a:schemeClr val="tx1"/>
                    </a:solidFill>
                  </a:rPr>
                  <a:t>: Sun Pointing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Error Management</a:t>
                </a:r>
              </a:p>
            </p:txBody>
          </p:sp>
        </p:grp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37105E1-5254-4CEE-DAD9-6864738F346D}"/>
              </a:ext>
            </a:extLst>
          </p:cNvPr>
          <p:cNvCxnSpPr/>
          <p:nvPr/>
        </p:nvCxnSpPr>
        <p:spPr>
          <a:xfrm>
            <a:off x="6096000" y="835429"/>
            <a:ext cx="0" cy="5440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353C7C8-6BCC-89BD-C977-4A032FEB1A8C}"/>
              </a:ext>
            </a:extLst>
          </p:cNvPr>
          <p:cNvGrpSpPr/>
          <p:nvPr/>
        </p:nvGrpSpPr>
        <p:grpSpPr>
          <a:xfrm>
            <a:off x="1214741" y="996872"/>
            <a:ext cx="3828113" cy="5606708"/>
            <a:chOff x="4865799" y="623431"/>
            <a:chExt cx="4230040" cy="6195376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9CD930A-DAF5-A56E-E011-9F42C99723F8}"/>
                </a:ext>
              </a:extLst>
            </p:cNvPr>
            <p:cNvSpPr/>
            <p:nvPr/>
          </p:nvSpPr>
          <p:spPr>
            <a:xfrm>
              <a:off x="6397361" y="3373606"/>
              <a:ext cx="2117989" cy="3086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0408A32-5C83-8607-CC71-09A70A188601}"/>
                </a:ext>
              </a:extLst>
            </p:cNvPr>
            <p:cNvGrpSpPr/>
            <p:nvPr/>
          </p:nvGrpSpPr>
          <p:grpSpPr>
            <a:xfrm>
              <a:off x="4865799" y="2776875"/>
              <a:ext cx="1902603" cy="459387"/>
              <a:chOff x="2221280" y="2423861"/>
              <a:chExt cx="1902603" cy="459387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3C1473B5-087E-E6A5-8590-4650E5617E90}"/>
                  </a:ext>
                </a:extLst>
              </p:cNvPr>
              <p:cNvSpPr/>
              <p:nvPr/>
            </p:nvSpPr>
            <p:spPr>
              <a:xfrm>
                <a:off x="2221280" y="2423861"/>
                <a:ext cx="1902603" cy="459387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4FC12AC-26D3-D6A3-3B2C-AC06AFA75BA4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비상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E31A3EC-CBE6-26D6-4DDF-E62FD7F49344}"/>
                </a:ext>
              </a:extLst>
            </p:cNvPr>
            <p:cNvGrpSpPr/>
            <p:nvPr/>
          </p:nvGrpSpPr>
          <p:grpSpPr>
            <a:xfrm>
              <a:off x="6508957" y="623431"/>
              <a:ext cx="1902604" cy="2008363"/>
              <a:chOff x="683150" y="2289130"/>
              <a:chExt cx="1902604" cy="2008363"/>
            </a:xfrm>
          </p:grpSpPr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FEA1A43B-DAB7-055A-0190-6F61A45BFE46}"/>
                  </a:ext>
                </a:extLst>
              </p:cNvPr>
              <p:cNvCxnSpPr>
                <a:cxnSpLocks/>
                <a:stCxn id="45" idx="2"/>
                <a:endCxn id="43" idx="0"/>
              </p:cNvCxnSpPr>
              <p:nvPr/>
            </p:nvCxnSpPr>
            <p:spPr>
              <a:xfrm>
                <a:off x="1634453" y="2744723"/>
                <a:ext cx="0" cy="326866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136AA7E5-735E-CD88-7B1B-66CD469F76EA}"/>
                  </a:ext>
                </a:extLst>
              </p:cNvPr>
              <p:cNvGrpSpPr/>
              <p:nvPr/>
            </p:nvGrpSpPr>
            <p:grpSpPr>
              <a:xfrm>
                <a:off x="683151" y="2289130"/>
                <a:ext cx="1902603" cy="455593"/>
                <a:chOff x="2221280" y="2430557"/>
                <a:chExt cx="1902603" cy="455593"/>
              </a:xfrm>
            </p:grpSpPr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D4498C36-E170-C7C6-12B0-75A3FD756CA4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55593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A8051BD4-2E67-E62E-F24D-3A04DADF1F2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초기 궤도 운용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8565A4B3-3AA4-EDB1-D189-BFB8A8549AFF}"/>
                  </a:ext>
                </a:extLst>
              </p:cNvPr>
              <p:cNvGrpSpPr/>
              <p:nvPr/>
            </p:nvGrpSpPr>
            <p:grpSpPr>
              <a:xfrm>
                <a:off x="683151" y="3071589"/>
                <a:ext cx="1902603" cy="461624"/>
                <a:chOff x="2221280" y="2430558"/>
                <a:chExt cx="1902603" cy="461624"/>
              </a:xfrm>
            </p:grpSpPr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4047086C-B77E-7FAA-01BF-2AD696095CE1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1624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2A9C617E-EE09-39E1-9017-E07874A14C09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시운전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11028FB-BC66-DB7E-44DB-F9DF0B7CA775}"/>
                  </a:ext>
                </a:extLst>
              </p:cNvPr>
              <p:cNvGrpSpPr/>
              <p:nvPr/>
            </p:nvGrpSpPr>
            <p:grpSpPr>
              <a:xfrm>
                <a:off x="683150" y="3841901"/>
                <a:ext cx="1902603" cy="455592"/>
                <a:chOff x="2221280" y="2430558"/>
                <a:chExt cx="1902603" cy="455592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A39EC52A-FC2D-D4E2-633D-3068CAC19EF5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025CF925-EEBB-E0E6-227C-455E0E402268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시운전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DC4F65B7-2BBC-2691-B3BA-05AA0927A358}"/>
                  </a:ext>
                </a:extLst>
              </p:cNvPr>
              <p:cNvCxnSpPr>
                <a:cxnSpLocks/>
                <a:stCxn id="43" idx="2"/>
                <a:endCxn id="41" idx="0"/>
              </p:cNvCxnSpPr>
              <p:nvPr/>
            </p:nvCxnSpPr>
            <p:spPr>
              <a:xfrm flipH="1">
                <a:off x="1634452" y="3533213"/>
                <a:ext cx="1" cy="308688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3A232B-339F-DE6B-4810-362EB0EAC1A2}"/>
                </a:ext>
              </a:extLst>
            </p:cNvPr>
            <p:cNvSpPr txBox="1"/>
            <p:nvPr/>
          </p:nvSpPr>
          <p:spPr>
            <a:xfrm>
              <a:off x="8411560" y="1501662"/>
              <a:ext cx="634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+10</a:t>
              </a:r>
              <a:r>
                <a:rPr lang="ko-KR" altLang="en-US" sz="1400" dirty="0"/>
                <a:t>일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5C5CE7-AFA7-674A-AFC0-8432BC16BDC0}"/>
                </a:ext>
              </a:extLst>
            </p:cNvPr>
            <p:cNvSpPr txBox="1"/>
            <p:nvPr/>
          </p:nvSpPr>
          <p:spPr>
            <a:xfrm>
              <a:off x="8411559" y="2250109"/>
              <a:ext cx="684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+14</a:t>
              </a:r>
              <a:r>
                <a:rPr lang="ko-KR" altLang="en-US" sz="1400" dirty="0"/>
                <a:t>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AD6A45-76FC-C0AA-9353-FAA8C45FFDEA}"/>
                </a:ext>
              </a:extLst>
            </p:cNvPr>
            <p:cNvSpPr txBox="1"/>
            <p:nvPr/>
          </p:nvSpPr>
          <p:spPr>
            <a:xfrm>
              <a:off x="8411559" y="703413"/>
              <a:ext cx="684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+7</a:t>
              </a:r>
              <a:r>
                <a:rPr lang="ko-KR" altLang="en-US" sz="1400" dirty="0"/>
                <a:t>일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0BAF21E-5E72-36B6-1FBE-2ADE4F636463}"/>
                </a:ext>
              </a:extLst>
            </p:cNvPr>
            <p:cNvGrpSpPr/>
            <p:nvPr/>
          </p:nvGrpSpPr>
          <p:grpSpPr>
            <a:xfrm>
              <a:off x="6515013" y="3463822"/>
              <a:ext cx="1902606" cy="2889705"/>
              <a:chOff x="4221330" y="2289130"/>
              <a:chExt cx="1902606" cy="2889705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499DE80C-F6DB-7746-FD74-F59321A7F12E}"/>
                  </a:ext>
                </a:extLst>
              </p:cNvPr>
              <p:cNvGrpSpPr/>
              <p:nvPr/>
            </p:nvGrpSpPr>
            <p:grpSpPr>
              <a:xfrm>
                <a:off x="4221331" y="2289130"/>
                <a:ext cx="1902603" cy="462370"/>
                <a:chOff x="2221280" y="2430558"/>
                <a:chExt cx="1902603" cy="462370"/>
              </a:xfrm>
            </p:grpSpPr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7A096CBA-C0F5-B183-C236-E8C0516545FA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AABFC99E-C1A3-62D1-FA28-DE30DA64D457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대기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19F8ABAB-980E-26FD-0524-A7E091F1D9E0}"/>
                  </a:ext>
                </a:extLst>
              </p:cNvPr>
              <p:cNvGrpSpPr/>
              <p:nvPr/>
            </p:nvGrpSpPr>
            <p:grpSpPr>
              <a:xfrm>
                <a:off x="4221333" y="3100749"/>
                <a:ext cx="1902603" cy="461625"/>
                <a:chOff x="2221280" y="2430557"/>
                <a:chExt cx="1902603" cy="461625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0B44FE8D-715A-FE62-41C5-FD964B92EBBC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61625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F5F4E0F9-9D7D-F873-3898-AAE1D196F670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임무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154E9377-42F3-4E48-E0C4-FB02557D7554}"/>
                  </a:ext>
                </a:extLst>
              </p:cNvPr>
              <p:cNvGrpSpPr/>
              <p:nvPr/>
            </p:nvGrpSpPr>
            <p:grpSpPr>
              <a:xfrm>
                <a:off x="4221330" y="4723243"/>
                <a:ext cx="1902603" cy="455592"/>
                <a:chOff x="2221280" y="2430558"/>
                <a:chExt cx="1902603" cy="455592"/>
              </a:xfrm>
            </p:grpSpPr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35DCCFA0-FD1B-9A37-76BB-EE49D2D76D39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C7F99B06-4C1C-9573-2457-68C017378C9A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통신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6C4F4544-C4D9-E869-4A88-BCACACDA48C1}"/>
                  </a:ext>
                </a:extLst>
              </p:cNvPr>
              <p:cNvGrpSpPr/>
              <p:nvPr/>
            </p:nvGrpSpPr>
            <p:grpSpPr>
              <a:xfrm>
                <a:off x="4221332" y="3911623"/>
                <a:ext cx="1902603" cy="462370"/>
                <a:chOff x="2221280" y="2430558"/>
                <a:chExt cx="1902603" cy="462370"/>
              </a:xfrm>
            </p:grpSpPr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99245804-23D6-6799-17C4-DF8B004E23AA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C20C8A24-FDF8-EFDB-1CA9-FAA577FEF645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대기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FF0CCDDF-3D25-B1C0-0990-4A783D8CBF80}"/>
                  </a:ext>
                </a:extLst>
              </p:cNvPr>
              <p:cNvCxnSpPr>
                <a:cxnSpLocks/>
                <a:stCxn id="34" idx="2"/>
                <a:endCxn id="32" idx="0"/>
              </p:cNvCxnSpPr>
              <p:nvPr/>
            </p:nvCxnSpPr>
            <p:spPr>
              <a:xfrm>
                <a:off x="5172633" y="2751500"/>
                <a:ext cx="2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직선 화살표 연결선 24">
                <a:extLst>
                  <a:ext uri="{FF2B5EF4-FFF2-40B4-BE49-F238E27FC236}">
                    <a16:creationId xmlns:a16="http://schemas.microsoft.com/office/drawing/2014/main" id="{565985F0-3AAD-6F35-7346-0EC82D865847}"/>
                  </a:ext>
                </a:extLst>
              </p:cNvPr>
              <p:cNvCxnSpPr>
                <a:cxnSpLocks/>
                <a:stCxn id="32" idx="2"/>
                <a:endCxn id="28" idx="0"/>
              </p:cNvCxnSpPr>
              <p:nvPr/>
            </p:nvCxnSpPr>
            <p:spPr>
              <a:xfrm flipH="1">
                <a:off x="5172634" y="3562374"/>
                <a:ext cx="1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CAD271DC-AE02-D96F-0626-46092FE9AA3C}"/>
                  </a:ext>
                </a:extLst>
              </p:cNvPr>
              <p:cNvCxnSpPr>
                <a:cxnSpLocks/>
                <a:stCxn id="28" idx="2"/>
                <a:endCxn id="30" idx="0"/>
              </p:cNvCxnSpPr>
              <p:nvPr/>
            </p:nvCxnSpPr>
            <p:spPr>
              <a:xfrm flipH="1">
                <a:off x="5172632" y="4373993"/>
                <a:ext cx="2" cy="349250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연결선: 꺾임 26">
                <a:extLst>
                  <a:ext uri="{FF2B5EF4-FFF2-40B4-BE49-F238E27FC236}">
                    <a16:creationId xmlns:a16="http://schemas.microsoft.com/office/drawing/2014/main" id="{D17FA5BE-BD1C-59DF-D0EE-D17CEA5BA7EF}"/>
                  </a:ext>
                </a:extLst>
              </p:cNvPr>
              <p:cNvCxnSpPr>
                <a:cxnSpLocks/>
                <a:stCxn id="31" idx="3"/>
                <a:endCxn id="34" idx="3"/>
              </p:cNvCxnSpPr>
              <p:nvPr/>
            </p:nvCxnSpPr>
            <p:spPr>
              <a:xfrm flipV="1">
                <a:off x="6123933" y="2520315"/>
                <a:ext cx="1" cy="2456139"/>
              </a:xfrm>
              <a:prstGeom prst="bentConnector3">
                <a:avLst>
                  <a:gd name="adj1" fmla="val 22860100000"/>
                </a:avLst>
              </a:prstGeom>
              <a:ln w="22225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D213E0C8-6792-E19D-0395-FC6442D5A02C}"/>
                </a:ext>
              </a:extLst>
            </p:cNvPr>
            <p:cNvCxnSpPr>
              <a:cxnSpLocks/>
              <a:stCxn id="41" idx="2"/>
              <a:endCxn id="34" idx="0"/>
            </p:cNvCxnSpPr>
            <p:nvPr/>
          </p:nvCxnSpPr>
          <p:spPr>
            <a:xfrm rot="16200000" flipH="1">
              <a:off x="7047273" y="3044779"/>
              <a:ext cx="832028" cy="6057"/>
            </a:xfrm>
            <a:prstGeom prst="bentConnector3">
              <a:avLst>
                <a:gd name="adj1" fmla="val 937"/>
              </a:avLst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8BE71D-F057-989F-4DE2-8E91520AA6B3}"/>
                </a:ext>
              </a:extLst>
            </p:cNvPr>
            <p:cNvSpPr txBox="1"/>
            <p:nvPr/>
          </p:nvSpPr>
          <p:spPr>
            <a:xfrm>
              <a:off x="6768402" y="6471500"/>
              <a:ext cx="1746947" cy="347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약 </a:t>
              </a:r>
              <a:r>
                <a:rPr lang="en-US" altLang="ko-KR" sz="1400" dirty="0"/>
                <a:t>24 </a:t>
              </a:r>
              <a:r>
                <a:rPr lang="ko-KR" altLang="en-US" sz="1400" dirty="0"/>
                <a:t>시간 주기</a:t>
              </a:r>
            </a:p>
          </p:txBody>
        </p:sp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1A4DD1F7-A4FE-1F4D-A82F-EEB93A7D6465}"/>
                </a:ext>
              </a:extLst>
            </p:cNvPr>
            <p:cNvCxnSpPr>
              <a:cxnSpLocks/>
              <a:stCxn id="44" idx="1"/>
              <a:endCxn id="47" idx="0"/>
            </p:cNvCxnSpPr>
            <p:nvPr/>
          </p:nvCxnSpPr>
          <p:spPr>
            <a:xfrm rot="10800000" flipV="1">
              <a:off x="5817102" y="1659101"/>
              <a:ext cx="691857" cy="1117774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FB31B497-9500-3811-2FBD-6742FB479841}"/>
                </a:ext>
              </a:extLst>
            </p:cNvPr>
            <p:cNvCxnSpPr>
              <a:cxnSpLocks/>
              <a:stCxn id="41" idx="1"/>
              <a:endCxn id="47" idx="0"/>
            </p:cNvCxnSpPr>
            <p:nvPr/>
          </p:nvCxnSpPr>
          <p:spPr>
            <a:xfrm rot="10800000" flipV="1">
              <a:off x="5817101" y="2403997"/>
              <a:ext cx="691856" cy="372877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B0F08A74-1C40-62A4-D29F-2593DE261E7B}"/>
                </a:ext>
              </a:extLst>
            </p:cNvPr>
            <p:cNvCxnSpPr>
              <a:cxnSpLocks/>
              <a:stCxn id="8" idx="1"/>
              <a:endCxn id="48" idx="2"/>
            </p:cNvCxnSpPr>
            <p:nvPr/>
          </p:nvCxnSpPr>
          <p:spPr>
            <a:xfrm rot="10800000">
              <a:off x="5817101" y="3223382"/>
              <a:ext cx="580260" cy="1693274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90B6359-7618-C4E1-1D5A-FCD317921C74}"/>
              </a:ext>
            </a:extLst>
          </p:cNvPr>
          <p:cNvGrpSpPr/>
          <p:nvPr/>
        </p:nvGrpSpPr>
        <p:grpSpPr>
          <a:xfrm>
            <a:off x="7175863" y="1001105"/>
            <a:ext cx="4304937" cy="5606708"/>
            <a:chOff x="4865799" y="623431"/>
            <a:chExt cx="4756928" cy="61953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9AECD1A-FCB2-8540-0E6D-73451323A723}"/>
                </a:ext>
              </a:extLst>
            </p:cNvPr>
            <p:cNvSpPr/>
            <p:nvPr/>
          </p:nvSpPr>
          <p:spPr>
            <a:xfrm>
              <a:off x="6397361" y="3373606"/>
              <a:ext cx="2117989" cy="3086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967191CF-F604-EDEA-2BD0-427C3CAB3137}"/>
                </a:ext>
              </a:extLst>
            </p:cNvPr>
            <p:cNvGrpSpPr/>
            <p:nvPr/>
          </p:nvGrpSpPr>
          <p:grpSpPr>
            <a:xfrm>
              <a:off x="4865799" y="2776875"/>
              <a:ext cx="1902603" cy="459387"/>
              <a:chOff x="2221280" y="2423861"/>
              <a:chExt cx="1902603" cy="459387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A7B83DCB-FFE0-E73D-8D5E-67F10785BF1B}"/>
                  </a:ext>
                </a:extLst>
              </p:cNvPr>
              <p:cNvSpPr/>
              <p:nvPr/>
            </p:nvSpPr>
            <p:spPr>
              <a:xfrm>
                <a:off x="2221280" y="2423861"/>
                <a:ext cx="1902603" cy="459387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DA94FEB6-47B6-FE91-19AC-63F9AB3E831C}"/>
                  </a:ext>
                </a:extLst>
              </p:cNvPr>
              <p:cNvSpPr/>
              <p:nvPr/>
            </p:nvSpPr>
            <p:spPr>
              <a:xfrm>
                <a:off x="2221280" y="2477428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Emergency</a:t>
                </a: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55262FB-49C0-C1C4-F542-572242C78252}"/>
                </a:ext>
              </a:extLst>
            </p:cNvPr>
            <p:cNvGrpSpPr/>
            <p:nvPr/>
          </p:nvGrpSpPr>
          <p:grpSpPr>
            <a:xfrm>
              <a:off x="6508957" y="623431"/>
              <a:ext cx="1902604" cy="2008363"/>
              <a:chOff x="683150" y="2289130"/>
              <a:chExt cx="1902604" cy="2008363"/>
            </a:xfrm>
          </p:grpSpPr>
          <p:cxnSp>
            <p:nvCxnSpPr>
              <p:cNvPr id="78" name="직선 화살표 연결선 77">
                <a:extLst>
                  <a:ext uri="{FF2B5EF4-FFF2-40B4-BE49-F238E27FC236}">
                    <a16:creationId xmlns:a16="http://schemas.microsoft.com/office/drawing/2014/main" id="{7BFE9E72-F52A-5420-17E3-4F533D85CFE9}"/>
                  </a:ext>
                </a:extLst>
              </p:cNvPr>
              <p:cNvCxnSpPr>
                <a:cxnSpLocks/>
                <a:stCxn id="87" idx="2"/>
                <a:endCxn id="85" idx="0"/>
              </p:cNvCxnSpPr>
              <p:nvPr/>
            </p:nvCxnSpPr>
            <p:spPr>
              <a:xfrm>
                <a:off x="1634453" y="2744723"/>
                <a:ext cx="0" cy="326866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A30B9D4-0820-BCCD-9BDC-5C143D22F43D}"/>
                  </a:ext>
                </a:extLst>
              </p:cNvPr>
              <p:cNvGrpSpPr/>
              <p:nvPr/>
            </p:nvGrpSpPr>
            <p:grpSpPr>
              <a:xfrm>
                <a:off x="683151" y="2289130"/>
                <a:ext cx="1902603" cy="455593"/>
                <a:chOff x="2221280" y="2430557"/>
                <a:chExt cx="1902603" cy="455593"/>
              </a:xfrm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A45A8A8E-D272-46A0-230D-59B2F239C6E6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55593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9FC32E5A-3160-F0D3-8320-809FE0D53E7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Early-Orbit</a:t>
                  </a:r>
                </a:p>
              </p:txBody>
            </p:sp>
          </p:grp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98E721B9-902A-FA5C-7C89-6ADE1B1A93DA}"/>
                  </a:ext>
                </a:extLst>
              </p:cNvPr>
              <p:cNvGrpSpPr/>
              <p:nvPr/>
            </p:nvGrpSpPr>
            <p:grpSpPr>
              <a:xfrm>
                <a:off x="683151" y="3071589"/>
                <a:ext cx="1902603" cy="461624"/>
                <a:chOff x="2221280" y="2430558"/>
                <a:chExt cx="1902603" cy="461624"/>
              </a:xfrm>
            </p:grpSpPr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74D3A890-6BC9-F369-D5C2-0E43EF6111AC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1624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FFB675E7-9367-8C69-C1CE-92E87764C6D6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Commissioning</a:t>
                  </a:r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E145DD3E-D218-C6FE-147E-CCADA966B422}"/>
                  </a:ext>
                </a:extLst>
              </p:cNvPr>
              <p:cNvGrpSpPr/>
              <p:nvPr/>
            </p:nvGrpSpPr>
            <p:grpSpPr>
              <a:xfrm>
                <a:off x="683150" y="3841901"/>
                <a:ext cx="1902603" cy="455592"/>
                <a:chOff x="2221280" y="2430558"/>
                <a:chExt cx="1902603" cy="455592"/>
              </a:xfrm>
            </p:grpSpPr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7FA28E65-CB68-96E0-1EB6-29D5F188E609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72DD7DE-B855-7450-E681-F6EF3FECA45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Commissioning</a:t>
                  </a:r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B42EDBEA-A673-4659-13F9-09C186A504BE}"/>
                  </a:ext>
                </a:extLst>
              </p:cNvPr>
              <p:cNvCxnSpPr>
                <a:cxnSpLocks/>
                <a:stCxn id="85" idx="2"/>
                <a:endCxn id="83" idx="0"/>
              </p:cNvCxnSpPr>
              <p:nvPr/>
            </p:nvCxnSpPr>
            <p:spPr>
              <a:xfrm flipH="1">
                <a:off x="1634452" y="3533213"/>
                <a:ext cx="1" cy="308688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1A153D7-8182-6FC8-5511-8CBDFD032907}"/>
                </a:ext>
              </a:extLst>
            </p:cNvPr>
            <p:cNvSpPr txBox="1"/>
            <p:nvPr/>
          </p:nvSpPr>
          <p:spPr>
            <a:xfrm>
              <a:off x="8411559" y="1501662"/>
              <a:ext cx="1136321" cy="340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S+10 days</a:t>
              </a:r>
              <a:endParaRPr lang="ko-KR" altLang="en-US" sz="14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027A3EB-4960-1427-BF6F-24F288FDEF88}"/>
                </a:ext>
              </a:extLst>
            </p:cNvPr>
            <p:cNvSpPr txBox="1"/>
            <p:nvPr/>
          </p:nvSpPr>
          <p:spPr>
            <a:xfrm>
              <a:off x="8411558" y="2250109"/>
              <a:ext cx="1211169" cy="340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S+14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days</a:t>
              </a:r>
              <a:endParaRPr lang="ko-KR" altLang="en-US" sz="1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FDD3BC7-F56C-3BEB-DBE9-46B680C50F58}"/>
                </a:ext>
              </a:extLst>
            </p:cNvPr>
            <p:cNvSpPr txBox="1"/>
            <p:nvPr/>
          </p:nvSpPr>
          <p:spPr>
            <a:xfrm>
              <a:off x="8411557" y="703413"/>
              <a:ext cx="1028735" cy="340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S+7 days</a:t>
              </a:r>
              <a:endParaRPr lang="ko-KR" altLang="en-US" sz="1400" dirty="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5A535B1-6EB7-F93B-817A-1BDA7A23CD00}"/>
                </a:ext>
              </a:extLst>
            </p:cNvPr>
            <p:cNvGrpSpPr/>
            <p:nvPr/>
          </p:nvGrpSpPr>
          <p:grpSpPr>
            <a:xfrm>
              <a:off x="6515013" y="3463822"/>
              <a:ext cx="1902606" cy="2889705"/>
              <a:chOff x="4221330" y="2289130"/>
              <a:chExt cx="1902606" cy="2889705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E505D291-D0E9-4932-3096-59660A4EB106}"/>
                  </a:ext>
                </a:extLst>
              </p:cNvPr>
              <p:cNvGrpSpPr/>
              <p:nvPr/>
            </p:nvGrpSpPr>
            <p:grpSpPr>
              <a:xfrm>
                <a:off x="4221331" y="2289130"/>
                <a:ext cx="1902603" cy="462370"/>
                <a:chOff x="2221280" y="2430558"/>
                <a:chExt cx="1902603" cy="462370"/>
              </a:xfrm>
            </p:grpSpPr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D7F2D69E-38B5-9965-4938-F5204C4B1F38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41447CA-3F32-83B5-B4B3-4C57E01CEA19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Stand-by</a:t>
                  </a:r>
                </a:p>
              </p:txBody>
            </p: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E8E28BA6-B410-90D4-E7E2-AD973DBFAD5F}"/>
                  </a:ext>
                </a:extLst>
              </p:cNvPr>
              <p:cNvGrpSpPr/>
              <p:nvPr/>
            </p:nvGrpSpPr>
            <p:grpSpPr>
              <a:xfrm>
                <a:off x="4221333" y="3100749"/>
                <a:ext cx="1902603" cy="461625"/>
                <a:chOff x="2221280" y="2430557"/>
                <a:chExt cx="1902603" cy="461625"/>
              </a:xfrm>
            </p:grpSpPr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A01CEED9-5910-954C-9C87-0966BFB03D03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61625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6E99E5AB-E2B2-7C84-CEC0-1FA9AA895E3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Mission</a:t>
                  </a:r>
                </a:p>
              </p:txBody>
            </p:sp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E38C7BE2-34C0-6E21-85C4-86EF852AA8BE}"/>
                  </a:ext>
                </a:extLst>
              </p:cNvPr>
              <p:cNvGrpSpPr/>
              <p:nvPr/>
            </p:nvGrpSpPr>
            <p:grpSpPr>
              <a:xfrm>
                <a:off x="4221330" y="4723243"/>
                <a:ext cx="1902603" cy="455592"/>
                <a:chOff x="2221280" y="2430558"/>
                <a:chExt cx="1902603" cy="455592"/>
              </a:xfrm>
            </p:grpSpPr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421B116B-27A7-F129-440A-DAA8B17919E2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7DF010F6-AF10-70D1-64A4-89CDEABF130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Communication</a:t>
                  </a: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41C53FCF-D174-486C-935D-00BF352F7A7D}"/>
                  </a:ext>
                </a:extLst>
              </p:cNvPr>
              <p:cNvGrpSpPr/>
              <p:nvPr/>
            </p:nvGrpSpPr>
            <p:grpSpPr>
              <a:xfrm>
                <a:off x="4221332" y="3911623"/>
                <a:ext cx="1902603" cy="462370"/>
                <a:chOff x="2221280" y="2430558"/>
                <a:chExt cx="1902603" cy="462370"/>
              </a:xfrm>
            </p:grpSpPr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B940BD4C-0583-ADC3-0D45-B080DB3311CA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B1D18B9F-B424-B0CE-44BF-FCA5AA81FFE4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Stand-by</a:t>
                  </a:r>
                </a:p>
              </p:txBody>
            </p:sp>
          </p:grpSp>
          <p:cxnSp>
            <p:nvCxnSpPr>
              <p:cNvPr id="66" name="직선 화살표 연결선 65">
                <a:extLst>
                  <a:ext uri="{FF2B5EF4-FFF2-40B4-BE49-F238E27FC236}">
                    <a16:creationId xmlns:a16="http://schemas.microsoft.com/office/drawing/2014/main" id="{26B3E8F9-ADE2-5DBA-2C60-FBA091615616}"/>
                  </a:ext>
                </a:extLst>
              </p:cNvPr>
              <p:cNvCxnSpPr>
                <a:cxnSpLocks/>
                <a:stCxn id="76" idx="2"/>
                <a:endCxn id="74" idx="0"/>
              </p:cNvCxnSpPr>
              <p:nvPr/>
            </p:nvCxnSpPr>
            <p:spPr>
              <a:xfrm>
                <a:off x="5172633" y="2751500"/>
                <a:ext cx="2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화살표 연결선 66">
                <a:extLst>
                  <a:ext uri="{FF2B5EF4-FFF2-40B4-BE49-F238E27FC236}">
                    <a16:creationId xmlns:a16="http://schemas.microsoft.com/office/drawing/2014/main" id="{CAE7735D-1297-DEA6-FA36-6810D7DCBD59}"/>
                  </a:ext>
                </a:extLst>
              </p:cNvPr>
              <p:cNvCxnSpPr>
                <a:cxnSpLocks/>
                <a:stCxn id="74" idx="2"/>
                <a:endCxn id="70" idx="0"/>
              </p:cNvCxnSpPr>
              <p:nvPr/>
            </p:nvCxnSpPr>
            <p:spPr>
              <a:xfrm flipH="1">
                <a:off x="5172634" y="3562374"/>
                <a:ext cx="1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C807EEB4-A890-18A1-C489-0238BCC1B86F}"/>
                  </a:ext>
                </a:extLst>
              </p:cNvPr>
              <p:cNvCxnSpPr>
                <a:cxnSpLocks/>
                <a:stCxn id="70" idx="2"/>
                <a:endCxn id="72" idx="0"/>
              </p:cNvCxnSpPr>
              <p:nvPr/>
            </p:nvCxnSpPr>
            <p:spPr>
              <a:xfrm flipH="1">
                <a:off x="5172632" y="4373993"/>
                <a:ext cx="2" cy="349250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연결선: 꺾임 68">
                <a:extLst>
                  <a:ext uri="{FF2B5EF4-FFF2-40B4-BE49-F238E27FC236}">
                    <a16:creationId xmlns:a16="http://schemas.microsoft.com/office/drawing/2014/main" id="{AD38651E-002A-4588-A62B-BB26E3B45256}"/>
                  </a:ext>
                </a:extLst>
              </p:cNvPr>
              <p:cNvCxnSpPr>
                <a:cxnSpLocks/>
                <a:stCxn id="73" idx="3"/>
                <a:endCxn id="76" idx="3"/>
              </p:cNvCxnSpPr>
              <p:nvPr/>
            </p:nvCxnSpPr>
            <p:spPr>
              <a:xfrm flipV="1">
                <a:off x="6123933" y="2520315"/>
                <a:ext cx="1" cy="2456139"/>
              </a:xfrm>
              <a:prstGeom prst="bentConnector3">
                <a:avLst>
                  <a:gd name="adj1" fmla="val 22860100000"/>
                </a:avLst>
              </a:prstGeom>
              <a:ln w="22225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8D815F53-1EBC-B6E5-6AE3-EF7FC14C4D4E}"/>
                </a:ext>
              </a:extLst>
            </p:cNvPr>
            <p:cNvCxnSpPr>
              <a:cxnSpLocks/>
              <a:stCxn id="83" idx="2"/>
              <a:endCxn id="76" idx="0"/>
            </p:cNvCxnSpPr>
            <p:nvPr/>
          </p:nvCxnSpPr>
          <p:spPr>
            <a:xfrm rot="16200000" flipH="1">
              <a:off x="7047273" y="3044779"/>
              <a:ext cx="832028" cy="6057"/>
            </a:xfrm>
            <a:prstGeom prst="bentConnector3">
              <a:avLst>
                <a:gd name="adj1" fmla="val 937"/>
              </a:avLst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18036A9-5F86-178B-85C0-51477A06C4C2}"/>
                </a:ext>
              </a:extLst>
            </p:cNvPr>
            <p:cNvSpPr txBox="1"/>
            <p:nvPr/>
          </p:nvSpPr>
          <p:spPr>
            <a:xfrm>
              <a:off x="6768402" y="6471500"/>
              <a:ext cx="1746947" cy="347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~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24 </a:t>
              </a:r>
              <a:r>
                <a:rPr lang="en-US" altLang="ko-KR" sz="1400" dirty="0" err="1"/>
                <a:t>hrs</a:t>
              </a:r>
              <a:endParaRPr lang="ko-KR" altLang="en-US" sz="1400" dirty="0"/>
            </a:p>
          </p:txBody>
        </p: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E7443B84-C774-CF0D-BAD7-C32E84FF0D1B}"/>
                </a:ext>
              </a:extLst>
            </p:cNvPr>
            <p:cNvCxnSpPr>
              <a:cxnSpLocks/>
              <a:stCxn id="86" idx="1"/>
              <a:endCxn id="89" idx="0"/>
            </p:cNvCxnSpPr>
            <p:nvPr/>
          </p:nvCxnSpPr>
          <p:spPr>
            <a:xfrm rot="10800000" flipV="1">
              <a:off x="5817102" y="1659101"/>
              <a:ext cx="691857" cy="1117774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2312181E-F474-A6B9-2ED9-44521AE7EDE2}"/>
                </a:ext>
              </a:extLst>
            </p:cNvPr>
            <p:cNvCxnSpPr>
              <a:cxnSpLocks/>
              <a:stCxn id="83" idx="1"/>
              <a:endCxn id="89" idx="0"/>
            </p:cNvCxnSpPr>
            <p:nvPr/>
          </p:nvCxnSpPr>
          <p:spPr>
            <a:xfrm rot="10800000" flipV="1">
              <a:off x="5817101" y="2403997"/>
              <a:ext cx="691856" cy="372877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10846C5F-12BE-6131-F11B-8ADC6F65780F}"/>
                </a:ext>
              </a:extLst>
            </p:cNvPr>
            <p:cNvCxnSpPr>
              <a:cxnSpLocks/>
              <a:stCxn id="50" idx="1"/>
              <a:endCxn id="89" idx="2"/>
            </p:cNvCxnSpPr>
            <p:nvPr/>
          </p:nvCxnSpPr>
          <p:spPr>
            <a:xfrm rot="10800000">
              <a:off x="5817102" y="3236262"/>
              <a:ext cx="580260" cy="1680395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3694D7B-E44A-2760-27BF-805C202229F5}"/>
              </a:ext>
            </a:extLst>
          </p:cNvPr>
          <p:cNvCxnSpPr/>
          <p:nvPr/>
        </p:nvCxnSpPr>
        <p:spPr>
          <a:xfrm>
            <a:off x="6096000" y="835429"/>
            <a:ext cx="0" cy="5440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17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초기 궤도 운용</a:t>
            </a:r>
            <a:r>
              <a:rPr lang="en-US" altLang="ko-KR" dirty="0"/>
              <a:t> Early-Orbit</a:t>
            </a:r>
            <a:r>
              <a:rPr lang="ko-KR" altLang="en-US" dirty="0"/>
              <a:t> </a:t>
            </a:r>
            <a:r>
              <a:rPr lang="en-US" altLang="ko-KR" dirty="0"/>
              <a:t>(EO)</a:t>
            </a:r>
          </a:p>
          <a:p>
            <a:pPr lvl="1"/>
            <a:r>
              <a:rPr lang="ko-KR" altLang="en-US" dirty="0"/>
              <a:t>사출 직후 </a:t>
            </a:r>
            <a:r>
              <a:rPr lang="en-US" altLang="ko-KR" dirty="0"/>
              <a:t>– </a:t>
            </a:r>
            <a:r>
              <a:rPr lang="ko-KR" altLang="en-US" dirty="0"/>
              <a:t>자세 안정화 종료까지</a:t>
            </a:r>
            <a:endParaRPr lang="en-US" altLang="ko-KR" dirty="0"/>
          </a:p>
          <a:p>
            <a:pPr lvl="2"/>
            <a:r>
              <a:rPr lang="ko-KR" altLang="en-US" dirty="0"/>
              <a:t>위성 전원 </a:t>
            </a:r>
            <a:r>
              <a:rPr lang="en-US" altLang="ko-KR" dirty="0"/>
              <a:t>ON</a:t>
            </a:r>
          </a:p>
          <a:p>
            <a:pPr lvl="3"/>
            <a:r>
              <a:rPr lang="ko-KR" altLang="en-US" dirty="0"/>
              <a:t>주요 장비 </a:t>
            </a:r>
            <a:r>
              <a:rPr lang="en-US" altLang="ko-KR" dirty="0"/>
              <a:t>ON; OBC / UHF TRX / UHF ANT / STX / ADCS</a:t>
            </a:r>
          </a:p>
          <a:p>
            <a:pPr lvl="3"/>
            <a:r>
              <a:rPr lang="en-US" altLang="ko-KR" dirty="0"/>
              <a:t>FSW ON (@OBC)</a:t>
            </a:r>
          </a:p>
          <a:p>
            <a:pPr lvl="3"/>
            <a:r>
              <a:rPr lang="en-US" altLang="ko-KR" dirty="0"/>
              <a:t>UHF ANT deployment</a:t>
            </a:r>
          </a:p>
          <a:p>
            <a:pPr lvl="3"/>
            <a:r>
              <a:rPr lang="en-US" altLang="ko-KR" dirty="0"/>
              <a:t>Detumbling start; using MTQ in ADCS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82B721F-56F9-85DA-9230-5A084486BC30}"/>
              </a:ext>
            </a:extLst>
          </p:cNvPr>
          <p:cNvGrpSpPr/>
          <p:nvPr/>
        </p:nvGrpSpPr>
        <p:grpSpPr>
          <a:xfrm>
            <a:off x="2367943" y="3585495"/>
            <a:ext cx="7456113" cy="2408904"/>
            <a:chOff x="2366336" y="4021528"/>
            <a:chExt cx="7456113" cy="2408904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C7FBD2D-9BCA-EC61-2299-8C2EDF076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336" y="4021529"/>
              <a:ext cx="3208964" cy="2408903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168EDFD-2580-288D-A95F-70A77189D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6064" y="4021528"/>
              <a:ext cx="4176385" cy="2408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160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대기 모드 </a:t>
            </a:r>
            <a:r>
              <a:rPr lang="en-US" altLang="ko-KR" dirty="0"/>
              <a:t>Stand-by</a:t>
            </a:r>
          </a:p>
          <a:p>
            <a:pPr lvl="1"/>
            <a:r>
              <a:rPr lang="ko-KR" altLang="en-US" dirty="0"/>
              <a:t>안정화 후 타 모드 수행 전 대기 상태</a:t>
            </a:r>
            <a:endParaRPr lang="en-US" altLang="ko-KR" dirty="0"/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전</a:t>
            </a:r>
            <a:r>
              <a:rPr lang="en-US" altLang="ko-KR" dirty="0"/>
              <a:t>/</a:t>
            </a:r>
            <a:r>
              <a:rPr lang="ko-KR" altLang="en-US" dirty="0"/>
              <a:t>후로 나뉨</a:t>
            </a:r>
            <a:endParaRPr lang="en-US" altLang="ko-KR" dirty="0"/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전</a:t>
            </a:r>
            <a:r>
              <a:rPr lang="en-US" altLang="ko-KR" dirty="0"/>
              <a:t>; </a:t>
            </a:r>
            <a:r>
              <a:rPr lang="ko-KR" altLang="en-US" dirty="0"/>
              <a:t>태양전지판 전개 전</a:t>
            </a:r>
            <a:endParaRPr lang="en-US" altLang="ko-KR" dirty="0"/>
          </a:p>
          <a:p>
            <a:pPr lvl="3"/>
            <a:r>
              <a:rPr lang="en-US" altLang="ko-KR" dirty="0"/>
              <a:t>Sun pointing </a:t>
            </a:r>
            <a:r>
              <a:rPr lang="ko-KR" altLang="en-US" dirty="0"/>
              <a:t>필요 </a:t>
            </a:r>
            <a:r>
              <a:rPr lang="en-US" altLang="ko-KR" dirty="0"/>
              <a:t>X</a:t>
            </a:r>
          </a:p>
          <a:p>
            <a:pPr lvl="3"/>
            <a:r>
              <a:rPr lang="en-US" altLang="ko-KR" dirty="0"/>
              <a:t>Free state</a:t>
            </a:r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후</a:t>
            </a:r>
            <a:r>
              <a:rPr lang="en-US" altLang="ko-KR" dirty="0"/>
              <a:t>; </a:t>
            </a:r>
            <a:r>
              <a:rPr lang="ko-KR" altLang="en-US" dirty="0"/>
              <a:t>태양전지판 전개 후 </a:t>
            </a:r>
            <a:r>
              <a:rPr lang="en-US" altLang="ko-KR" dirty="0"/>
              <a:t>(</a:t>
            </a:r>
            <a:r>
              <a:rPr lang="ko-KR" altLang="en-US" dirty="0"/>
              <a:t>타 전개장치 전체 전개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Sun pointing @Dayside </a:t>
            </a:r>
            <a:r>
              <a:rPr lang="en-US" altLang="ko-KR" dirty="0">
                <a:sym typeface="Wingdings" panose="05000000000000000000" pitchFamily="2" charset="2"/>
              </a:rPr>
              <a:t> for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charging</a:t>
            </a:r>
            <a:endParaRPr lang="en-US" altLang="ko-KR" dirty="0"/>
          </a:p>
          <a:p>
            <a:pPr lvl="3"/>
            <a:r>
              <a:rPr lang="en-US" altLang="ko-KR" dirty="0"/>
              <a:t>Nadir pointing @Eclipse </a:t>
            </a:r>
            <a:r>
              <a:rPr lang="en-US" altLang="ko-KR" dirty="0">
                <a:sym typeface="Wingdings" panose="05000000000000000000" pitchFamily="2" charset="2"/>
              </a:rPr>
              <a:t> for decreasing atmospheric resistance</a:t>
            </a: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시운전 모드 </a:t>
            </a:r>
            <a:r>
              <a:rPr lang="en-US" altLang="ko-KR" dirty="0">
                <a:sym typeface="Wingdings" panose="05000000000000000000" pitchFamily="2" charset="2"/>
              </a:rPr>
              <a:t>Commissioning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en-US" altLang="ko-KR" baseline="30000" dirty="0">
                <a:sym typeface="Wingdings" panose="05000000000000000000" pitchFamily="2" charset="2"/>
              </a:rPr>
              <a:t>st</a:t>
            </a:r>
            <a:r>
              <a:rPr lang="en-US" altLang="ko-KR" dirty="0">
                <a:sym typeface="Wingdings" panose="05000000000000000000" pitchFamily="2" charset="2"/>
              </a:rPr>
              <a:t> mode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전개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태양전지판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박막 전개장치 </a:t>
            </a:r>
            <a:r>
              <a:rPr lang="en-US" altLang="ko-KR" dirty="0">
                <a:sym typeface="Wingdings" panose="05000000000000000000" pitchFamily="2" charset="2"/>
              </a:rPr>
              <a:t>– S </a:t>
            </a:r>
            <a:r>
              <a:rPr lang="ko-KR" altLang="en-US" dirty="0">
                <a:sym typeface="Wingdings" panose="05000000000000000000" pitchFamily="2" charset="2"/>
              </a:rPr>
              <a:t>대역 안테나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단계별 전개 여부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en-US" altLang="ko-KR" baseline="30000" dirty="0">
                <a:sym typeface="Wingdings" panose="05000000000000000000" pitchFamily="2" charset="2"/>
              </a:rPr>
              <a:t>nd</a:t>
            </a:r>
            <a:r>
              <a:rPr lang="en-US" altLang="ko-KR" dirty="0">
                <a:sym typeface="Wingdings" panose="05000000000000000000" pitchFamily="2" charset="2"/>
              </a:rPr>
              <a:t> mode</a:t>
            </a:r>
          </a:p>
          <a:p>
            <a:pPr lvl="2"/>
            <a:r>
              <a:rPr lang="ko-KR" altLang="en-US" dirty="0" err="1">
                <a:sym typeface="Wingdings" panose="05000000000000000000" pitchFamily="2" charset="2"/>
              </a:rPr>
              <a:t>전장품</a:t>
            </a:r>
            <a:r>
              <a:rPr lang="ko-KR" altLang="en-US" dirty="0">
                <a:sym typeface="Wingdings" panose="05000000000000000000" pitchFamily="2" charset="2"/>
              </a:rPr>
              <a:t> 정상작동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S </a:t>
            </a:r>
            <a:r>
              <a:rPr lang="ko-KR" altLang="en-US" dirty="0">
                <a:sym typeface="Wingdings" panose="05000000000000000000" pitchFamily="2" charset="2"/>
              </a:rPr>
              <a:t>대역 통신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85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임무 모드 </a:t>
            </a:r>
            <a:r>
              <a:rPr lang="en-US" altLang="ko-KR" dirty="0"/>
              <a:t>Mission</a:t>
            </a:r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지향 </a:t>
            </a:r>
            <a:r>
              <a:rPr lang="en-US" altLang="ko-KR" dirty="0"/>
              <a:t>Ground</a:t>
            </a:r>
            <a:r>
              <a:rPr lang="ko-KR" altLang="en-US" dirty="0"/>
              <a:t> </a:t>
            </a:r>
            <a:r>
              <a:rPr lang="en-US" altLang="ko-KR" dirty="0"/>
              <a:t>station</a:t>
            </a:r>
            <a:r>
              <a:rPr lang="ko-KR" altLang="en-US" dirty="0"/>
              <a:t> </a:t>
            </a:r>
            <a:r>
              <a:rPr lang="en-US" altLang="ko-KR" dirty="0"/>
              <a:t>pointing (~ Nadir pointing)</a:t>
            </a:r>
          </a:p>
          <a:p>
            <a:pPr lvl="2"/>
            <a:r>
              <a:rPr lang="ko-KR" altLang="en-US" dirty="0"/>
              <a:t>한화시스템 </a:t>
            </a:r>
            <a:r>
              <a:rPr lang="ko-KR" altLang="en-US" dirty="0" err="1"/>
              <a:t>지상국</a:t>
            </a:r>
            <a:endParaRPr lang="en-US" altLang="ko-KR" dirty="0"/>
          </a:p>
          <a:p>
            <a:pPr lvl="2"/>
            <a:r>
              <a:rPr lang="ko-KR" altLang="en-US" dirty="0"/>
              <a:t>박막 전개장치</a:t>
            </a:r>
            <a:r>
              <a:rPr lang="en-US" altLang="ko-KR" dirty="0"/>
              <a:t>, </a:t>
            </a:r>
            <a:r>
              <a:rPr lang="ko-KR" altLang="en-US" dirty="0"/>
              <a:t>카메라 지향 </a:t>
            </a:r>
            <a:r>
              <a:rPr lang="en-US" altLang="ko-KR" dirty="0"/>
              <a:t>(-Z </a:t>
            </a:r>
            <a:r>
              <a:rPr lang="ko-KR" altLang="en-US" dirty="0"/>
              <a:t>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일부 데이터 하향</a:t>
            </a:r>
            <a:r>
              <a:rPr lang="en-US" altLang="ko-KR" dirty="0"/>
              <a:t>; UHF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통신 모드 </a:t>
            </a:r>
            <a:r>
              <a:rPr lang="en-US" altLang="ko-KR" dirty="0"/>
              <a:t>Communication</a:t>
            </a:r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지향</a:t>
            </a:r>
            <a:endParaRPr lang="en-US" altLang="ko-KR" dirty="0"/>
          </a:p>
          <a:p>
            <a:pPr lvl="2"/>
            <a:r>
              <a:rPr lang="ko-KR" altLang="en-US" dirty="0"/>
              <a:t>연세대학교 </a:t>
            </a:r>
            <a:r>
              <a:rPr lang="ko-KR" altLang="en-US" dirty="0" err="1"/>
              <a:t>지상국</a:t>
            </a:r>
            <a:endParaRPr lang="en-US" altLang="ko-KR" dirty="0"/>
          </a:p>
          <a:p>
            <a:pPr lvl="1"/>
            <a:r>
              <a:rPr lang="ko-KR" altLang="en-US" dirty="0"/>
              <a:t>임무 모드에서 촬영한 이미지 하향</a:t>
            </a:r>
            <a:r>
              <a:rPr lang="en-US" altLang="ko-KR" dirty="0"/>
              <a:t>; S-band</a:t>
            </a:r>
          </a:p>
          <a:p>
            <a:pPr lvl="1"/>
            <a:r>
              <a:rPr lang="ko-KR" altLang="en-US" dirty="0"/>
              <a:t>용량이 큰 데이터 하향</a:t>
            </a:r>
            <a:endParaRPr lang="en-US" altLang="ko-KR" dirty="0"/>
          </a:p>
          <a:p>
            <a:pPr lvl="2"/>
            <a:r>
              <a:rPr lang="en-US" altLang="ko-KR" dirty="0"/>
              <a:t>GPS raw data (for precise orbit determination, POD)</a:t>
            </a:r>
          </a:p>
          <a:p>
            <a:pPr lvl="2"/>
            <a:r>
              <a:rPr lang="en-US" altLang="ko-KR" dirty="0"/>
              <a:t>ADCS data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B135E7-EA02-4294-BF27-52D3F585870B}"/>
              </a:ext>
            </a:extLst>
          </p:cNvPr>
          <p:cNvGrpSpPr/>
          <p:nvPr/>
        </p:nvGrpSpPr>
        <p:grpSpPr>
          <a:xfrm>
            <a:off x="4066803" y="2054592"/>
            <a:ext cx="7866477" cy="3213067"/>
            <a:chOff x="1818157" y="2340088"/>
            <a:chExt cx="7866477" cy="3213067"/>
          </a:xfrm>
        </p:grpSpPr>
        <p:sp>
          <p:nvSpPr>
            <p:cNvPr id="8" name="부분 원형 7">
              <a:extLst>
                <a:ext uri="{FF2B5EF4-FFF2-40B4-BE49-F238E27FC236}">
                  <a16:creationId xmlns:a16="http://schemas.microsoft.com/office/drawing/2014/main" id="{F7C9F695-6FC0-632C-3EC6-0975E452D51B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1501465"/>
                <a:gd name="adj2" fmla="val 13138414"/>
              </a:avLst>
            </a:prstGeom>
            <a:solidFill>
              <a:srgbClr val="4472C4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부분 원형 8">
              <a:extLst>
                <a:ext uri="{FF2B5EF4-FFF2-40B4-BE49-F238E27FC236}">
                  <a16:creationId xmlns:a16="http://schemas.microsoft.com/office/drawing/2014/main" id="{DBF14FA9-F2BF-74B5-C328-74B4B81A3AD2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9730290"/>
                <a:gd name="adj2" fmla="val 20927929"/>
              </a:avLst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10" name="그래픽 9" descr="위성 안테나 윤곽선">
              <a:extLst>
                <a:ext uri="{FF2B5EF4-FFF2-40B4-BE49-F238E27FC236}">
                  <a16:creationId xmlns:a16="http://schemas.microsoft.com/office/drawing/2014/main" id="{C6729FB9-6752-6960-F811-2760B19E4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7086288" y="4193222"/>
              <a:ext cx="662249" cy="662249"/>
            </a:xfrm>
            <a:prstGeom prst="rect">
              <a:avLst/>
            </a:prstGeom>
          </p:spPr>
        </p:pic>
        <p:pic>
          <p:nvPicPr>
            <p:cNvPr id="11" name="그래픽 10" descr="사일로 윤곽선">
              <a:extLst>
                <a:ext uri="{FF2B5EF4-FFF2-40B4-BE49-F238E27FC236}">
                  <a16:creationId xmlns:a16="http://schemas.microsoft.com/office/drawing/2014/main" id="{22E89CEF-6E69-33B2-E63F-716FCF333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20271" y="4193223"/>
              <a:ext cx="662249" cy="662249"/>
            </a:xfrm>
            <a:prstGeom prst="rect">
              <a:avLst/>
            </a:prstGeom>
          </p:spPr>
        </p:pic>
        <p:sp>
          <p:nvSpPr>
            <p:cNvPr id="12" name="원호 11">
              <a:extLst>
                <a:ext uri="{FF2B5EF4-FFF2-40B4-BE49-F238E27FC236}">
                  <a16:creationId xmlns:a16="http://schemas.microsoft.com/office/drawing/2014/main" id="{11266EFE-A81B-77CD-9A21-99D693020FB6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1563436"/>
                <a:gd name="adj2" fmla="val 13094371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원호 12">
              <a:extLst>
                <a:ext uri="{FF2B5EF4-FFF2-40B4-BE49-F238E27FC236}">
                  <a16:creationId xmlns:a16="http://schemas.microsoft.com/office/drawing/2014/main" id="{60A3CE2E-EC9F-77F7-A5E4-A02BD716944D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9794156"/>
                <a:gd name="adj2" fmla="val 20896126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469DE9-BC3E-BEAB-BE40-3C207C88E8E5}"/>
                </a:ext>
              </a:extLst>
            </p:cNvPr>
            <p:cNvSpPr txBox="1"/>
            <p:nvPr/>
          </p:nvSpPr>
          <p:spPr>
            <a:xfrm>
              <a:off x="4876774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30 ° - 50°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5FADBC-738B-C118-2723-76051CC982E9}"/>
                </a:ext>
              </a:extLst>
            </p:cNvPr>
            <p:cNvSpPr txBox="1"/>
            <p:nvPr/>
          </p:nvSpPr>
          <p:spPr>
            <a:xfrm>
              <a:off x="5824085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- 80°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646579-6559-52DE-9A1A-0AD457465892}"/>
                </a:ext>
              </a:extLst>
            </p:cNvPr>
            <p:cNvSpPr txBox="1"/>
            <p:nvPr/>
          </p:nvSpPr>
          <p:spPr>
            <a:xfrm>
              <a:off x="7163248" y="324612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SLR </a:t>
              </a:r>
              <a:r>
                <a:rPr lang="ko-KR" altLang="en-US" sz="1400" dirty="0"/>
                <a:t>시험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B9F072-73F0-54E2-2950-E9C9893BCC20}"/>
                </a:ext>
              </a:extLst>
            </p:cNvPr>
            <p:cNvSpPr txBox="1"/>
            <p:nvPr/>
          </p:nvSpPr>
          <p:spPr>
            <a:xfrm>
              <a:off x="3028001" y="3384604"/>
              <a:ext cx="1198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/>
                <a:t>대즐링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시험</a:t>
              </a: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C2FD465-D304-731C-2FE0-05F887E30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031122">
              <a:off x="2595704" y="2688851"/>
              <a:ext cx="899513" cy="571173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A872E02-1524-8F0E-96B2-3FE9DBA49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435472">
              <a:off x="7881731" y="2635534"/>
              <a:ext cx="899513" cy="571173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13DB3DF-F464-6A5B-F110-5CA8F32362EF}"/>
                </a:ext>
              </a:extLst>
            </p:cNvPr>
            <p:cNvCxnSpPr>
              <a:cxnSpLocks/>
            </p:cNvCxnSpPr>
            <p:nvPr/>
          </p:nvCxnSpPr>
          <p:spPr>
            <a:xfrm>
              <a:off x="6653996" y="2968263"/>
              <a:ext cx="580975" cy="1330580"/>
            </a:xfrm>
            <a:prstGeom prst="straightConnector1">
              <a:avLst/>
            </a:prstGeom>
            <a:ln w="15875" cap="rnd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5D1F64-FFA1-0617-51DD-C3D036194253}"/>
                </a:ext>
              </a:extLst>
            </p:cNvPr>
            <p:cNvSpPr txBox="1"/>
            <p:nvPr/>
          </p:nvSpPr>
          <p:spPr>
            <a:xfrm>
              <a:off x="6565492" y="4291882"/>
              <a:ext cx="7291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- 70°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22AAA1-17B5-EB8A-89B6-CD6664C8CE89}"/>
                </a:ext>
              </a:extLst>
            </p:cNvPr>
            <p:cNvSpPr txBox="1"/>
            <p:nvPr/>
          </p:nvSpPr>
          <p:spPr>
            <a:xfrm>
              <a:off x="3810237" y="2859787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T4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2BDD13-FBF2-7BFB-8747-BDCF3F7D4BB0}"/>
                </a:ext>
              </a:extLst>
            </p:cNvPr>
            <p:cNvSpPr txBox="1"/>
            <p:nvPr/>
          </p:nvSpPr>
          <p:spPr>
            <a:xfrm>
              <a:off x="7210145" y="2833026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T2</a:t>
              </a:r>
              <a:endParaRPr lang="ko-KR" alt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724BF2-B7FD-033A-1C2D-536DF62BCAA7}"/>
                </a:ext>
              </a:extLst>
            </p:cNvPr>
            <p:cNvSpPr txBox="1"/>
            <p:nvPr/>
          </p:nvSpPr>
          <p:spPr>
            <a:xfrm>
              <a:off x="5254773" y="480841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거창</a:t>
              </a:r>
              <a:endParaRPr lang="ko-KR" altLang="en-US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4812A9-64DB-E4D6-A8FF-8D1A8B31F4D8}"/>
                </a:ext>
              </a:extLst>
            </p:cNvPr>
            <p:cNvSpPr txBox="1"/>
            <p:nvPr/>
          </p:nvSpPr>
          <p:spPr>
            <a:xfrm>
              <a:off x="7013485" y="4775917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서울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33F8D4-705B-ADE8-8CBC-FD9B565F164A}"/>
                </a:ext>
              </a:extLst>
            </p:cNvPr>
            <p:cNvSpPr txBox="1"/>
            <p:nvPr/>
          </p:nvSpPr>
          <p:spPr>
            <a:xfrm rot="3984666">
              <a:off x="5835775" y="3418109"/>
              <a:ext cx="17449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UHF </a:t>
              </a:r>
              <a:r>
                <a:rPr lang="ko-KR" altLang="en-US" sz="1100" dirty="0"/>
                <a:t>하향</a:t>
              </a:r>
              <a:r>
                <a:rPr lang="en-US" altLang="ko-KR" sz="1100" dirty="0"/>
                <a:t>: </a:t>
              </a:r>
              <a:br>
                <a:rPr lang="en-US" altLang="ko-KR" sz="1100" dirty="0"/>
              </a:br>
              <a:r>
                <a:rPr lang="ko-KR" altLang="en-US" sz="1100" dirty="0"/>
                <a:t>레이저 검출 데이터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DBDE4A-96C8-167B-4727-D1B5A5ABF675}"/>
                </a:ext>
              </a:extLst>
            </p:cNvPr>
            <p:cNvSpPr txBox="1"/>
            <p:nvPr/>
          </p:nvSpPr>
          <p:spPr>
            <a:xfrm>
              <a:off x="8954645" y="3285713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T1</a:t>
              </a:r>
              <a:endParaRPr lang="ko-KR" altLang="en-US" sz="1400" dirty="0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B9F12D7-C301-C520-E661-1BD3CC62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525274">
              <a:off x="6109122" y="2340088"/>
              <a:ext cx="899513" cy="57117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0262ED-C893-CD9A-E6B2-EB6847AD1783}"/>
                </a:ext>
              </a:extLst>
            </p:cNvPr>
            <p:cNvSpPr txBox="1"/>
            <p:nvPr/>
          </p:nvSpPr>
          <p:spPr>
            <a:xfrm>
              <a:off x="6732824" y="2745838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T3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37087B-4125-320F-A55B-A5809E69A096}"/>
                </a:ext>
              </a:extLst>
            </p:cNvPr>
            <p:cNvSpPr txBox="1"/>
            <p:nvPr/>
          </p:nvSpPr>
          <p:spPr>
            <a:xfrm>
              <a:off x="2150012" y="3364561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T5</a:t>
              </a:r>
              <a:endParaRPr lang="ko-KR" altLang="en-US" sz="1400" dirty="0"/>
            </a:p>
          </p:txBody>
        </p:sp>
        <p:sp>
          <p:nvSpPr>
            <p:cNvPr id="31" name="원호 30">
              <a:extLst>
                <a:ext uri="{FF2B5EF4-FFF2-40B4-BE49-F238E27FC236}">
                  <a16:creationId xmlns:a16="http://schemas.microsoft.com/office/drawing/2014/main" id="{67F40E77-0F73-D7B0-FF19-E67E37132AF5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arc">
              <a:avLst>
                <a:gd name="adj1" fmla="val 11055508"/>
                <a:gd name="adj2" fmla="val 21301321"/>
              </a:avLst>
            </a:prstGeom>
            <a:ln w="28575" cap="rnd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497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원호 105">
            <a:extLst>
              <a:ext uri="{FF2B5EF4-FFF2-40B4-BE49-F238E27FC236}">
                <a16:creationId xmlns:a16="http://schemas.microsoft.com/office/drawing/2014/main" id="{E423426D-C6B3-6DEA-716E-D616DB597C12}"/>
              </a:ext>
            </a:extLst>
          </p:cNvPr>
          <p:cNvSpPr/>
          <p:nvPr/>
        </p:nvSpPr>
        <p:spPr>
          <a:xfrm>
            <a:off x="7091934" y="1037885"/>
            <a:ext cx="1645920" cy="2428578"/>
          </a:xfrm>
          <a:prstGeom prst="arc">
            <a:avLst>
              <a:gd name="adj1" fmla="val 14450433"/>
              <a:gd name="adj2" fmla="val 6657643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1D20F641-44F2-B44B-43B8-50E9F71771B8}"/>
              </a:ext>
            </a:extLst>
          </p:cNvPr>
          <p:cNvGrpSpPr/>
          <p:nvPr/>
        </p:nvGrpSpPr>
        <p:grpSpPr>
          <a:xfrm>
            <a:off x="563396" y="899505"/>
            <a:ext cx="4304937" cy="3885295"/>
            <a:chOff x="563396" y="899505"/>
            <a:chExt cx="4304937" cy="3885295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967191CF-F604-EDEA-2BD0-427C3CAB3137}"/>
                </a:ext>
              </a:extLst>
            </p:cNvPr>
            <p:cNvGrpSpPr/>
            <p:nvPr/>
          </p:nvGrpSpPr>
          <p:grpSpPr>
            <a:xfrm>
              <a:off x="563396" y="2848335"/>
              <a:ext cx="1721823" cy="415737"/>
              <a:chOff x="2221280" y="2423861"/>
              <a:chExt cx="1902603" cy="459387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A7B83DCB-FFE0-E73D-8D5E-67F10785BF1B}"/>
                  </a:ext>
                </a:extLst>
              </p:cNvPr>
              <p:cNvSpPr/>
              <p:nvPr/>
            </p:nvSpPr>
            <p:spPr>
              <a:xfrm>
                <a:off x="2221280" y="2423861"/>
                <a:ext cx="1902603" cy="459387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DA94FEB6-47B6-FE91-19AC-63F9AB3E831C}"/>
                  </a:ext>
                </a:extLst>
              </p:cNvPr>
              <p:cNvSpPr/>
              <p:nvPr/>
            </p:nvSpPr>
            <p:spPr>
              <a:xfrm>
                <a:off x="2221280" y="2477428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Emergency</a:t>
                </a: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55262FB-49C0-C1C4-F542-572242C78252}"/>
                </a:ext>
              </a:extLst>
            </p:cNvPr>
            <p:cNvGrpSpPr/>
            <p:nvPr/>
          </p:nvGrpSpPr>
          <p:grpSpPr>
            <a:xfrm>
              <a:off x="2050425" y="899505"/>
              <a:ext cx="1721823" cy="1817534"/>
              <a:chOff x="683150" y="2289130"/>
              <a:chExt cx="1902604" cy="2008363"/>
            </a:xfrm>
          </p:grpSpPr>
          <p:cxnSp>
            <p:nvCxnSpPr>
              <p:cNvPr id="78" name="직선 화살표 연결선 77">
                <a:extLst>
                  <a:ext uri="{FF2B5EF4-FFF2-40B4-BE49-F238E27FC236}">
                    <a16:creationId xmlns:a16="http://schemas.microsoft.com/office/drawing/2014/main" id="{7BFE9E72-F52A-5420-17E3-4F533D85CFE9}"/>
                  </a:ext>
                </a:extLst>
              </p:cNvPr>
              <p:cNvCxnSpPr>
                <a:cxnSpLocks/>
                <a:stCxn id="87" idx="2"/>
                <a:endCxn id="85" idx="0"/>
              </p:cNvCxnSpPr>
              <p:nvPr/>
            </p:nvCxnSpPr>
            <p:spPr>
              <a:xfrm>
                <a:off x="1634453" y="2744723"/>
                <a:ext cx="0" cy="326866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A30B9D4-0820-BCCD-9BDC-5C143D22F43D}"/>
                  </a:ext>
                </a:extLst>
              </p:cNvPr>
              <p:cNvGrpSpPr/>
              <p:nvPr/>
            </p:nvGrpSpPr>
            <p:grpSpPr>
              <a:xfrm>
                <a:off x="683151" y="2289130"/>
                <a:ext cx="1902603" cy="455593"/>
                <a:chOff x="2221280" y="2430557"/>
                <a:chExt cx="1902603" cy="455593"/>
              </a:xfrm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A45A8A8E-D272-46A0-230D-59B2F239C6E6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55593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9FC32E5A-3160-F0D3-8320-809FE0D53E7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Early-Orbit</a:t>
                  </a:r>
                </a:p>
              </p:txBody>
            </p:sp>
          </p:grp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98E721B9-902A-FA5C-7C89-6ADE1B1A93DA}"/>
                  </a:ext>
                </a:extLst>
              </p:cNvPr>
              <p:cNvGrpSpPr/>
              <p:nvPr/>
            </p:nvGrpSpPr>
            <p:grpSpPr>
              <a:xfrm>
                <a:off x="683151" y="3071589"/>
                <a:ext cx="1902603" cy="461624"/>
                <a:chOff x="2221280" y="2430558"/>
                <a:chExt cx="1902603" cy="461624"/>
              </a:xfrm>
            </p:grpSpPr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74D3A890-6BC9-F369-D5C2-0E43EF6111AC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1624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FFB675E7-9367-8C69-C1CE-92E87764C6D6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Commissioning</a:t>
                  </a:r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E145DD3E-D218-C6FE-147E-CCADA966B422}"/>
                  </a:ext>
                </a:extLst>
              </p:cNvPr>
              <p:cNvGrpSpPr/>
              <p:nvPr/>
            </p:nvGrpSpPr>
            <p:grpSpPr>
              <a:xfrm>
                <a:off x="683150" y="3841901"/>
                <a:ext cx="1902603" cy="455592"/>
                <a:chOff x="2221280" y="2430558"/>
                <a:chExt cx="1902603" cy="455592"/>
              </a:xfrm>
            </p:grpSpPr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7FA28E65-CB68-96E0-1EB6-29D5F188E609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72DD7DE-B855-7450-E681-F6EF3FECA45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Commissioning</a:t>
                  </a:r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B42EDBEA-A673-4659-13F9-09C186A504BE}"/>
                  </a:ext>
                </a:extLst>
              </p:cNvPr>
              <p:cNvCxnSpPr>
                <a:cxnSpLocks/>
                <a:stCxn id="85" idx="2"/>
                <a:endCxn id="83" idx="0"/>
              </p:cNvCxnSpPr>
              <p:nvPr/>
            </p:nvCxnSpPr>
            <p:spPr>
              <a:xfrm flipH="1">
                <a:off x="1634452" y="3533213"/>
                <a:ext cx="1" cy="308688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1A153D7-8182-6FC8-5511-8CBDFD032907}"/>
                </a:ext>
              </a:extLst>
            </p:cNvPr>
            <p:cNvSpPr txBox="1"/>
            <p:nvPr/>
          </p:nvSpPr>
          <p:spPr>
            <a:xfrm>
              <a:off x="3772247" y="1694289"/>
              <a:ext cx="102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S+10 days</a:t>
              </a:r>
              <a:endParaRPr lang="ko-KR" altLang="en-US" sz="14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027A3EB-4960-1427-BF6F-24F288FDEF88}"/>
                </a:ext>
              </a:extLst>
            </p:cNvPr>
            <p:cNvSpPr txBox="1"/>
            <p:nvPr/>
          </p:nvSpPr>
          <p:spPr>
            <a:xfrm>
              <a:off x="3772246" y="2371620"/>
              <a:ext cx="1096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S+14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days</a:t>
              </a:r>
              <a:endParaRPr lang="ko-KR" altLang="en-US" sz="1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FDD3BC7-F56C-3BEB-DBE9-46B680C50F58}"/>
                </a:ext>
              </a:extLst>
            </p:cNvPr>
            <p:cNvSpPr txBox="1"/>
            <p:nvPr/>
          </p:nvSpPr>
          <p:spPr>
            <a:xfrm>
              <a:off x="3772245" y="971887"/>
              <a:ext cx="9309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S+7 days</a:t>
              </a:r>
              <a:endParaRPr lang="ko-KR" altLang="en-US" sz="1400" dirty="0"/>
            </a:p>
          </p:txBody>
        </p: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8D815F53-1EBC-B6E5-6AE3-EF7FC14C4D4E}"/>
                </a:ext>
              </a:extLst>
            </p:cNvPr>
            <p:cNvCxnSpPr>
              <a:cxnSpLocks/>
              <a:stCxn id="83" idx="2"/>
              <a:endCxn id="76" idx="0"/>
            </p:cNvCxnSpPr>
            <p:nvPr/>
          </p:nvCxnSpPr>
          <p:spPr>
            <a:xfrm rot="16200000" flipH="1">
              <a:off x="2537592" y="3090783"/>
              <a:ext cx="752971" cy="5481"/>
            </a:xfrm>
            <a:prstGeom prst="bentConnector3">
              <a:avLst>
                <a:gd name="adj1" fmla="val 937"/>
              </a:avLst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E7443B84-C774-CF0D-BAD7-C32E84FF0D1B}"/>
                </a:ext>
              </a:extLst>
            </p:cNvPr>
            <p:cNvCxnSpPr>
              <a:cxnSpLocks/>
              <a:stCxn id="86" idx="1"/>
              <a:endCxn id="89" idx="0"/>
            </p:cNvCxnSpPr>
            <p:nvPr/>
          </p:nvCxnSpPr>
          <p:spPr>
            <a:xfrm rot="10800000" flipV="1">
              <a:off x="1424309" y="1836768"/>
              <a:ext cx="626119" cy="1011566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2312181E-F474-A6B9-2ED9-44521AE7EDE2}"/>
                </a:ext>
              </a:extLst>
            </p:cNvPr>
            <p:cNvCxnSpPr>
              <a:cxnSpLocks/>
              <a:stCxn id="83" idx="1"/>
              <a:endCxn id="89" idx="0"/>
            </p:cNvCxnSpPr>
            <p:nvPr/>
          </p:nvCxnSpPr>
          <p:spPr>
            <a:xfrm rot="10800000" flipV="1">
              <a:off x="1424308" y="2510886"/>
              <a:ext cx="626118" cy="337447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10846C5F-12BE-6131-F11B-8ADC6F65780F}"/>
                </a:ext>
              </a:extLst>
            </p:cNvPr>
            <p:cNvCxnSpPr>
              <a:cxnSpLocks/>
              <a:stCxn id="50" idx="1"/>
              <a:endCxn id="89" idx="2"/>
            </p:cNvCxnSpPr>
            <p:nvPr/>
          </p:nvCxnSpPr>
          <p:spPr>
            <a:xfrm rot="10800000">
              <a:off x="1424309" y="3264072"/>
              <a:ext cx="525125" cy="1520728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EF9EF2C-890E-48D8-C1E8-B3DE9B32F507}"/>
              </a:ext>
            </a:extLst>
          </p:cNvPr>
          <p:cNvSpPr/>
          <p:nvPr/>
        </p:nvSpPr>
        <p:spPr>
          <a:xfrm>
            <a:off x="495637" y="802794"/>
            <a:ext cx="4304955" cy="405314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F0B613F-62CE-19EA-369B-D0F0A126C68D}"/>
              </a:ext>
            </a:extLst>
          </p:cNvPr>
          <p:cNvGrpSpPr/>
          <p:nvPr/>
        </p:nvGrpSpPr>
        <p:grpSpPr>
          <a:xfrm>
            <a:off x="1949433" y="3388366"/>
            <a:ext cx="1916743" cy="3117847"/>
            <a:chOff x="1949433" y="3388366"/>
            <a:chExt cx="1916743" cy="3117847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9AECD1A-FCB2-8540-0E6D-73451323A723}"/>
                </a:ext>
              </a:extLst>
            </p:cNvPr>
            <p:cNvSpPr/>
            <p:nvPr/>
          </p:nvSpPr>
          <p:spPr>
            <a:xfrm>
              <a:off x="1949433" y="3388366"/>
              <a:ext cx="1916743" cy="279286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5A535B1-6EB7-F93B-817A-1BDA7A23CD00}"/>
                </a:ext>
              </a:extLst>
            </p:cNvPr>
            <p:cNvGrpSpPr/>
            <p:nvPr/>
          </p:nvGrpSpPr>
          <p:grpSpPr>
            <a:xfrm>
              <a:off x="2055906" y="3470010"/>
              <a:ext cx="1721825" cy="2615133"/>
              <a:chOff x="4221330" y="2289130"/>
              <a:chExt cx="1902606" cy="2889705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E505D291-D0E9-4932-3096-59660A4EB106}"/>
                  </a:ext>
                </a:extLst>
              </p:cNvPr>
              <p:cNvGrpSpPr/>
              <p:nvPr/>
            </p:nvGrpSpPr>
            <p:grpSpPr>
              <a:xfrm>
                <a:off x="4221331" y="2289130"/>
                <a:ext cx="1902603" cy="462370"/>
                <a:chOff x="2221280" y="2430558"/>
                <a:chExt cx="1902603" cy="462370"/>
              </a:xfrm>
            </p:grpSpPr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D7F2D69E-38B5-9965-4938-F5204C4B1F38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41447CA-3F32-83B5-B4B3-4C57E01CEA19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Stand-by</a:t>
                  </a:r>
                </a:p>
              </p:txBody>
            </p: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E8E28BA6-B410-90D4-E7E2-AD973DBFAD5F}"/>
                  </a:ext>
                </a:extLst>
              </p:cNvPr>
              <p:cNvGrpSpPr/>
              <p:nvPr/>
            </p:nvGrpSpPr>
            <p:grpSpPr>
              <a:xfrm>
                <a:off x="4221333" y="3100749"/>
                <a:ext cx="1902603" cy="461625"/>
                <a:chOff x="2221280" y="2430557"/>
                <a:chExt cx="1902603" cy="461625"/>
              </a:xfrm>
            </p:grpSpPr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A01CEED9-5910-954C-9C87-0966BFB03D03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61625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6E99E5AB-E2B2-7C84-CEC0-1FA9AA895E3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Mission</a:t>
                  </a:r>
                </a:p>
              </p:txBody>
            </p:sp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E38C7BE2-34C0-6E21-85C4-86EF852AA8BE}"/>
                  </a:ext>
                </a:extLst>
              </p:cNvPr>
              <p:cNvGrpSpPr/>
              <p:nvPr/>
            </p:nvGrpSpPr>
            <p:grpSpPr>
              <a:xfrm>
                <a:off x="4221330" y="4723243"/>
                <a:ext cx="1902603" cy="455592"/>
                <a:chOff x="2221280" y="2430558"/>
                <a:chExt cx="1902603" cy="455592"/>
              </a:xfrm>
            </p:grpSpPr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421B116B-27A7-F129-440A-DAA8B17919E2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7DF010F6-AF10-70D1-64A4-89CDEABF130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Communication</a:t>
                  </a: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41C53FCF-D174-486C-935D-00BF352F7A7D}"/>
                  </a:ext>
                </a:extLst>
              </p:cNvPr>
              <p:cNvGrpSpPr/>
              <p:nvPr/>
            </p:nvGrpSpPr>
            <p:grpSpPr>
              <a:xfrm>
                <a:off x="4221332" y="3911623"/>
                <a:ext cx="1902603" cy="462370"/>
                <a:chOff x="2221280" y="2430558"/>
                <a:chExt cx="1902603" cy="462370"/>
              </a:xfrm>
            </p:grpSpPr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B940BD4C-0583-ADC3-0D45-B080DB3311CA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B1D18B9F-B424-B0CE-44BF-FCA5AA81FFE4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Stand-by</a:t>
                  </a:r>
                </a:p>
              </p:txBody>
            </p:sp>
          </p:grpSp>
          <p:cxnSp>
            <p:nvCxnSpPr>
              <p:cNvPr id="66" name="직선 화살표 연결선 65">
                <a:extLst>
                  <a:ext uri="{FF2B5EF4-FFF2-40B4-BE49-F238E27FC236}">
                    <a16:creationId xmlns:a16="http://schemas.microsoft.com/office/drawing/2014/main" id="{26B3E8F9-ADE2-5DBA-2C60-FBA091615616}"/>
                  </a:ext>
                </a:extLst>
              </p:cNvPr>
              <p:cNvCxnSpPr>
                <a:cxnSpLocks/>
                <a:stCxn id="76" idx="2"/>
                <a:endCxn id="74" idx="0"/>
              </p:cNvCxnSpPr>
              <p:nvPr/>
            </p:nvCxnSpPr>
            <p:spPr>
              <a:xfrm>
                <a:off x="5172633" y="2751500"/>
                <a:ext cx="2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화살표 연결선 66">
                <a:extLst>
                  <a:ext uri="{FF2B5EF4-FFF2-40B4-BE49-F238E27FC236}">
                    <a16:creationId xmlns:a16="http://schemas.microsoft.com/office/drawing/2014/main" id="{CAE7735D-1297-DEA6-FA36-6810D7DCBD59}"/>
                  </a:ext>
                </a:extLst>
              </p:cNvPr>
              <p:cNvCxnSpPr>
                <a:cxnSpLocks/>
                <a:stCxn id="74" idx="2"/>
                <a:endCxn id="70" idx="0"/>
              </p:cNvCxnSpPr>
              <p:nvPr/>
            </p:nvCxnSpPr>
            <p:spPr>
              <a:xfrm flipH="1">
                <a:off x="5172634" y="3562374"/>
                <a:ext cx="1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C807EEB4-A890-18A1-C489-0238BCC1B86F}"/>
                  </a:ext>
                </a:extLst>
              </p:cNvPr>
              <p:cNvCxnSpPr>
                <a:cxnSpLocks/>
                <a:stCxn id="70" idx="2"/>
                <a:endCxn id="72" idx="0"/>
              </p:cNvCxnSpPr>
              <p:nvPr/>
            </p:nvCxnSpPr>
            <p:spPr>
              <a:xfrm flipH="1">
                <a:off x="5172632" y="4373993"/>
                <a:ext cx="2" cy="349250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연결선: 꺾임 68">
                <a:extLst>
                  <a:ext uri="{FF2B5EF4-FFF2-40B4-BE49-F238E27FC236}">
                    <a16:creationId xmlns:a16="http://schemas.microsoft.com/office/drawing/2014/main" id="{AD38651E-002A-4588-A62B-BB26E3B45256}"/>
                  </a:ext>
                </a:extLst>
              </p:cNvPr>
              <p:cNvCxnSpPr>
                <a:cxnSpLocks/>
                <a:stCxn id="73" idx="3"/>
                <a:endCxn id="76" idx="3"/>
              </p:cNvCxnSpPr>
              <p:nvPr/>
            </p:nvCxnSpPr>
            <p:spPr>
              <a:xfrm flipV="1">
                <a:off x="6123933" y="2520315"/>
                <a:ext cx="1" cy="2456139"/>
              </a:xfrm>
              <a:prstGeom prst="bentConnector3">
                <a:avLst>
                  <a:gd name="adj1" fmla="val 22860100000"/>
                </a:avLst>
              </a:prstGeom>
              <a:ln w="22225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18036A9-5F86-178B-85C0-51477A06C4C2}"/>
                </a:ext>
              </a:extLst>
            </p:cNvPr>
            <p:cNvSpPr txBox="1"/>
            <p:nvPr/>
          </p:nvSpPr>
          <p:spPr>
            <a:xfrm>
              <a:off x="2285219" y="6191906"/>
              <a:ext cx="1580957" cy="314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~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24 </a:t>
              </a:r>
              <a:r>
                <a:rPr lang="en-US" altLang="ko-KR" sz="1400" dirty="0" err="1"/>
                <a:t>hrs</a:t>
              </a:r>
              <a:endParaRPr lang="ko-KR" altLang="en-US" sz="1400" dirty="0"/>
            </a:p>
          </p:txBody>
        </p: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3694D7B-E44A-2760-27BF-805C202229F5}"/>
              </a:ext>
            </a:extLst>
          </p:cNvPr>
          <p:cNvCxnSpPr/>
          <p:nvPr/>
        </p:nvCxnSpPr>
        <p:spPr>
          <a:xfrm>
            <a:off x="6096000" y="835429"/>
            <a:ext cx="0" cy="5440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C537A8C1-B099-039D-B80F-972F9560A704}"/>
              </a:ext>
            </a:extLst>
          </p:cNvPr>
          <p:cNvGrpSpPr/>
          <p:nvPr/>
        </p:nvGrpSpPr>
        <p:grpSpPr>
          <a:xfrm rot="20542496">
            <a:off x="6738197" y="1075477"/>
            <a:ext cx="2353395" cy="2353395"/>
            <a:chOff x="7059097" y="2252302"/>
            <a:chExt cx="2353395" cy="2353395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20AC9633-DC13-00DB-535D-6AF5AAAD6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415018">
              <a:off x="7059097" y="2252302"/>
              <a:ext cx="2353395" cy="2353395"/>
            </a:xfrm>
            <a:prstGeom prst="rect">
              <a:avLst/>
            </a:prstGeom>
          </p:spPr>
        </p:pic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1253F7AB-AF95-A6C3-5122-644DB31628D6}"/>
                </a:ext>
              </a:extLst>
            </p:cNvPr>
            <p:cNvSpPr/>
            <p:nvPr/>
          </p:nvSpPr>
          <p:spPr>
            <a:xfrm>
              <a:off x="7291701" y="2504882"/>
              <a:ext cx="1235079" cy="1710893"/>
            </a:xfrm>
            <a:custGeom>
              <a:avLst/>
              <a:gdLst>
                <a:gd name="connsiteX0" fmla="*/ 762966 w 1235079"/>
                <a:gd name="connsiteY0" fmla="*/ 0 h 1710893"/>
                <a:gd name="connsiteX1" fmla="*/ 822041 w 1235079"/>
                <a:gd name="connsiteY1" fmla="*/ 28003 h 1710893"/>
                <a:gd name="connsiteX2" fmla="*/ 1235079 w 1235079"/>
                <a:gd name="connsiteY2" fmla="*/ 835033 h 1710893"/>
                <a:gd name="connsiteX3" fmla="*/ 558804 w 1235079"/>
                <a:gd name="connsiteY3" fmla="*/ 1710893 h 1710893"/>
                <a:gd name="connsiteX4" fmla="*/ 422511 w 1235079"/>
                <a:gd name="connsiteY4" fmla="*/ 1693099 h 1710893"/>
                <a:gd name="connsiteX5" fmla="*/ 382354 w 1235079"/>
                <a:gd name="connsiteY5" fmla="*/ 1679726 h 1710893"/>
                <a:gd name="connsiteX6" fmla="*/ 276191 w 1235079"/>
                <a:gd name="connsiteY6" fmla="*/ 1592134 h 1710893"/>
                <a:gd name="connsiteX7" fmla="*/ 0 w 1235079"/>
                <a:gd name="connsiteY7" fmla="*/ 925349 h 1710893"/>
                <a:gd name="connsiteX8" fmla="*/ 752934 w 1235079"/>
                <a:gd name="connsiteY8" fmla="*/ 1531 h 1710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5079" h="1710893">
                  <a:moveTo>
                    <a:pt x="762966" y="0"/>
                  </a:moveTo>
                  <a:lnTo>
                    <a:pt x="822041" y="28003"/>
                  </a:lnTo>
                  <a:cubicBezTo>
                    <a:pt x="1064766" y="160965"/>
                    <a:pt x="1235079" y="472240"/>
                    <a:pt x="1235079" y="835033"/>
                  </a:cubicBezTo>
                  <a:cubicBezTo>
                    <a:pt x="1235079" y="1318757"/>
                    <a:pt x="932300" y="1710893"/>
                    <a:pt x="558804" y="1710893"/>
                  </a:cubicBezTo>
                  <a:cubicBezTo>
                    <a:pt x="512117" y="1710893"/>
                    <a:pt x="466535" y="1704766"/>
                    <a:pt x="422511" y="1693099"/>
                  </a:cubicBezTo>
                  <a:lnTo>
                    <a:pt x="382354" y="1679726"/>
                  </a:lnTo>
                  <a:lnTo>
                    <a:pt x="276191" y="1592134"/>
                  </a:lnTo>
                  <a:cubicBezTo>
                    <a:pt x="105546" y="1421489"/>
                    <a:pt x="0" y="1185745"/>
                    <a:pt x="0" y="925349"/>
                  </a:cubicBezTo>
                  <a:cubicBezTo>
                    <a:pt x="0" y="469657"/>
                    <a:pt x="323235" y="89460"/>
                    <a:pt x="752934" y="1531"/>
                  </a:cubicBezTo>
                  <a:close/>
                </a:path>
              </a:pathLst>
            </a:custGeom>
            <a:solidFill>
              <a:srgbClr val="000000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03" name="해 102">
            <a:extLst>
              <a:ext uri="{FF2B5EF4-FFF2-40B4-BE49-F238E27FC236}">
                <a16:creationId xmlns:a16="http://schemas.microsoft.com/office/drawing/2014/main" id="{CE422929-6815-F81A-4A39-5E9C80E6B5C8}"/>
              </a:ext>
            </a:extLst>
          </p:cNvPr>
          <p:cNvSpPr/>
          <p:nvPr/>
        </p:nvSpPr>
        <p:spPr>
          <a:xfrm>
            <a:off x="10961150" y="959788"/>
            <a:ext cx="808784" cy="808786"/>
          </a:xfrm>
          <a:prstGeom prst="su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원호 104">
            <a:extLst>
              <a:ext uri="{FF2B5EF4-FFF2-40B4-BE49-F238E27FC236}">
                <a16:creationId xmlns:a16="http://schemas.microsoft.com/office/drawing/2014/main" id="{8772C66B-B3BA-FAD7-F81B-029E7FD1A26B}"/>
              </a:ext>
            </a:extLst>
          </p:cNvPr>
          <p:cNvSpPr/>
          <p:nvPr/>
        </p:nvSpPr>
        <p:spPr>
          <a:xfrm>
            <a:off x="7091934" y="1037885"/>
            <a:ext cx="1645920" cy="2428578"/>
          </a:xfrm>
          <a:prstGeom prst="arc">
            <a:avLst>
              <a:gd name="adj1" fmla="val 6572043"/>
              <a:gd name="adj2" fmla="val 1452982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EC8058FC-67F4-1A1C-F0D2-369C5808E4BC}"/>
              </a:ext>
            </a:extLst>
          </p:cNvPr>
          <p:cNvGrpSpPr/>
          <p:nvPr/>
        </p:nvGrpSpPr>
        <p:grpSpPr>
          <a:xfrm>
            <a:off x="8894284" y="2813848"/>
            <a:ext cx="3051803" cy="1647078"/>
            <a:chOff x="8289929" y="3459049"/>
            <a:chExt cx="3051803" cy="1647078"/>
          </a:xfrm>
        </p:grpSpPr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C5389122-ABBD-B772-37E4-3D96F52A3F4D}"/>
                </a:ext>
              </a:extLst>
            </p:cNvPr>
            <p:cNvGrpSpPr/>
            <p:nvPr/>
          </p:nvGrpSpPr>
          <p:grpSpPr>
            <a:xfrm>
              <a:off x="8325826" y="4291091"/>
              <a:ext cx="3015906" cy="815036"/>
              <a:chOff x="6911540" y="3902304"/>
              <a:chExt cx="3656657" cy="988196"/>
            </a:xfrm>
          </p:grpSpPr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86407E79-802B-743D-29DD-C88AA8663D43}"/>
                  </a:ext>
                </a:extLst>
              </p:cNvPr>
              <p:cNvGrpSpPr/>
              <p:nvPr/>
            </p:nvGrpSpPr>
            <p:grpSpPr>
              <a:xfrm>
                <a:off x="6911540" y="3903202"/>
                <a:ext cx="1070103" cy="987298"/>
                <a:chOff x="6918553" y="3895600"/>
                <a:chExt cx="1070103" cy="987298"/>
              </a:xfrm>
            </p:grpSpPr>
            <p:sp>
              <p:nvSpPr>
                <p:cNvPr id="110" name="타원 109">
                  <a:extLst>
                    <a:ext uri="{FF2B5EF4-FFF2-40B4-BE49-F238E27FC236}">
                      <a16:creationId xmlns:a16="http://schemas.microsoft.com/office/drawing/2014/main" id="{948C9EBD-1E4D-CEC2-E65B-6854839F8CB5}"/>
                    </a:ext>
                  </a:extLst>
                </p:cNvPr>
                <p:cNvSpPr/>
                <p:nvPr/>
              </p:nvSpPr>
              <p:spPr>
                <a:xfrm>
                  <a:off x="7001358" y="3895600"/>
                  <a:ext cx="987298" cy="98729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원호 110">
                  <a:extLst>
                    <a:ext uri="{FF2B5EF4-FFF2-40B4-BE49-F238E27FC236}">
                      <a16:creationId xmlns:a16="http://schemas.microsoft.com/office/drawing/2014/main" id="{16789B35-C10C-7683-1482-B9D8103D3C3F}"/>
                    </a:ext>
                  </a:extLst>
                </p:cNvPr>
                <p:cNvSpPr/>
                <p:nvPr/>
              </p:nvSpPr>
              <p:spPr>
                <a:xfrm>
                  <a:off x="7002256" y="3895600"/>
                  <a:ext cx="986400" cy="986400"/>
                </a:xfrm>
                <a:prstGeom prst="arc">
                  <a:avLst>
                    <a:gd name="adj1" fmla="val 13451940"/>
                    <a:gd name="adj2" fmla="val 8155130"/>
                  </a:avLst>
                </a:prstGeom>
                <a:ln w="190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15" name="그룹 114">
                  <a:extLst>
                    <a:ext uri="{FF2B5EF4-FFF2-40B4-BE49-F238E27FC236}">
                      <a16:creationId xmlns:a16="http://schemas.microsoft.com/office/drawing/2014/main" id="{1CFDF7CD-4E2B-711D-7516-50AD3972FA70}"/>
                    </a:ext>
                  </a:extLst>
                </p:cNvPr>
                <p:cNvGrpSpPr/>
                <p:nvPr/>
              </p:nvGrpSpPr>
              <p:grpSpPr>
                <a:xfrm>
                  <a:off x="6918553" y="4043304"/>
                  <a:ext cx="571500" cy="684213"/>
                  <a:chOff x="6918553" y="4043304"/>
                  <a:chExt cx="571500" cy="684213"/>
                </a:xfrm>
              </p:grpSpPr>
              <p:cxnSp>
                <p:nvCxnSpPr>
                  <p:cNvPr id="113" name="직선 연결선 112">
                    <a:extLst>
                      <a:ext uri="{FF2B5EF4-FFF2-40B4-BE49-F238E27FC236}">
                        <a16:creationId xmlns:a16="http://schemas.microsoft.com/office/drawing/2014/main" id="{63547788-4473-DEF3-0712-C958DF3D2E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043304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직선 연결선 113">
                    <a:extLst>
                      <a:ext uri="{FF2B5EF4-FFF2-40B4-BE49-F238E27FC236}">
                        <a16:creationId xmlns:a16="http://schemas.microsoft.com/office/drawing/2014/main" id="{933968BC-7A4A-96EB-D7FB-E1F7B2AE14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727517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25" name="그림 124">
                  <a:extLst>
                    <a:ext uri="{FF2B5EF4-FFF2-40B4-BE49-F238E27FC236}">
                      <a16:creationId xmlns:a16="http://schemas.microsoft.com/office/drawing/2014/main" id="{5D68B88B-F75A-A842-9100-6FDADABFB3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000" t="13000" r="13000" b="13000"/>
                <a:stretch>
                  <a:fillRect/>
                </a:stretch>
              </p:blipFill>
              <p:spPr>
                <a:xfrm>
                  <a:off x="7142618" y="4038063"/>
                  <a:ext cx="694870" cy="694870"/>
                </a:xfrm>
                <a:custGeom>
                  <a:avLst/>
                  <a:gdLst>
                    <a:gd name="connsiteX0" fmla="*/ 347435 w 694870"/>
                    <a:gd name="connsiteY0" fmla="*/ 0 h 694870"/>
                    <a:gd name="connsiteX1" fmla="*/ 694870 w 694870"/>
                    <a:gd name="connsiteY1" fmla="*/ 347435 h 694870"/>
                    <a:gd name="connsiteX2" fmla="*/ 347435 w 694870"/>
                    <a:gd name="connsiteY2" fmla="*/ 694870 h 694870"/>
                    <a:gd name="connsiteX3" fmla="*/ 0 w 694870"/>
                    <a:gd name="connsiteY3" fmla="*/ 347435 h 694870"/>
                    <a:gd name="connsiteX4" fmla="*/ 347435 w 694870"/>
                    <a:gd name="connsiteY4" fmla="*/ 0 h 694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870" h="694870">
                      <a:moveTo>
                        <a:pt x="347435" y="0"/>
                      </a:moveTo>
                      <a:cubicBezTo>
                        <a:pt x="539318" y="0"/>
                        <a:pt x="694870" y="155552"/>
                        <a:pt x="694870" y="347435"/>
                      </a:cubicBezTo>
                      <a:cubicBezTo>
                        <a:pt x="694870" y="539318"/>
                        <a:pt x="539318" y="694870"/>
                        <a:pt x="347435" y="694870"/>
                      </a:cubicBezTo>
                      <a:cubicBezTo>
                        <a:pt x="155552" y="694870"/>
                        <a:pt x="0" y="539318"/>
                        <a:pt x="0" y="347435"/>
                      </a:cubicBezTo>
                      <a:cubicBezTo>
                        <a:pt x="0" y="155552"/>
                        <a:pt x="155552" y="0"/>
                        <a:pt x="347435" y="0"/>
                      </a:cubicBezTo>
                      <a:close/>
                    </a:path>
                  </a:pathLst>
                </a:custGeom>
              </p:spPr>
            </p:pic>
          </p:grpSp>
          <p:grpSp>
            <p:nvGrpSpPr>
              <p:cNvPr id="127" name="그룹 126">
                <a:extLst>
                  <a:ext uri="{FF2B5EF4-FFF2-40B4-BE49-F238E27FC236}">
                    <a16:creationId xmlns:a16="http://schemas.microsoft.com/office/drawing/2014/main" id="{8D3B9965-1B8D-43E6-67A1-08DE8311E946}"/>
                  </a:ext>
                </a:extLst>
              </p:cNvPr>
              <p:cNvGrpSpPr/>
              <p:nvPr/>
            </p:nvGrpSpPr>
            <p:grpSpPr>
              <a:xfrm>
                <a:off x="7276484" y="3903202"/>
                <a:ext cx="1070103" cy="987298"/>
                <a:chOff x="6918553" y="3895600"/>
                <a:chExt cx="1070103" cy="987298"/>
              </a:xfrm>
            </p:grpSpPr>
            <p:sp>
              <p:nvSpPr>
                <p:cNvPr id="128" name="타원 127">
                  <a:extLst>
                    <a:ext uri="{FF2B5EF4-FFF2-40B4-BE49-F238E27FC236}">
                      <a16:creationId xmlns:a16="http://schemas.microsoft.com/office/drawing/2014/main" id="{A4644A6E-9518-F978-1142-56DD809ED9F5}"/>
                    </a:ext>
                  </a:extLst>
                </p:cNvPr>
                <p:cNvSpPr/>
                <p:nvPr/>
              </p:nvSpPr>
              <p:spPr>
                <a:xfrm>
                  <a:off x="7001358" y="3895600"/>
                  <a:ext cx="987298" cy="98729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9" name="원호 128">
                  <a:extLst>
                    <a:ext uri="{FF2B5EF4-FFF2-40B4-BE49-F238E27FC236}">
                      <a16:creationId xmlns:a16="http://schemas.microsoft.com/office/drawing/2014/main" id="{0D2880E9-CAA1-1FD2-F2C1-EC391B9E76DA}"/>
                    </a:ext>
                  </a:extLst>
                </p:cNvPr>
                <p:cNvSpPr/>
                <p:nvPr/>
              </p:nvSpPr>
              <p:spPr>
                <a:xfrm>
                  <a:off x="7002256" y="3895600"/>
                  <a:ext cx="986400" cy="986400"/>
                </a:xfrm>
                <a:prstGeom prst="arc">
                  <a:avLst>
                    <a:gd name="adj1" fmla="val 13451940"/>
                    <a:gd name="adj2" fmla="val 8155130"/>
                  </a:avLst>
                </a:prstGeom>
                <a:ln w="190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44CDF4D1-B316-90AC-89F1-A3781F59455D}"/>
                    </a:ext>
                  </a:extLst>
                </p:cNvPr>
                <p:cNvGrpSpPr/>
                <p:nvPr/>
              </p:nvGrpSpPr>
              <p:grpSpPr>
                <a:xfrm>
                  <a:off x="6918553" y="4043304"/>
                  <a:ext cx="571500" cy="684213"/>
                  <a:chOff x="6918553" y="4043304"/>
                  <a:chExt cx="571500" cy="684213"/>
                </a:xfrm>
              </p:grpSpPr>
              <p:cxnSp>
                <p:nvCxnSpPr>
                  <p:cNvPr id="132" name="직선 연결선 131">
                    <a:extLst>
                      <a:ext uri="{FF2B5EF4-FFF2-40B4-BE49-F238E27FC236}">
                        <a16:creationId xmlns:a16="http://schemas.microsoft.com/office/drawing/2014/main" id="{6DC12B02-A597-F49B-1866-27C0C9E72F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043304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직선 연결선 132">
                    <a:extLst>
                      <a:ext uri="{FF2B5EF4-FFF2-40B4-BE49-F238E27FC236}">
                        <a16:creationId xmlns:a16="http://schemas.microsoft.com/office/drawing/2014/main" id="{6511A8BA-F3FD-13A6-3AEC-70B6BB124E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727517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31" name="그림 130">
                  <a:extLst>
                    <a:ext uri="{FF2B5EF4-FFF2-40B4-BE49-F238E27FC236}">
                      <a16:creationId xmlns:a16="http://schemas.microsoft.com/office/drawing/2014/main" id="{92CAE11A-2C4C-9C1C-2D0E-DFE38E81F1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000" t="13000" r="13000" b="13000"/>
                <a:stretch>
                  <a:fillRect/>
                </a:stretch>
              </p:blipFill>
              <p:spPr>
                <a:xfrm>
                  <a:off x="7142618" y="4038063"/>
                  <a:ext cx="694870" cy="694870"/>
                </a:xfrm>
                <a:custGeom>
                  <a:avLst/>
                  <a:gdLst>
                    <a:gd name="connsiteX0" fmla="*/ 347435 w 694870"/>
                    <a:gd name="connsiteY0" fmla="*/ 0 h 694870"/>
                    <a:gd name="connsiteX1" fmla="*/ 694870 w 694870"/>
                    <a:gd name="connsiteY1" fmla="*/ 347435 h 694870"/>
                    <a:gd name="connsiteX2" fmla="*/ 347435 w 694870"/>
                    <a:gd name="connsiteY2" fmla="*/ 694870 h 694870"/>
                    <a:gd name="connsiteX3" fmla="*/ 0 w 694870"/>
                    <a:gd name="connsiteY3" fmla="*/ 347435 h 694870"/>
                    <a:gd name="connsiteX4" fmla="*/ 347435 w 694870"/>
                    <a:gd name="connsiteY4" fmla="*/ 0 h 694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870" h="694870">
                      <a:moveTo>
                        <a:pt x="347435" y="0"/>
                      </a:moveTo>
                      <a:cubicBezTo>
                        <a:pt x="539318" y="0"/>
                        <a:pt x="694870" y="155552"/>
                        <a:pt x="694870" y="347435"/>
                      </a:cubicBezTo>
                      <a:cubicBezTo>
                        <a:pt x="694870" y="539318"/>
                        <a:pt x="539318" y="694870"/>
                        <a:pt x="347435" y="694870"/>
                      </a:cubicBezTo>
                      <a:cubicBezTo>
                        <a:pt x="155552" y="694870"/>
                        <a:pt x="0" y="539318"/>
                        <a:pt x="0" y="347435"/>
                      </a:cubicBezTo>
                      <a:cubicBezTo>
                        <a:pt x="0" y="155552"/>
                        <a:pt x="155552" y="0"/>
                        <a:pt x="347435" y="0"/>
                      </a:cubicBezTo>
                      <a:close/>
                    </a:path>
                  </a:pathLst>
                </a:custGeom>
              </p:spPr>
            </p:pic>
          </p:grp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49A76BF4-4573-DCD9-71B7-498FBC9A6703}"/>
                  </a:ext>
                </a:extLst>
              </p:cNvPr>
              <p:cNvGrpSpPr/>
              <p:nvPr/>
            </p:nvGrpSpPr>
            <p:grpSpPr>
              <a:xfrm>
                <a:off x="9498094" y="3902304"/>
                <a:ext cx="1070103" cy="987298"/>
                <a:chOff x="6918553" y="3895600"/>
                <a:chExt cx="1070103" cy="987298"/>
              </a:xfrm>
            </p:grpSpPr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2C7481F7-C830-BF0F-CF0B-E80454837D3E}"/>
                    </a:ext>
                  </a:extLst>
                </p:cNvPr>
                <p:cNvSpPr/>
                <p:nvPr/>
              </p:nvSpPr>
              <p:spPr>
                <a:xfrm>
                  <a:off x="7001358" y="3895600"/>
                  <a:ext cx="987298" cy="98729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6" name="원호 135">
                  <a:extLst>
                    <a:ext uri="{FF2B5EF4-FFF2-40B4-BE49-F238E27FC236}">
                      <a16:creationId xmlns:a16="http://schemas.microsoft.com/office/drawing/2014/main" id="{04C0C0FB-6C26-FC27-1FEA-32B3D2013BA3}"/>
                    </a:ext>
                  </a:extLst>
                </p:cNvPr>
                <p:cNvSpPr/>
                <p:nvPr/>
              </p:nvSpPr>
              <p:spPr>
                <a:xfrm>
                  <a:off x="7002256" y="3895600"/>
                  <a:ext cx="986400" cy="986400"/>
                </a:xfrm>
                <a:prstGeom prst="arc">
                  <a:avLst>
                    <a:gd name="adj1" fmla="val 13451940"/>
                    <a:gd name="adj2" fmla="val 8155130"/>
                  </a:avLst>
                </a:prstGeom>
                <a:ln w="190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37" name="그룹 136">
                  <a:extLst>
                    <a:ext uri="{FF2B5EF4-FFF2-40B4-BE49-F238E27FC236}">
                      <a16:creationId xmlns:a16="http://schemas.microsoft.com/office/drawing/2014/main" id="{A0C8C683-B4A3-6000-FF02-907922D4E6D4}"/>
                    </a:ext>
                  </a:extLst>
                </p:cNvPr>
                <p:cNvGrpSpPr/>
                <p:nvPr/>
              </p:nvGrpSpPr>
              <p:grpSpPr>
                <a:xfrm>
                  <a:off x="6918553" y="4043304"/>
                  <a:ext cx="571500" cy="684213"/>
                  <a:chOff x="6918553" y="4043304"/>
                  <a:chExt cx="571500" cy="684213"/>
                </a:xfrm>
              </p:grpSpPr>
              <p:cxnSp>
                <p:nvCxnSpPr>
                  <p:cNvPr id="139" name="직선 연결선 138">
                    <a:extLst>
                      <a:ext uri="{FF2B5EF4-FFF2-40B4-BE49-F238E27FC236}">
                        <a16:creationId xmlns:a16="http://schemas.microsoft.com/office/drawing/2014/main" id="{9EE31836-DD10-2E4D-63FA-1BD5AC6B4A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043304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직선 연결선 139">
                    <a:extLst>
                      <a:ext uri="{FF2B5EF4-FFF2-40B4-BE49-F238E27FC236}">
                        <a16:creationId xmlns:a16="http://schemas.microsoft.com/office/drawing/2014/main" id="{6DFAFAF3-F58C-CED7-04DE-A66822298C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727517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38" name="그림 137">
                  <a:extLst>
                    <a:ext uri="{FF2B5EF4-FFF2-40B4-BE49-F238E27FC236}">
                      <a16:creationId xmlns:a16="http://schemas.microsoft.com/office/drawing/2014/main" id="{A8D82F2B-A5A9-C3F8-C3EB-8C3CE760DE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000" t="13000" r="13000" b="13000"/>
                <a:stretch>
                  <a:fillRect/>
                </a:stretch>
              </p:blipFill>
              <p:spPr>
                <a:xfrm>
                  <a:off x="7142618" y="4038063"/>
                  <a:ext cx="694870" cy="694870"/>
                </a:xfrm>
                <a:custGeom>
                  <a:avLst/>
                  <a:gdLst>
                    <a:gd name="connsiteX0" fmla="*/ 347435 w 694870"/>
                    <a:gd name="connsiteY0" fmla="*/ 0 h 694870"/>
                    <a:gd name="connsiteX1" fmla="*/ 694870 w 694870"/>
                    <a:gd name="connsiteY1" fmla="*/ 347435 h 694870"/>
                    <a:gd name="connsiteX2" fmla="*/ 347435 w 694870"/>
                    <a:gd name="connsiteY2" fmla="*/ 694870 h 694870"/>
                    <a:gd name="connsiteX3" fmla="*/ 0 w 694870"/>
                    <a:gd name="connsiteY3" fmla="*/ 347435 h 694870"/>
                    <a:gd name="connsiteX4" fmla="*/ 347435 w 694870"/>
                    <a:gd name="connsiteY4" fmla="*/ 0 h 694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870" h="694870">
                      <a:moveTo>
                        <a:pt x="347435" y="0"/>
                      </a:moveTo>
                      <a:cubicBezTo>
                        <a:pt x="539318" y="0"/>
                        <a:pt x="694870" y="155552"/>
                        <a:pt x="694870" y="347435"/>
                      </a:cubicBezTo>
                      <a:cubicBezTo>
                        <a:pt x="694870" y="539318"/>
                        <a:pt x="539318" y="694870"/>
                        <a:pt x="347435" y="694870"/>
                      </a:cubicBezTo>
                      <a:cubicBezTo>
                        <a:pt x="155552" y="694870"/>
                        <a:pt x="0" y="539318"/>
                        <a:pt x="0" y="347435"/>
                      </a:cubicBezTo>
                      <a:cubicBezTo>
                        <a:pt x="0" y="155552"/>
                        <a:pt x="155552" y="0"/>
                        <a:pt x="347435" y="0"/>
                      </a:cubicBezTo>
                      <a:close/>
                    </a:path>
                  </a:pathLst>
                </a:custGeom>
              </p:spPr>
            </p:pic>
          </p:grp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873ADA96-88E2-0B85-15C8-A1B22E42B664}"/>
                  </a:ext>
                </a:extLst>
              </p:cNvPr>
              <p:cNvGrpSpPr/>
              <p:nvPr/>
            </p:nvGrpSpPr>
            <p:grpSpPr>
              <a:xfrm>
                <a:off x="7597918" y="3903202"/>
                <a:ext cx="1070103" cy="987298"/>
                <a:chOff x="6918553" y="3895600"/>
                <a:chExt cx="1070103" cy="987298"/>
              </a:xfrm>
            </p:grpSpPr>
            <p:sp>
              <p:nvSpPr>
                <p:cNvPr id="142" name="타원 141">
                  <a:extLst>
                    <a:ext uri="{FF2B5EF4-FFF2-40B4-BE49-F238E27FC236}">
                      <a16:creationId xmlns:a16="http://schemas.microsoft.com/office/drawing/2014/main" id="{FB9EDE72-D0F3-A77E-74C5-BB7A0B611573}"/>
                    </a:ext>
                  </a:extLst>
                </p:cNvPr>
                <p:cNvSpPr/>
                <p:nvPr/>
              </p:nvSpPr>
              <p:spPr>
                <a:xfrm>
                  <a:off x="7001358" y="3895600"/>
                  <a:ext cx="987298" cy="98729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3" name="원호 142">
                  <a:extLst>
                    <a:ext uri="{FF2B5EF4-FFF2-40B4-BE49-F238E27FC236}">
                      <a16:creationId xmlns:a16="http://schemas.microsoft.com/office/drawing/2014/main" id="{A7C3CFE4-1B0B-228F-0EFA-28AF6275B436}"/>
                    </a:ext>
                  </a:extLst>
                </p:cNvPr>
                <p:cNvSpPr/>
                <p:nvPr/>
              </p:nvSpPr>
              <p:spPr>
                <a:xfrm>
                  <a:off x="7002256" y="3895600"/>
                  <a:ext cx="986400" cy="986400"/>
                </a:xfrm>
                <a:prstGeom prst="arc">
                  <a:avLst>
                    <a:gd name="adj1" fmla="val 13451940"/>
                    <a:gd name="adj2" fmla="val 8155130"/>
                  </a:avLst>
                </a:prstGeom>
                <a:ln w="190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DEE9D098-A614-F94F-171C-A38A136360E0}"/>
                    </a:ext>
                  </a:extLst>
                </p:cNvPr>
                <p:cNvGrpSpPr/>
                <p:nvPr/>
              </p:nvGrpSpPr>
              <p:grpSpPr>
                <a:xfrm>
                  <a:off x="6918553" y="4043304"/>
                  <a:ext cx="571500" cy="684213"/>
                  <a:chOff x="6918553" y="4043304"/>
                  <a:chExt cx="571500" cy="684213"/>
                </a:xfrm>
              </p:grpSpPr>
              <p:cxnSp>
                <p:nvCxnSpPr>
                  <p:cNvPr id="146" name="직선 연결선 145">
                    <a:extLst>
                      <a:ext uri="{FF2B5EF4-FFF2-40B4-BE49-F238E27FC236}">
                        <a16:creationId xmlns:a16="http://schemas.microsoft.com/office/drawing/2014/main" id="{FDB55626-D3B0-D180-241E-EEE10700AE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043304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직선 연결선 146">
                    <a:extLst>
                      <a:ext uri="{FF2B5EF4-FFF2-40B4-BE49-F238E27FC236}">
                        <a16:creationId xmlns:a16="http://schemas.microsoft.com/office/drawing/2014/main" id="{1588447A-D518-F90F-3572-00B0A9640B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8553" y="4727517"/>
                    <a:ext cx="5715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45" name="그림 144">
                  <a:extLst>
                    <a:ext uri="{FF2B5EF4-FFF2-40B4-BE49-F238E27FC236}">
                      <a16:creationId xmlns:a16="http://schemas.microsoft.com/office/drawing/2014/main" id="{7E1C2837-5D7F-17B8-5BDC-0652D11113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000" t="13000" r="13000" b="13000"/>
                <a:stretch>
                  <a:fillRect/>
                </a:stretch>
              </p:blipFill>
              <p:spPr>
                <a:xfrm>
                  <a:off x="7142618" y="4038063"/>
                  <a:ext cx="694870" cy="694870"/>
                </a:xfrm>
                <a:custGeom>
                  <a:avLst/>
                  <a:gdLst>
                    <a:gd name="connsiteX0" fmla="*/ 347435 w 694870"/>
                    <a:gd name="connsiteY0" fmla="*/ 0 h 694870"/>
                    <a:gd name="connsiteX1" fmla="*/ 694870 w 694870"/>
                    <a:gd name="connsiteY1" fmla="*/ 347435 h 694870"/>
                    <a:gd name="connsiteX2" fmla="*/ 347435 w 694870"/>
                    <a:gd name="connsiteY2" fmla="*/ 694870 h 694870"/>
                    <a:gd name="connsiteX3" fmla="*/ 0 w 694870"/>
                    <a:gd name="connsiteY3" fmla="*/ 347435 h 694870"/>
                    <a:gd name="connsiteX4" fmla="*/ 347435 w 694870"/>
                    <a:gd name="connsiteY4" fmla="*/ 0 h 694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870" h="694870">
                      <a:moveTo>
                        <a:pt x="347435" y="0"/>
                      </a:moveTo>
                      <a:cubicBezTo>
                        <a:pt x="539318" y="0"/>
                        <a:pt x="694870" y="155552"/>
                        <a:pt x="694870" y="347435"/>
                      </a:cubicBezTo>
                      <a:cubicBezTo>
                        <a:pt x="694870" y="539318"/>
                        <a:pt x="539318" y="694870"/>
                        <a:pt x="347435" y="694870"/>
                      </a:cubicBezTo>
                      <a:cubicBezTo>
                        <a:pt x="155552" y="694870"/>
                        <a:pt x="0" y="539318"/>
                        <a:pt x="0" y="347435"/>
                      </a:cubicBezTo>
                      <a:cubicBezTo>
                        <a:pt x="0" y="155552"/>
                        <a:pt x="155552" y="0"/>
                        <a:pt x="347435" y="0"/>
                      </a:cubicBezTo>
                      <a:close/>
                    </a:path>
                  </a:pathLst>
                </a:custGeom>
              </p:spPr>
            </p:pic>
          </p:grpSp>
          <p:grpSp>
            <p:nvGrpSpPr>
              <p:cNvPr id="151" name="그룹 150">
                <a:extLst>
                  <a:ext uri="{FF2B5EF4-FFF2-40B4-BE49-F238E27FC236}">
                    <a16:creationId xmlns:a16="http://schemas.microsoft.com/office/drawing/2014/main" id="{636791D0-DCB1-AF85-4620-0DB442BACF5D}"/>
                  </a:ext>
                </a:extLst>
              </p:cNvPr>
              <p:cNvGrpSpPr/>
              <p:nvPr/>
            </p:nvGrpSpPr>
            <p:grpSpPr>
              <a:xfrm>
                <a:off x="8815396" y="4330360"/>
                <a:ext cx="565435" cy="124294"/>
                <a:chOff x="9094481" y="3264072"/>
                <a:chExt cx="565435" cy="124294"/>
              </a:xfrm>
            </p:grpSpPr>
            <p:sp>
              <p:nvSpPr>
                <p:cNvPr id="148" name="타원 147">
                  <a:extLst>
                    <a:ext uri="{FF2B5EF4-FFF2-40B4-BE49-F238E27FC236}">
                      <a16:creationId xmlns:a16="http://schemas.microsoft.com/office/drawing/2014/main" id="{10162C7B-B80D-58B3-6450-4013441B612B}"/>
                    </a:ext>
                  </a:extLst>
                </p:cNvPr>
                <p:cNvSpPr/>
                <p:nvPr/>
              </p:nvSpPr>
              <p:spPr>
                <a:xfrm>
                  <a:off x="9537396" y="3264072"/>
                  <a:ext cx="122520" cy="122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9" name="타원 148">
                  <a:extLst>
                    <a:ext uri="{FF2B5EF4-FFF2-40B4-BE49-F238E27FC236}">
                      <a16:creationId xmlns:a16="http://schemas.microsoft.com/office/drawing/2014/main" id="{1D66E860-9702-031F-439D-A94ECD522AD0}"/>
                    </a:ext>
                  </a:extLst>
                </p:cNvPr>
                <p:cNvSpPr/>
                <p:nvPr/>
              </p:nvSpPr>
              <p:spPr>
                <a:xfrm>
                  <a:off x="9094481" y="3265846"/>
                  <a:ext cx="122520" cy="122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0" name="타원 149">
                  <a:extLst>
                    <a:ext uri="{FF2B5EF4-FFF2-40B4-BE49-F238E27FC236}">
                      <a16:creationId xmlns:a16="http://schemas.microsoft.com/office/drawing/2014/main" id="{B8F4E25A-C7F5-1D18-D8D3-0AF101B19638}"/>
                    </a:ext>
                  </a:extLst>
                </p:cNvPr>
                <p:cNvSpPr/>
                <p:nvPr/>
              </p:nvSpPr>
              <p:spPr>
                <a:xfrm>
                  <a:off x="9316749" y="3264072"/>
                  <a:ext cx="122520" cy="122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152" name="왼쪽 중괄호 151">
              <a:extLst>
                <a:ext uri="{FF2B5EF4-FFF2-40B4-BE49-F238E27FC236}">
                  <a16:creationId xmlns:a16="http://schemas.microsoft.com/office/drawing/2014/main" id="{4390827F-E686-624C-C81E-9C707B8E5413}"/>
                </a:ext>
              </a:extLst>
            </p:cNvPr>
            <p:cNvSpPr/>
            <p:nvPr/>
          </p:nvSpPr>
          <p:spPr>
            <a:xfrm rot="5400000" flipV="1">
              <a:off x="9663681" y="2442463"/>
              <a:ext cx="304298" cy="3051802"/>
            </a:xfrm>
            <a:prstGeom prst="leftBrace">
              <a:avLst>
                <a:gd name="adj1" fmla="val 63632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687EB79-C888-8EF1-7AA2-4B7F0E48C345}"/>
                </a:ext>
              </a:extLst>
            </p:cNvPr>
            <p:cNvSpPr txBox="1"/>
            <p:nvPr/>
          </p:nvSpPr>
          <p:spPr>
            <a:xfrm>
              <a:off x="8708632" y="3459049"/>
              <a:ext cx="2093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~14 orbits / 1 day</a:t>
              </a:r>
              <a:endParaRPr lang="ko-KR" altLang="en-US" dirty="0"/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961F13CC-7B0E-E75E-EC17-111CDA8F9822}"/>
              </a:ext>
            </a:extLst>
          </p:cNvPr>
          <p:cNvGrpSpPr/>
          <p:nvPr/>
        </p:nvGrpSpPr>
        <p:grpSpPr>
          <a:xfrm>
            <a:off x="7510231" y="5054431"/>
            <a:ext cx="1371504" cy="1266117"/>
            <a:chOff x="7139124" y="5309812"/>
            <a:chExt cx="1371504" cy="1266117"/>
          </a:xfrm>
        </p:grpSpPr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B045D036-1A00-9254-F28F-9629097B5F6D}"/>
                </a:ext>
              </a:extLst>
            </p:cNvPr>
            <p:cNvSpPr/>
            <p:nvPr/>
          </p:nvSpPr>
          <p:spPr>
            <a:xfrm>
              <a:off x="7245252" y="5310553"/>
              <a:ext cx="1265376" cy="12653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원호 170">
              <a:extLst>
                <a:ext uri="{FF2B5EF4-FFF2-40B4-BE49-F238E27FC236}">
                  <a16:creationId xmlns:a16="http://schemas.microsoft.com/office/drawing/2014/main" id="{8A1C0763-0CC6-0022-6C69-E839F254E578}"/>
                </a:ext>
              </a:extLst>
            </p:cNvPr>
            <p:cNvSpPr/>
            <p:nvPr/>
          </p:nvSpPr>
          <p:spPr>
            <a:xfrm>
              <a:off x="7246402" y="5310553"/>
              <a:ext cx="1264226" cy="1264225"/>
            </a:xfrm>
            <a:prstGeom prst="arc">
              <a:avLst>
                <a:gd name="adj1" fmla="val 13451940"/>
                <a:gd name="adj2" fmla="val 8155130"/>
              </a:avLst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58E3264C-E797-0FA0-9F06-E27E905664F5}"/>
                </a:ext>
              </a:extLst>
            </p:cNvPr>
            <p:cNvGrpSpPr/>
            <p:nvPr/>
          </p:nvGrpSpPr>
          <p:grpSpPr>
            <a:xfrm>
              <a:off x="7139124" y="5499859"/>
              <a:ext cx="732466" cy="876925"/>
              <a:chOff x="6918553" y="4043304"/>
              <a:chExt cx="571500" cy="684213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FBEF851A-E240-1B10-2FBF-D4D90882AD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18553" y="4043304"/>
                <a:ext cx="5715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E0D9B12F-E789-6A22-4975-D7C4B92D2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18553" y="4727517"/>
                <a:ext cx="5715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5D3A727-A214-6D2E-040E-D6C3C6891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00" t="13000" r="13000" b="13000"/>
            <a:stretch>
              <a:fillRect/>
            </a:stretch>
          </p:blipFill>
          <p:spPr>
            <a:xfrm>
              <a:off x="7426298" y="5493142"/>
              <a:ext cx="890584" cy="890584"/>
            </a:xfrm>
            <a:custGeom>
              <a:avLst/>
              <a:gdLst>
                <a:gd name="connsiteX0" fmla="*/ 347435 w 694870"/>
                <a:gd name="connsiteY0" fmla="*/ 0 h 694870"/>
                <a:gd name="connsiteX1" fmla="*/ 694870 w 694870"/>
                <a:gd name="connsiteY1" fmla="*/ 347435 h 694870"/>
                <a:gd name="connsiteX2" fmla="*/ 347435 w 694870"/>
                <a:gd name="connsiteY2" fmla="*/ 694870 h 694870"/>
                <a:gd name="connsiteX3" fmla="*/ 0 w 694870"/>
                <a:gd name="connsiteY3" fmla="*/ 347435 h 694870"/>
                <a:gd name="connsiteX4" fmla="*/ 347435 w 694870"/>
                <a:gd name="connsiteY4" fmla="*/ 0 h 69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870" h="694870">
                  <a:moveTo>
                    <a:pt x="347435" y="0"/>
                  </a:moveTo>
                  <a:cubicBezTo>
                    <a:pt x="539318" y="0"/>
                    <a:pt x="694870" y="155552"/>
                    <a:pt x="694870" y="347435"/>
                  </a:cubicBezTo>
                  <a:cubicBezTo>
                    <a:pt x="694870" y="539318"/>
                    <a:pt x="539318" y="694870"/>
                    <a:pt x="347435" y="694870"/>
                  </a:cubicBezTo>
                  <a:cubicBezTo>
                    <a:pt x="155552" y="694870"/>
                    <a:pt x="0" y="539318"/>
                    <a:pt x="0" y="347435"/>
                  </a:cubicBezTo>
                  <a:cubicBezTo>
                    <a:pt x="0" y="155552"/>
                    <a:pt x="155552" y="0"/>
                    <a:pt x="347435" y="0"/>
                  </a:cubicBezTo>
                  <a:close/>
                </a:path>
              </a:pathLst>
            </a:custGeom>
          </p:spPr>
        </p:pic>
        <p:sp>
          <p:nvSpPr>
            <p:cNvPr id="195" name="원호 194">
              <a:extLst>
                <a:ext uri="{FF2B5EF4-FFF2-40B4-BE49-F238E27FC236}">
                  <a16:creationId xmlns:a16="http://schemas.microsoft.com/office/drawing/2014/main" id="{942A5C22-B9CF-0FEB-9AD0-9AFE6993B962}"/>
                </a:ext>
              </a:extLst>
            </p:cNvPr>
            <p:cNvSpPr/>
            <p:nvPr/>
          </p:nvSpPr>
          <p:spPr>
            <a:xfrm>
              <a:off x="7245058" y="5309812"/>
              <a:ext cx="1264226" cy="1264225"/>
            </a:xfrm>
            <a:prstGeom prst="arc">
              <a:avLst>
                <a:gd name="adj1" fmla="val 18289228"/>
                <a:gd name="adj2" fmla="val 20696223"/>
              </a:avLst>
            </a:prstGeom>
            <a:ln w="2857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3DA66568-759C-D642-1383-B6CC0DA44370}"/>
                </a:ext>
              </a:extLst>
            </p:cNvPr>
            <p:cNvCxnSpPr>
              <a:cxnSpLocks/>
              <a:stCxn id="195" idx="0"/>
            </p:cNvCxnSpPr>
            <p:nvPr/>
          </p:nvCxnSpPr>
          <p:spPr>
            <a:xfrm flipH="1">
              <a:off x="8229622" y="5422995"/>
              <a:ext cx="8490" cy="283763"/>
            </a:xfrm>
            <a:prstGeom prst="line">
              <a:avLst/>
            </a:prstGeom>
            <a:ln w="12700" cap="rnd">
              <a:solidFill>
                <a:schemeClr val="accent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767A776F-09EF-D08B-E3DC-C0B53C0625B7}"/>
                </a:ext>
              </a:extLst>
            </p:cNvPr>
            <p:cNvCxnSpPr>
              <a:cxnSpLocks/>
              <a:stCxn id="195" idx="2"/>
            </p:cNvCxnSpPr>
            <p:nvPr/>
          </p:nvCxnSpPr>
          <p:spPr>
            <a:xfrm flipH="1" flipV="1">
              <a:off x="8229622" y="5708650"/>
              <a:ext cx="257943" cy="69001"/>
            </a:xfrm>
            <a:prstGeom prst="line">
              <a:avLst/>
            </a:prstGeom>
            <a:ln w="12700" cap="rnd">
              <a:solidFill>
                <a:schemeClr val="accent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D5645097-8D8D-1A97-36BE-EAF6E482DD80}"/>
              </a:ext>
            </a:extLst>
          </p:cNvPr>
          <p:cNvGrpSpPr/>
          <p:nvPr/>
        </p:nvGrpSpPr>
        <p:grpSpPr>
          <a:xfrm>
            <a:off x="9744840" y="5016702"/>
            <a:ext cx="1371504" cy="1265688"/>
            <a:chOff x="9260845" y="5275223"/>
            <a:chExt cx="1371504" cy="1265688"/>
          </a:xfrm>
        </p:grpSpPr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5D40F8B3-C626-6E1A-EF44-F7EC79F8F653}"/>
                </a:ext>
              </a:extLst>
            </p:cNvPr>
            <p:cNvSpPr/>
            <p:nvPr/>
          </p:nvSpPr>
          <p:spPr>
            <a:xfrm>
              <a:off x="9366973" y="5275223"/>
              <a:ext cx="1265376" cy="12653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원호 189">
              <a:extLst>
                <a:ext uri="{FF2B5EF4-FFF2-40B4-BE49-F238E27FC236}">
                  <a16:creationId xmlns:a16="http://schemas.microsoft.com/office/drawing/2014/main" id="{7903BAD6-777D-F0E2-BC92-4BE5EAD8B324}"/>
                </a:ext>
              </a:extLst>
            </p:cNvPr>
            <p:cNvSpPr/>
            <p:nvPr/>
          </p:nvSpPr>
          <p:spPr>
            <a:xfrm>
              <a:off x="9368123" y="5275223"/>
              <a:ext cx="1264226" cy="1264225"/>
            </a:xfrm>
            <a:prstGeom prst="arc">
              <a:avLst>
                <a:gd name="adj1" fmla="val 13451940"/>
                <a:gd name="adj2" fmla="val 8155130"/>
              </a:avLst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BAC51C28-2CA9-2FDC-B56C-994BDD5BA15B}"/>
                </a:ext>
              </a:extLst>
            </p:cNvPr>
            <p:cNvGrpSpPr/>
            <p:nvPr/>
          </p:nvGrpSpPr>
          <p:grpSpPr>
            <a:xfrm>
              <a:off x="9260845" y="5464529"/>
              <a:ext cx="732466" cy="876925"/>
              <a:chOff x="6918553" y="4043304"/>
              <a:chExt cx="571500" cy="684213"/>
            </a:xfrm>
          </p:grpSpPr>
          <p:cxnSp>
            <p:nvCxnSpPr>
              <p:cNvPr id="193" name="직선 연결선 192">
                <a:extLst>
                  <a:ext uri="{FF2B5EF4-FFF2-40B4-BE49-F238E27FC236}">
                    <a16:creationId xmlns:a16="http://schemas.microsoft.com/office/drawing/2014/main" id="{79B72A70-5EBC-94A4-1522-726A0D8A1B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18553" y="4043304"/>
                <a:ext cx="5715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44EF8970-9D21-0F5F-3F3A-2AC721DCFF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18553" y="4727517"/>
                <a:ext cx="5715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92" name="그림 191">
              <a:extLst>
                <a:ext uri="{FF2B5EF4-FFF2-40B4-BE49-F238E27FC236}">
                  <a16:creationId xmlns:a16="http://schemas.microsoft.com/office/drawing/2014/main" id="{26630D24-926D-DF67-BF87-BE21CD4B9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00" t="13000" r="13000" b="13000"/>
            <a:stretch>
              <a:fillRect/>
            </a:stretch>
          </p:blipFill>
          <p:spPr>
            <a:xfrm>
              <a:off x="9548019" y="5457812"/>
              <a:ext cx="890584" cy="890584"/>
            </a:xfrm>
            <a:custGeom>
              <a:avLst/>
              <a:gdLst>
                <a:gd name="connsiteX0" fmla="*/ 347435 w 694870"/>
                <a:gd name="connsiteY0" fmla="*/ 0 h 694870"/>
                <a:gd name="connsiteX1" fmla="*/ 694870 w 694870"/>
                <a:gd name="connsiteY1" fmla="*/ 347435 h 694870"/>
                <a:gd name="connsiteX2" fmla="*/ 347435 w 694870"/>
                <a:gd name="connsiteY2" fmla="*/ 694870 h 694870"/>
                <a:gd name="connsiteX3" fmla="*/ 0 w 694870"/>
                <a:gd name="connsiteY3" fmla="*/ 347435 h 694870"/>
                <a:gd name="connsiteX4" fmla="*/ 347435 w 694870"/>
                <a:gd name="connsiteY4" fmla="*/ 0 h 69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870" h="694870">
                  <a:moveTo>
                    <a:pt x="347435" y="0"/>
                  </a:moveTo>
                  <a:cubicBezTo>
                    <a:pt x="539318" y="0"/>
                    <a:pt x="694870" y="155552"/>
                    <a:pt x="694870" y="347435"/>
                  </a:cubicBezTo>
                  <a:cubicBezTo>
                    <a:pt x="694870" y="539318"/>
                    <a:pt x="539318" y="694870"/>
                    <a:pt x="347435" y="694870"/>
                  </a:cubicBezTo>
                  <a:cubicBezTo>
                    <a:pt x="155552" y="694870"/>
                    <a:pt x="0" y="539318"/>
                    <a:pt x="0" y="347435"/>
                  </a:cubicBezTo>
                  <a:cubicBezTo>
                    <a:pt x="0" y="155552"/>
                    <a:pt x="155552" y="0"/>
                    <a:pt x="347435" y="0"/>
                  </a:cubicBezTo>
                  <a:close/>
                </a:path>
              </a:pathLst>
            </a:custGeom>
          </p:spPr>
        </p:pic>
        <p:sp>
          <p:nvSpPr>
            <p:cNvPr id="196" name="원호 195">
              <a:extLst>
                <a:ext uri="{FF2B5EF4-FFF2-40B4-BE49-F238E27FC236}">
                  <a16:creationId xmlns:a16="http://schemas.microsoft.com/office/drawing/2014/main" id="{965746A7-7E5C-3CE3-499B-11CE17F44366}"/>
                </a:ext>
              </a:extLst>
            </p:cNvPr>
            <p:cNvSpPr/>
            <p:nvPr/>
          </p:nvSpPr>
          <p:spPr>
            <a:xfrm flipH="1">
              <a:off x="9368123" y="5276686"/>
              <a:ext cx="1264226" cy="1264225"/>
            </a:xfrm>
            <a:prstGeom prst="arc">
              <a:avLst>
                <a:gd name="adj1" fmla="val 18289228"/>
                <a:gd name="adj2" fmla="val 20696223"/>
              </a:avLst>
            </a:prstGeom>
            <a:ln w="2857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05249CE1-3359-C6CC-37A9-3C3835B1387D}"/>
                </a:ext>
              </a:extLst>
            </p:cNvPr>
            <p:cNvCxnSpPr>
              <a:cxnSpLocks/>
              <a:stCxn id="196" idx="0"/>
            </p:cNvCxnSpPr>
            <p:nvPr/>
          </p:nvCxnSpPr>
          <p:spPr>
            <a:xfrm>
              <a:off x="9639295" y="5389869"/>
              <a:ext cx="12622" cy="282971"/>
            </a:xfrm>
            <a:prstGeom prst="line">
              <a:avLst/>
            </a:prstGeom>
            <a:ln w="12700" cap="rnd">
              <a:solidFill>
                <a:schemeClr val="accent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7B566000-C35D-D5F7-E56C-FE17F0987E73}"/>
                </a:ext>
              </a:extLst>
            </p:cNvPr>
            <p:cNvCxnSpPr>
              <a:cxnSpLocks/>
              <a:stCxn id="196" idx="2"/>
            </p:cNvCxnSpPr>
            <p:nvPr/>
          </p:nvCxnSpPr>
          <p:spPr>
            <a:xfrm flipV="1">
              <a:off x="9389842" y="5675338"/>
              <a:ext cx="260000" cy="69187"/>
            </a:xfrm>
            <a:prstGeom prst="line">
              <a:avLst/>
            </a:prstGeom>
            <a:ln w="12700" cap="rnd">
              <a:solidFill>
                <a:schemeClr val="accent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B81B7B78-7DFE-D03B-CE18-7AE55DC1618F}"/>
              </a:ext>
            </a:extLst>
          </p:cNvPr>
          <p:cNvSpPr txBox="1"/>
          <p:nvPr/>
        </p:nvSpPr>
        <p:spPr>
          <a:xfrm>
            <a:off x="8034921" y="719012"/>
            <a:ext cx="1089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Dayside</a:t>
            </a:r>
            <a:endParaRPr lang="ko-KR" alt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FA160F2-B370-258E-6E41-61A65E0C511F}"/>
              </a:ext>
            </a:extLst>
          </p:cNvPr>
          <p:cNvSpPr txBox="1"/>
          <p:nvPr/>
        </p:nvSpPr>
        <p:spPr>
          <a:xfrm>
            <a:off x="6416313" y="3049884"/>
            <a:ext cx="1089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Eclipse</a:t>
            </a:r>
            <a:endParaRPr lang="ko-KR" altLang="en-US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DEDF750A-00BF-CC5A-B997-6103C74C4FC0}"/>
              </a:ext>
            </a:extLst>
          </p:cNvPr>
          <p:cNvSpPr txBox="1"/>
          <p:nvPr/>
        </p:nvSpPr>
        <p:spPr>
          <a:xfrm>
            <a:off x="7091934" y="4639719"/>
            <a:ext cx="1476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0000">
              <a:buFont typeface="Wingdings" panose="05000000000000000000" pitchFamily="2" charset="2"/>
              <a:buChar char="l"/>
            </a:pPr>
            <a:r>
              <a:rPr lang="en-US" altLang="ko-KR" sz="1400" dirty="0"/>
              <a:t>Mission</a:t>
            </a:r>
            <a:endParaRPr lang="ko-KR" altLang="en-US" sz="1400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76DB380-4A4A-7826-354D-5E3936C0C842}"/>
              </a:ext>
            </a:extLst>
          </p:cNvPr>
          <p:cNvSpPr txBox="1"/>
          <p:nvPr/>
        </p:nvSpPr>
        <p:spPr>
          <a:xfrm>
            <a:off x="9312987" y="4639253"/>
            <a:ext cx="1707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0000">
              <a:buFont typeface="Wingdings" panose="05000000000000000000" pitchFamily="2" charset="2"/>
              <a:buChar char="l"/>
            </a:pPr>
            <a:r>
              <a:rPr lang="en-US" altLang="ko-KR" sz="1400" dirty="0"/>
              <a:t>Communication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032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EF084-A386-73C6-59B3-D4A8B3FE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</a:t>
            </a:r>
            <a:r>
              <a:rPr lang="en-US" altLang="ko-KR" dirty="0"/>
              <a:t>/</a:t>
            </a:r>
            <a:r>
              <a:rPr lang="ko-KR" altLang="en-US" dirty="0"/>
              <a:t>제한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8EFB30-BD76-654D-A9F7-2A115E1F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대기 저항 최소화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E92C5-CC02-D909-324C-B6D95C4FD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E182B-831C-83A5-B52A-8378AA701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6A75D-E6EC-8D01-BD5A-97B32C5F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DB6CA6-F671-2E55-3D06-3561A5636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13" b="90431" l="9153" r="95461">
                        <a14:foregroundMark x1="9228" y1="45822" x2="10666" y2="46496"/>
                        <a14:foregroundMark x1="57186" y1="10108" x2="56278" y2="12264"/>
                        <a14:foregroundMark x1="56884" y1="9973" x2="56127" y2="10377"/>
                        <a14:foregroundMark x1="48638" y1="4717" x2="49697" y2="4447"/>
                        <a14:foregroundMark x1="56732" y1="89623" x2="55825" y2="90566"/>
                        <a14:foregroundMark x1="49622" y1="88410" x2="49017" y2="89488"/>
                        <a14:foregroundMark x1="95461" y1="48518" x2="95234" y2="483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22107">
            <a:off x="517179" y="1368826"/>
            <a:ext cx="3690041" cy="2071112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A67F3F3-2C1C-05C5-DE53-9B590814C888}"/>
              </a:ext>
            </a:extLst>
          </p:cNvPr>
          <p:cNvCxnSpPr/>
          <p:nvPr/>
        </p:nvCxnSpPr>
        <p:spPr>
          <a:xfrm flipH="1">
            <a:off x="1488440" y="1178560"/>
            <a:ext cx="716280" cy="858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311F716-344B-0AD3-5B4C-2152CFF09B46}"/>
              </a:ext>
            </a:extLst>
          </p:cNvPr>
          <p:cNvCxnSpPr/>
          <p:nvPr/>
        </p:nvCxnSpPr>
        <p:spPr>
          <a:xfrm flipH="1">
            <a:off x="2519680" y="967227"/>
            <a:ext cx="716280" cy="858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0288C27-9558-48E5-1433-A29250F3E34B}"/>
              </a:ext>
            </a:extLst>
          </p:cNvPr>
          <p:cNvCxnSpPr/>
          <p:nvPr/>
        </p:nvCxnSpPr>
        <p:spPr>
          <a:xfrm flipH="1">
            <a:off x="2004060" y="1928622"/>
            <a:ext cx="716280" cy="858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1BB6DC7-E294-F9DC-A2BF-E824D6DA82AD}"/>
              </a:ext>
            </a:extLst>
          </p:cNvPr>
          <p:cNvCxnSpPr/>
          <p:nvPr/>
        </p:nvCxnSpPr>
        <p:spPr>
          <a:xfrm flipH="1">
            <a:off x="3035300" y="1825747"/>
            <a:ext cx="716280" cy="858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3FD686D-E856-110F-00C1-7F50A28F1A9D}"/>
              </a:ext>
            </a:extLst>
          </p:cNvPr>
          <p:cNvSpPr/>
          <p:nvPr/>
        </p:nvSpPr>
        <p:spPr>
          <a:xfrm>
            <a:off x="5685969" y="1893906"/>
            <a:ext cx="795566" cy="38277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261A1A-5D2E-28C6-2246-BB1935912265}"/>
              </a:ext>
            </a:extLst>
          </p:cNvPr>
          <p:cNvSpPr txBox="1"/>
          <p:nvPr/>
        </p:nvSpPr>
        <p:spPr>
          <a:xfrm>
            <a:off x="6444159" y="1907352"/>
            <a:ext cx="207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 – 3</a:t>
            </a:r>
            <a:r>
              <a:rPr lang="ko-KR" altLang="en-US" dirty="0"/>
              <a:t>개월 뒤 추락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735C4B-D8FD-071F-5C74-BF2605E83B10}"/>
              </a:ext>
            </a:extLst>
          </p:cNvPr>
          <p:cNvSpPr/>
          <p:nvPr/>
        </p:nvSpPr>
        <p:spPr>
          <a:xfrm>
            <a:off x="2383641" y="5693210"/>
            <a:ext cx="157481" cy="2006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028C3D-0930-492C-A8E6-4118C14B71B3}"/>
              </a:ext>
            </a:extLst>
          </p:cNvPr>
          <p:cNvSpPr/>
          <p:nvPr/>
        </p:nvSpPr>
        <p:spPr>
          <a:xfrm>
            <a:off x="2180046" y="4173539"/>
            <a:ext cx="540000" cy="16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21CC49-2F36-79BE-80FE-41FEFCA113C6}"/>
              </a:ext>
            </a:extLst>
          </p:cNvPr>
          <p:cNvSpPr/>
          <p:nvPr/>
        </p:nvSpPr>
        <p:spPr>
          <a:xfrm>
            <a:off x="636486" y="4549043"/>
            <a:ext cx="3627120" cy="4571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528D2C5-AB17-C0F6-6181-482A718D4580}"/>
              </a:ext>
            </a:extLst>
          </p:cNvPr>
          <p:cNvCxnSpPr/>
          <p:nvPr/>
        </p:nvCxnSpPr>
        <p:spPr>
          <a:xfrm flipH="1">
            <a:off x="4288333" y="4368800"/>
            <a:ext cx="10746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ADA8D63-BE10-5935-8EC4-F2F64A335714}"/>
              </a:ext>
            </a:extLst>
          </p:cNvPr>
          <p:cNvCxnSpPr/>
          <p:nvPr/>
        </p:nvCxnSpPr>
        <p:spPr>
          <a:xfrm flipH="1">
            <a:off x="4288333" y="4820920"/>
            <a:ext cx="10746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FC468F9-1DAA-CEC8-1DB4-8FFAA7612F38}"/>
              </a:ext>
            </a:extLst>
          </p:cNvPr>
          <p:cNvCxnSpPr/>
          <p:nvPr/>
        </p:nvCxnSpPr>
        <p:spPr>
          <a:xfrm flipH="1">
            <a:off x="4288333" y="5252720"/>
            <a:ext cx="10746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3F11DC98-45E2-EE3A-44B8-DE2C131BF692}"/>
              </a:ext>
            </a:extLst>
          </p:cNvPr>
          <p:cNvSpPr/>
          <p:nvPr/>
        </p:nvSpPr>
        <p:spPr>
          <a:xfrm>
            <a:off x="5671274" y="4581316"/>
            <a:ext cx="795566" cy="38277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EEEAE-F97F-FC1A-F079-17841A99F3EA}"/>
              </a:ext>
            </a:extLst>
          </p:cNvPr>
          <p:cNvSpPr txBox="1"/>
          <p:nvPr/>
        </p:nvSpPr>
        <p:spPr>
          <a:xfrm>
            <a:off x="6429464" y="4594762"/>
            <a:ext cx="207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7</a:t>
            </a:r>
            <a:r>
              <a:rPr lang="ko-KR" altLang="en-US" dirty="0"/>
              <a:t>개월 뒤 추락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964B8E-7F63-36E9-9C20-AB515258D153}"/>
              </a:ext>
            </a:extLst>
          </p:cNvPr>
          <p:cNvSpPr txBox="1"/>
          <p:nvPr/>
        </p:nvSpPr>
        <p:spPr>
          <a:xfrm>
            <a:off x="8354798" y="5641961"/>
            <a:ext cx="315648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*velocity vector </a:t>
            </a:r>
            <a:r>
              <a:rPr lang="ko-KR" altLang="en-US" dirty="0"/>
              <a:t>지향 </a:t>
            </a:r>
            <a:r>
              <a:rPr lang="ko-KR" altLang="en-US" dirty="0" err="1"/>
              <a:t>충전량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7212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EF084-A386-73C6-59B3-D4A8B3FE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</a:t>
            </a:r>
            <a:r>
              <a:rPr lang="en-US" altLang="ko-KR" dirty="0"/>
              <a:t>/</a:t>
            </a:r>
            <a:r>
              <a:rPr lang="ko-KR" altLang="en-US" dirty="0"/>
              <a:t>제한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8EFB30-BD76-654D-A9F7-2A115E1F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LTAN</a:t>
            </a:r>
          </a:p>
          <a:p>
            <a:pPr lvl="1"/>
            <a:r>
              <a:rPr lang="en-US" altLang="ko-KR" dirty="0"/>
              <a:t>0 (24) / 12 h ± 2 h;	10 – 14 h or 22 – 2 h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E92C5-CC02-D909-324C-B6D95C4FD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E182B-831C-83A5-B52A-8378AA701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6A75D-E6EC-8D01-BD5A-97B32C5F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328586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549</Words>
  <Application>Microsoft Office PowerPoint</Application>
  <PresentationFormat>와이드스크린</PresentationFormat>
  <Paragraphs>196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times</vt:lpstr>
      <vt:lpstr>Wingdings</vt:lpstr>
      <vt:lpstr>Normal</vt:lpstr>
      <vt:lpstr>High_Priority</vt:lpstr>
      <vt:lpstr>PowerPoint 프레젠테이션</vt:lpstr>
      <vt:lpstr>운용 모드</vt:lpstr>
      <vt:lpstr>운용 모드</vt:lpstr>
      <vt:lpstr>운용 모드</vt:lpstr>
      <vt:lpstr>운용 모드</vt:lpstr>
      <vt:lpstr>운용 모드</vt:lpstr>
      <vt:lpstr>운용 모드</vt:lpstr>
      <vt:lpstr>요구/제한 사항</vt:lpstr>
      <vt:lpstr>요구/제한 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강 대은</cp:lastModifiedBy>
  <cp:revision>149</cp:revision>
  <dcterms:created xsi:type="dcterms:W3CDTF">2021-06-14T06:44:23Z</dcterms:created>
  <dcterms:modified xsi:type="dcterms:W3CDTF">2022-07-21T18:07:59Z</dcterms:modified>
</cp:coreProperties>
</file>